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2621"/>
    <a:srgbClr val="13543C"/>
    <a:srgbClr val="F7F1E6"/>
    <a:srgbClr val="EDF7E6"/>
    <a:srgbClr val="1C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FFA760-CE3A-F928-77C6-82A08853B316}" v="388" dt="2026-07-24T11:37:39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usz Pomianek" userId="S::mpomianek@o365.prz.edu.pl::3d638ea4-2586-4d1a-a8fd-db8a3798db81" providerId="AD" clId="Web-{83FFA760-CE3A-F928-77C6-82A08853B316}"/>
    <pc:docChg chg="modSld">
      <pc:chgData name="Mateusz Pomianek" userId="S::mpomianek@o365.prz.edu.pl::3d638ea4-2586-4d1a-a8fd-db8a3798db81" providerId="AD" clId="Web-{83FFA760-CE3A-F928-77C6-82A08853B316}" dt="2026-07-24T11:37:36.699" v="371" actId="20577"/>
      <pc:docMkLst>
        <pc:docMk/>
      </pc:docMkLst>
      <pc:sldChg chg="modSp">
        <pc:chgData name="Mateusz Pomianek" userId="S::mpomianek@o365.prz.edu.pl::3d638ea4-2586-4d1a-a8fd-db8a3798db81" providerId="AD" clId="Web-{83FFA760-CE3A-F928-77C6-82A08853B316}" dt="2026-07-24T11:28:57.791" v="252"/>
        <pc:sldMkLst>
          <pc:docMk/>
          <pc:sldMk cId="0" sldId="256"/>
        </pc:sldMkLst>
        <pc:spChg chg="mod">
          <ac:chgData name="Mateusz Pomianek" userId="S::mpomianek@o365.prz.edu.pl::3d638ea4-2586-4d1a-a8fd-db8a3798db81" providerId="AD" clId="Web-{83FFA760-CE3A-F928-77C6-82A08853B316}" dt="2026-07-24T11:28:14.977" v="242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8:17.664" v="244"/>
          <ac:spMkLst>
            <pc:docMk/>
            <pc:sldMk cId="0" sldId="256"/>
            <ac:spMk id="3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8:41.728" v="250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8:34.509" v="248"/>
          <ac:spMkLst>
            <pc:docMk/>
            <pc:sldMk cId="0" sldId="256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8:11.211" v="240"/>
          <ac:spMkLst>
            <pc:docMk/>
            <pc:sldMk cId="0" sldId="256"/>
            <ac:spMk id="9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8:27.884" v="246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8:53.619" v="251"/>
          <ac:spMkLst>
            <pc:docMk/>
            <pc:sldMk cId="0" sldId="256"/>
            <ac:spMk id="11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8:57.791" v="252"/>
          <ac:spMkLst>
            <pc:docMk/>
            <pc:sldMk cId="0" sldId="256"/>
            <ac:spMk id="13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36:49.135" v="352"/>
        <pc:sldMkLst>
          <pc:docMk/>
          <pc:sldMk cId="0" sldId="257"/>
        </pc:sldMkLst>
        <pc:spChg chg="del">
          <ac:chgData name="Mateusz Pomianek" userId="S::mpomianek@o365.prz.edu.pl::3d638ea4-2586-4d1a-a8fd-db8a3798db81" providerId="AD" clId="Web-{83FFA760-CE3A-F928-77C6-82A08853B316}" dt="2026-07-24T11:19:37.599" v="11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36:28.072" v="345" actId="14100"/>
          <ac:spMkLst>
            <pc:docMk/>
            <pc:sldMk cId="0" sldId="257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9:40.099" v="118"/>
          <ac:spMkLst>
            <pc:docMk/>
            <pc:sldMk cId="0" sldId="257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36:31.619" v="347"/>
          <ac:spMkLst>
            <pc:docMk/>
            <pc:sldMk cId="0" sldId="257"/>
            <ac:spMk id="7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36:49.135" v="352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5:51.638" v="35" actId="14100"/>
          <ac:spMkLst>
            <pc:docMk/>
            <pc:sldMk cId="0" sldId="257"/>
            <ac:spMk id="17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83FFA760-CE3A-F928-77C6-82A08853B316}" dt="2026-07-24T11:29:12.666" v="254"/>
        <pc:sldMkLst>
          <pc:docMk/>
          <pc:sldMk cId="0" sldId="258"/>
        </pc:sldMkLst>
        <pc:spChg chg="mod">
          <ac:chgData name="Mateusz Pomianek" userId="S::mpomianek@o365.prz.edu.pl::3d638ea4-2586-4d1a-a8fd-db8a3798db81" providerId="AD" clId="Web-{83FFA760-CE3A-F928-77C6-82A08853B316}" dt="2026-07-24T11:29:07.979" v="253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2:06.196" v="152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4:26.421" v="189"/>
          <ac:spMkLst>
            <pc:docMk/>
            <pc:sldMk cId="0" sldId="258"/>
            <ac:spMk id="5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4:21.671" v="187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9:12.666" v="254"/>
          <ac:spMkLst>
            <pc:docMk/>
            <pc:sldMk cId="0" sldId="258"/>
            <ac:spMk id="9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19:33.614" v="116" actId="14100"/>
        <pc:sldMkLst>
          <pc:docMk/>
          <pc:sldMk cId="0" sldId="259"/>
        </pc:sldMkLst>
        <pc:spChg chg="del">
          <ac:chgData name="Mateusz Pomianek" userId="S::mpomianek@o365.prz.edu.pl::3d638ea4-2586-4d1a-a8fd-db8a3798db81" providerId="AD" clId="Web-{83FFA760-CE3A-F928-77C6-82A08853B316}" dt="2026-07-24T11:19:29.880" v="114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9:33.614" v="116" actId="14100"/>
          <ac:spMkLst>
            <pc:docMk/>
            <pc:sldMk cId="0" sldId="259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9:31.692" v="115"/>
          <ac:spMkLst>
            <pc:docMk/>
            <pc:sldMk cId="0" sldId="259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6:14.217" v="40" actId="20577"/>
          <ac:spMkLst>
            <pc:docMk/>
            <pc:sldMk cId="0" sldId="259"/>
            <ac:spMk id="7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27:52.414" v="236"/>
        <pc:sldMkLst>
          <pc:docMk/>
          <pc:sldMk cId="0" sldId="260"/>
        </pc:sldMkLst>
        <pc:spChg chg="del">
          <ac:chgData name="Mateusz Pomianek" userId="S::mpomianek@o365.prz.edu.pl::3d638ea4-2586-4d1a-a8fd-db8a3798db81" providerId="AD" clId="Web-{83FFA760-CE3A-F928-77C6-82A08853B316}" dt="2026-07-24T11:19:22.598" v="1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9:26.239" v="113" actId="14100"/>
          <ac:spMkLst>
            <pc:docMk/>
            <pc:sldMk cId="0" sldId="260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9:23.973" v="112"/>
          <ac:spMkLst>
            <pc:docMk/>
            <pc:sldMk cId="0" sldId="260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7:52.414" v="236"/>
          <ac:spMkLst>
            <pc:docMk/>
            <pc:sldMk cId="0" sldId="260"/>
            <ac:spMk id="26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27:49.210" v="235"/>
        <pc:sldMkLst>
          <pc:docMk/>
          <pc:sldMk cId="0" sldId="261"/>
        </pc:sldMkLst>
        <pc:spChg chg="del">
          <ac:chgData name="Mateusz Pomianek" userId="S::mpomianek@o365.prz.edu.pl::3d638ea4-2586-4d1a-a8fd-db8a3798db81" providerId="AD" clId="Web-{83FFA760-CE3A-F928-77C6-82A08853B316}" dt="2026-07-24T11:20:00.224" v="122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0:04.849" v="124" actId="14100"/>
          <ac:spMkLst>
            <pc:docMk/>
            <pc:sldMk cId="0" sldId="261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20:02.662" v="123"/>
          <ac:spMkLst>
            <pc:docMk/>
            <pc:sldMk cId="0" sldId="261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4:45.604" v="9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7:46.257" v="233"/>
          <ac:spMkLst>
            <pc:docMk/>
            <pc:sldMk cId="0" sldId="261"/>
            <ac:spMk id="8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7:49.210" v="235"/>
          <ac:spMkLst>
            <pc:docMk/>
            <pc:sldMk cId="0" sldId="261"/>
            <ac:spMk id="10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19:56.443" v="121"/>
        <pc:sldMkLst>
          <pc:docMk/>
          <pc:sldMk cId="0" sldId="262"/>
        </pc:sldMkLst>
        <pc:spChg chg="del">
          <ac:chgData name="Mateusz Pomianek" userId="S::mpomianek@o365.prz.edu.pl::3d638ea4-2586-4d1a-a8fd-db8a3798db81" providerId="AD" clId="Web-{83FFA760-CE3A-F928-77C6-82A08853B316}" dt="2026-07-24T11:19:50.005" v="119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9:53.162" v="120" actId="14100"/>
          <ac:spMkLst>
            <pc:docMk/>
            <pc:sldMk cId="0" sldId="262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9:56.443" v="121"/>
          <ac:spMkLst>
            <pc:docMk/>
            <pc:sldMk cId="0" sldId="262"/>
            <ac:spMk id="4" creationId="{00000000-0000-0000-0000-000000000000}"/>
          </ac:spMkLst>
        </pc:spChg>
      </pc:sldChg>
      <pc:sldChg chg="addSp delSp modSp">
        <pc:chgData name="Mateusz Pomianek" userId="S::mpomianek@o365.prz.edu.pl::3d638ea4-2586-4d1a-a8fd-db8a3798db81" providerId="AD" clId="Web-{83FFA760-CE3A-F928-77C6-82A08853B316}" dt="2026-07-24T11:37:36.699" v="371" actId="20577"/>
        <pc:sldMkLst>
          <pc:docMk/>
          <pc:sldMk cId="0" sldId="263"/>
        </pc:sldMkLst>
        <pc:spChg chg="del">
          <ac:chgData name="Mateusz Pomianek" userId="S::mpomianek@o365.prz.edu.pl::3d638ea4-2586-4d1a-a8fd-db8a3798db81" providerId="AD" clId="Web-{83FFA760-CE3A-F928-77C6-82A08853B316}" dt="2026-07-24T11:19:16.973" v="109"/>
          <ac:spMkLst>
            <pc:docMk/>
            <pc:sldMk cId="0" sldId="263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9:20.207" v="110" actId="14100"/>
          <ac:spMkLst>
            <pc:docMk/>
            <pc:sldMk cId="0" sldId="263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9:15.707" v="108"/>
          <ac:spMkLst>
            <pc:docMk/>
            <pc:sldMk cId="0" sldId="263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4:49.183" v="10" actId="20577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Mateusz Pomianek" userId="S::mpomianek@o365.prz.edu.pl::3d638ea4-2586-4d1a-a8fd-db8a3798db81" providerId="AD" clId="Web-{83FFA760-CE3A-F928-77C6-82A08853B316}" dt="2026-07-24T11:37:12.995" v="364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Mateusz Pomianek" userId="S::mpomianek@o365.prz.edu.pl::3d638ea4-2586-4d1a-a8fd-db8a3798db81" providerId="AD" clId="Web-{83FFA760-CE3A-F928-77C6-82A08853B316}" dt="2026-07-24T11:37:07.760" v="360"/>
          <ac:spMkLst>
            <pc:docMk/>
            <pc:sldMk cId="0" sldId="263"/>
            <ac:spMk id="8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5:05.918" v="22" actId="20577"/>
          <ac:spMkLst>
            <pc:docMk/>
            <pc:sldMk cId="0" sldId="263"/>
            <ac:spMk id="9" creationId="{00000000-0000-0000-0000-000000000000}"/>
          </ac:spMkLst>
        </pc:spChg>
        <pc:spChg chg="del mod">
          <ac:chgData name="Mateusz Pomianek" userId="S::mpomianek@o365.prz.edu.pl::3d638ea4-2586-4d1a-a8fd-db8a3798db81" providerId="AD" clId="Web-{83FFA760-CE3A-F928-77C6-82A08853B316}" dt="2026-07-24T11:37:12.120" v="363"/>
          <ac:spMkLst>
            <pc:docMk/>
            <pc:sldMk cId="0" sldId="263"/>
            <ac:spMk id="12" creationId="{00000000-0000-0000-0000-000000000000}"/>
          </ac:spMkLst>
        </pc:spChg>
        <pc:spChg chg="del mod">
          <ac:chgData name="Mateusz Pomianek" userId="S::mpomianek@o365.prz.edu.pl::3d638ea4-2586-4d1a-a8fd-db8a3798db81" providerId="AD" clId="Web-{83FFA760-CE3A-F928-77C6-82A08853B316}" dt="2026-07-24T11:37:07.760" v="359"/>
          <ac:spMkLst>
            <pc:docMk/>
            <pc:sldMk cId="0" sldId="263"/>
            <ac:spMk id="13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5:23.168" v="26" actId="1076"/>
          <ac:spMkLst>
            <pc:docMk/>
            <pc:sldMk cId="0" sldId="263"/>
            <ac:spMk id="14" creationId="{00000000-0000-0000-0000-000000000000}"/>
          </ac:spMkLst>
        </pc:spChg>
        <pc:spChg chg="del mod">
          <ac:chgData name="Mateusz Pomianek" userId="S::mpomianek@o365.prz.edu.pl::3d638ea4-2586-4d1a-a8fd-db8a3798db81" providerId="AD" clId="Web-{83FFA760-CE3A-F928-77C6-82A08853B316}" dt="2026-07-24T11:37:09.745" v="361"/>
          <ac:spMkLst>
            <pc:docMk/>
            <pc:sldMk cId="0" sldId="263"/>
            <ac:spMk id="17" creationId="{00000000-0000-0000-0000-000000000000}"/>
          </ac:spMkLst>
        </pc:spChg>
        <pc:spChg chg="del mod">
          <ac:chgData name="Mateusz Pomianek" userId="S::mpomianek@o365.prz.edu.pl::3d638ea4-2586-4d1a-a8fd-db8a3798db81" providerId="AD" clId="Web-{83FFA760-CE3A-F928-77C6-82A08853B316}" dt="2026-07-24T11:37:07.760" v="358"/>
          <ac:spMkLst>
            <pc:docMk/>
            <pc:sldMk cId="0" sldId="263"/>
            <ac:spMk id="18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5:12.652" v="23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37:36.699" v="371" actId="20577"/>
          <ac:spMkLst>
            <pc:docMk/>
            <pc:sldMk cId="0" sldId="263"/>
            <ac:spMk id="20" creationId="{00000000-0000-0000-0000-000000000000}"/>
          </ac:spMkLst>
        </pc:spChg>
        <pc:spChg chg="del mod">
          <ac:chgData name="Mateusz Pomianek" userId="S::mpomianek@o365.prz.edu.pl::3d638ea4-2586-4d1a-a8fd-db8a3798db81" providerId="AD" clId="Web-{83FFA760-CE3A-F928-77C6-82A08853B316}" dt="2026-07-24T11:37:10.870" v="362"/>
          <ac:spMkLst>
            <pc:docMk/>
            <pc:sldMk cId="0" sldId="263"/>
            <ac:spMk id="22" creationId="{00000000-0000-0000-0000-000000000000}"/>
          </ac:spMkLst>
        </pc:spChg>
        <pc:spChg chg="del mod">
          <ac:chgData name="Mateusz Pomianek" userId="S::mpomianek@o365.prz.edu.pl::3d638ea4-2586-4d1a-a8fd-db8a3798db81" providerId="AD" clId="Web-{83FFA760-CE3A-F928-77C6-82A08853B316}" dt="2026-07-24T11:37:07.760" v="35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5:23.184" v="27" actId="1076"/>
          <ac:spMkLst>
            <pc:docMk/>
            <pc:sldMk cId="0" sldId="263"/>
            <ac:spMk id="24" creationId="{00000000-0000-0000-0000-000000000000}"/>
          </ac:spMkLst>
        </pc:spChg>
        <pc:spChg chg="add">
          <ac:chgData name="Mateusz Pomianek" userId="S::mpomianek@o365.prz.edu.pl::3d638ea4-2586-4d1a-a8fd-db8a3798db81" providerId="AD" clId="Web-{83FFA760-CE3A-F928-77C6-82A08853B316}" dt="2026-07-24T11:37:14.042" v="365"/>
          <ac:spMkLst>
            <pc:docMk/>
            <pc:sldMk cId="0" sldId="263"/>
            <ac:spMk id="26" creationId="{B1939F0F-F555-0D73-81CD-714A26D8A6E9}"/>
          </ac:spMkLst>
        </pc:spChg>
        <pc:spChg chg="add">
          <ac:chgData name="Mateusz Pomianek" userId="S::mpomianek@o365.prz.edu.pl::3d638ea4-2586-4d1a-a8fd-db8a3798db81" providerId="AD" clId="Web-{83FFA760-CE3A-F928-77C6-82A08853B316}" dt="2026-07-24T11:37:14.042" v="365"/>
          <ac:spMkLst>
            <pc:docMk/>
            <pc:sldMk cId="0" sldId="263"/>
            <ac:spMk id="27" creationId="{CD013167-C83F-4844-E671-245F021C1CE8}"/>
          </ac:spMkLst>
        </pc:spChg>
        <pc:spChg chg="add">
          <ac:chgData name="Mateusz Pomianek" userId="S::mpomianek@o365.prz.edu.pl::3d638ea4-2586-4d1a-a8fd-db8a3798db81" providerId="AD" clId="Web-{83FFA760-CE3A-F928-77C6-82A08853B316}" dt="2026-07-24T11:37:14.042" v="365"/>
          <ac:spMkLst>
            <pc:docMk/>
            <pc:sldMk cId="0" sldId="263"/>
            <ac:spMk id="28" creationId="{D555C205-858F-30C2-67ED-C99347F46BA3}"/>
          </ac:spMkLst>
        </pc:spChg>
        <pc:spChg chg="add">
          <ac:chgData name="Mateusz Pomianek" userId="S::mpomianek@o365.prz.edu.pl::3d638ea4-2586-4d1a-a8fd-db8a3798db81" providerId="AD" clId="Web-{83FFA760-CE3A-F928-77C6-82A08853B316}" dt="2026-07-24T11:37:14.042" v="365"/>
          <ac:spMkLst>
            <pc:docMk/>
            <pc:sldMk cId="0" sldId="263"/>
            <ac:spMk id="29" creationId="{8512C5F4-10EB-8FA9-E7E2-7BF2A33BA75B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27:28.803" v="223"/>
        <pc:sldMkLst>
          <pc:docMk/>
          <pc:sldMk cId="0" sldId="264"/>
        </pc:sldMkLst>
        <pc:spChg chg="del">
          <ac:chgData name="Mateusz Pomianek" userId="S::mpomianek@o365.prz.edu.pl::3d638ea4-2586-4d1a-a8fd-db8a3798db81" providerId="AD" clId="Web-{83FFA760-CE3A-F928-77C6-82A08853B316}" dt="2026-07-24T11:19:05.879" v="105"/>
          <ac:spMkLst>
            <pc:docMk/>
            <pc:sldMk cId="0" sldId="264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9:11.817" v="107" actId="14100"/>
          <ac:spMkLst>
            <pc:docMk/>
            <pc:sldMk cId="0" sldId="264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9:09.473" v="106"/>
          <ac:spMkLst>
            <pc:docMk/>
            <pc:sldMk cId="0" sldId="264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7:28.803" v="223"/>
          <ac:spMkLst>
            <pc:docMk/>
            <pc:sldMk cId="0" sldId="264"/>
            <ac:spMk id="8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7:25.350" v="222"/>
          <ac:spMkLst>
            <pc:docMk/>
            <pc:sldMk cId="0" sldId="264"/>
            <ac:spMk id="10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23:55.857" v="174"/>
        <pc:sldMkLst>
          <pc:docMk/>
          <pc:sldMk cId="0" sldId="265"/>
        </pc:sldMkLst>
        <pc:spChg chg="del">
          <ac:chgData name="Mateusz Pomianek" userId="S::mpomianek@o365.prz.edu.pl::3d638ea4-2586-4d1a-a8fd-db8a3798db81" providerId="AD" clId="Web-{83FFA760-CE3A-F928-77C6-82A08853B316}" dt="2026-07-24T11:18:59.363" v="103"/>
          <ac:spMkLst>
            <pc:docMk/>
            <pc:sldMk cId="0" sldId="265"/>
            <ac:spMk id="2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9:01.598" v="104"/>
          <ac:spMkLst>
            <pc:docMk/>
            <pc:sldMk cId="0" sldId="265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4:39.589" v="8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3:52.373" v="173"/>
          <ac:spMkLst>
            <pc:docMk/>
            <pc:sldMk cId="0" sldId="265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3:55.857" v="174"/>
          <ac:spMkLst>
            <pc:docMk/>
            <pc:sldMk cId="0" sldId="265"/>
            <ac:spMk id="11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83FFA760-CE3A-F928-77C6-82A08853B316}" dt="2026-07-24T11:23:47.045" v="172" actId="20577"/>
        <pc:sldMkLst>
          <pc:docMk/>
          <pc:sldMk cId="0" sldId="266"/>
        </pc:sldMkLst>
        <pc:spChg chg="mod">
          <ac:chgData name="Mateusz Pomianek" userId="S::mpomianek@o365.prz.edu.pl::3d638ea4-2586-4d1a-a8fd-db8a3798db81" providerId="AD" clId="Web-{83FFA760-CE3A-F928-77C6-82A08853B316}" dt="2026-07-24T11:23:34.763" v="168"/>
          <ac:spMkLst>
            <pc:docMk/>
            <pc:sldMk cId="0" sldId="266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2:12.806" v="154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3:40.466" v="171"/>
          <ac:spMkLst>
            <pc:docMk/>
            <pc:sldMk cId="0" sldId="266"/>
            <ac:spMk id="5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3:47.045" v="172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3:12.027" v="163"/>
          <ac:spMkLst>
            <pc:docMk/>
            <pc:sldMk cId="0" sldId="266"/>
            <ac:spMk id="9" creationId="{00000000-0000-0000-0000-000000000000}"/>
          </ac:spMkLst>
        </pc:spChg>
      </pc:sldChg>
      <pc:sldChg chg="addSp delSp modSp">
        <pc:chgData name="Mateusz Pomianek" userId="S::mpomianek@o365.prz.edu.pl::3d638ea4-2586-4d1a-a8fd-db8a3798db81" providerId="AD" clId="Web-{83FFA760-CE3A-F928-77C6-82A08853B316}" dt="2026-07-24T11:18:54.800" v="102" actId="14100"/>
        <pc:sldMkLst>
          <pc:docMk/>
          <pc:sldMk cId="0" sldId="267"/>
        </pc:sldMkLst>
        <pc:spChg chg="del">
          <ac:chgData name="Mateusz Pomianek" userId="S::mpomianek@o365.prz.edu.pl::3d638ea4-2586-4d1a-a8fd-db8a3798db81" providerId="AD" clId="Web-{83FFA760-CE3A-F928-77C6-82A08853B316}" dt="2026-07-24T11:18:52.691" v="101"/>
          <ac:spMkLst>
            <pc:docMk/>
            <pc:sldMk cId="0" sldId="267"/>
            <ac:spMk id="2" creationId="{00000000-0000-0000-0000-000000000000}"/>
          </ac:spMkLst>
        </pc:spChg>
        <pc:spChg chg="add del mod">
          <ac:chgData name="Mateusz Pomianek" userId="S::mpomianek@o365.prz.edu.pl::3d638ea4-2586-4d1a-a8fd-db8a3798db81" providerId="AD" clId="Web-{83FFA760-CE3A-F928-77C6-82A08853B316}" dt="2026-07-24T11:18:54.800" v="102" actId="14100"/>
          <ac:spMkLst>
            <pc:docMk/>
            <pc:sldMk cId="0" sldId="267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8:48.238" v="98"/>
          <ac:spMkLst>
            <pc:docMk/>
            <pc:sldMk cId="0" sldId="267"/>
            <ac:spMk id="4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18:44.050" v="97"/>
        <pc:sldMkLst>
          <pc:docMk/>
          <pc:sldMk cId="0" sldId="268"/>
        </pc:sldMkLst>
        <pc:spChg chg="del">
          <ac:chgData name="Mateusz Pomianek" userId="S::mpomianek@o365.prz.edu.pl::3d638ea4-2586-4d1a-a8fd-db8a3798db81" providerId="AD" clId="Web-{83FFA760-CE3A-F928-77C6-82A08853B316}" dt="2026-07-24T11:18:41.238" v="95"/>
          <ac:spMkLst>
            <pc:docMk/>
            <pc:sldMk cId="0" sldId="268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8:43.128" v="96" actId="14100"/>
          <ac:spMkLst>
            <pc:docMk/>
            <pc:sldMk cId="0" sldId="268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8:44.050" v="97"/>
          <ac:spMkLst>
            <pc:docMk/>
            <pc:sldMk cId="0" sldId="268"/>
            <ac:spMk id="4" creationId="{00000000-0000-0000-0000-000000000000}"/>
          </ac:spMkLst>
        </pc:spChg>
      </pc:sldChg>
      <pc:sldChg chg="addSp delSp modSp">
        <pc:chgData name="Mateusz Pomianek" userId="S::mpomianek@o365.prz.edu.pl::3d638ea4-2586-4d1a-a8fd-db8a3798db81" providerId="AD" clId="Web-{83FFA760-CE3A-F928-77C6-82A08853B316}" dt="2026-07-24T11:27:09.818" v="219"/>
        <pc:sldMkLst>
          <pc:docMk/>
          <pc:sldMk cId="0" sldId="269"/>
        </pc:sldMkLst>
        <pc:spChg chg="del">
          <ac:chgData name="Mateusz Pomianek" userId="S::mpomianek@o365.prz.edu.pl::3d638ea4-2586-4d1a-a8fd-db8a3798db81" providerId="AD" clId="Web-{83FFA760-CE3A-F928-77C6-82A08853B316}" dt="2026-07-24T11:18:36.112" v="93"/>
          <ac:spMkLst>
            <pc:docMk/>
            <pc:sldMk cId="0" sldId="269"/>
            <ac:spMk id="2" creationId="{00000000-0000-0000-0000-000000000000}"/>
          </ac:spMkLst>
        </pc:spChg>
        <pc:spChg chg="add del mod">
          <ac:chgData name="Mateusz Pomianek" userId="S::mpomianek@o365.prz.edu.pl::3d638ea4-2586-4d1a-a8fd-db8a3798db81" providerId="AD" clId="Web-{83FFA760-CE3A-F928-77C6-82A08853B316}" dt="2026-07-24T11:18:38.206" v="94" actId="14100"/>
          <ac:spMkLst>
            <pc:docMk/>
            <pc:sldMk cId="0" sldId="269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8:32.128" v="90"/>
          <ac:spMkLst>
            <pc:docMk/>
            <pc:sldMk cId="0" sldId="269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6:51.146" v="216"/>
          <ac:spMkLst>
            <pc:docMk/>
            <pc:sldMk cId="0" sldId="269"/>
            <ac:spMk id="7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7:09.818" v="219"/>
          <ac:spMkLst>
            <pc:docMk/>
            <pc:sldMk cId="0" sldId="269"/>
            <ac:spMk id="11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7:03.256" v="218"/>
          <ac:spMkLst>
            <pc:docMk/>
            <pc:sldMk cId="0" sldId="269"/>
            <ac:spMk id="15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18:22.424" v="88"/>
        <pc:sldMkLst>
          <pc:docMk/>
          <pc:sldMk cId="0" sldId="270"/>
        </pc:sldMkLst>
        <pc:spChg chg="del">
          <ac:chgData name="Mateusz Pomianek" userId="S::mpomianek@o365.prz.edu.pl::3d638ea4-2586-4d1a-a8fd-db8a3798db81" providerId="AD" clId="Web-{83FFA760-CE3A-F928-77C6-82A08853B316}" dt="2026-07-24T11:18:17.440" v="86"/>
          <ac:spMkLst>
            <pc:docMk/>
            <pc:sldMk cId="0" sldId="270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8:19.893" v="87" actId="14100"/>
          <ac:spMkLst>
            <pc:docMk/>
            <pc:sldMk cId="0" sldId="270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8:22.424" v="88"/>
          <ac:spMkLst>
            <pc:docMk/>
            <pc:sldMk cId="0" sldId="270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4:22.354" v="6" actId="20577"/>
          <ac:spMkLst>
            <pc:docMk/>
            <pc:sldMk cId="0" sldId="270"/>
            <ac:spMk id="5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26:41.208" v="215"/>
        <pc:sldMkLst>
          <pc:docMk/>
          <pc:sldMk cId="0" sldId="271"/>
        </pc:sldMkLst>
        <pc:spChg chg="del">
          <ac:chgData name="Mateusz Pomianek" userId="S::mpomianek@o365.prz.edu.pl::3d638ea4-2586-4d1a-a8fd-db8a3798db81" providerId="AD" clId="Web-{83FFA760-CE3A-F928-77C6-82A08853B316}" dt="2026-07-24T11:18:12.659" v="84"/>
          <ac:spMkLst>
            <pc:docMk/>
            <pc:sldMk cId="0" sldId="271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8:15.065" v="85" actId="14100"/>
          <ac:spMkLst>
            <pc:docMk/>
            <pc:sldMk cId="0" sldId="271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8:27.143" v="89"/>
          <ac:spMkLst>
            <pc:docMk/>
            <pc:sldMk cId="0" sldId="271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6:23.786" v="212"/>
          <ac:spMkLst>
            <pc:docMk/>
            <pc:sldMk cId="0" sldId="271"/>
            <ac:spMk id="8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6:41.208" v="215"/>
          <ac:spMkLst>
            <pc:docMk/>
            <pc:sldMk cId="0" sldId="271"/>
            <ac:spMk id="10" creationId="{00000000-0000-0000-0000-000000000000}"/>
          </ac:spMkLst>
        </pc:spChg>
      </pc:sldChg>
      <pc:sldChg chg="addSp delSp modSp">
        <pc:chgData name="Mateusz Pomianek" userId="S::mpomianek@o365.prz.edu.pl::3d638ea4-2586-4d1a-a8fd-db8a3798db81" providerId="AD" clId="Web-{83FFA760-CE3A-F928-77C6-82A08853B316}" dt="2026-07-24T11:22:52.417" v="160" actId="20577"/>
        <pc:sldMkLst>
          <pc:docMk/>
          <pc:sldMk cId="0" sldId="272"/>
        </pc:sldMkLst>
        <pc:spChg chg="add del">
          <ac:chgData name="Mateusz Pomianek" userId="S::mpomianek@o365.prz.edu.pl::3d638ea4-2586-4d1a-a8fd-db8a3798db81" providerId="AD" clId="Web-{83FFA760-CE3A-F928-77C6-82A08853B316}" dt="2026-07-24T11:17:55.221" v="76"/>
          <ac:spMkLst>
            <pc:docMk/>
            <pc:sldMk cId="0" sldId="272"/>
            <ac:spMk id="2" creationId="{00000000-0000-0000-0000-000000000000}"/>
          </ac:spMkLst>
        </pc:spChg>
        <pc:spChg chg="add del">
          <ac:chgData name="Mateusz Pomianek" userId="S::mpomianek@o365.prz.edu.pl::3d638ea4-2586-4d1a-a8fd-db8a3798db81" providerId="AD" clId="Web-{83FFA760-CE3A-F928-77C6-82A08853B316}" dt="2026-07-24T11:17:52.830" v="75"/>
          <ac:spMkLst>
            <pc:docMk/>
            <pc:sldMk cId="0" sldId="272"/>
            <ac:spMk id="3" creationId="{00000000-0000-0000-0000-000000000000}"/>
          </ac:spMkLst>
        </pc:spChg>
        <pc:spChg chg="add del mod">
          <ac:chgData name="Mateusz Pomianek" userId="S::mpomianek@o365.prz.edu.pl::3d638ea4-2586-4d1a-a8fd-db8a3798db81" providerId="AD" clId="Web-{83FFA760-CE3A-F928-77C6-82A08853B316}" dt="2026-07-24T11:17:58.783" v="78"/>
          <ac:spMkLst>
            <pc:docMk/>
            <pc:sldMk cId="0" sldId="272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2:37.994" v="158"/>
          <ac:spMkLst>
            <pc:docMk/>
            <pc:sldMk cId="0" sldId="272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2:43.807" v="159"/>
          <ac:spMkLst>
            <pc:docMk/>
            <pc:sldMk cId="0" sldId="272"/>
            <ac:spMk id="11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2:52.417" v="160" actId="20577"/>
          <ac:spMkLst>
            <pc:docMk/>
            <pc:sldMk cId="0" sldId="272"/>
            <ac:spMk id="12" creationId="{00000000-0000-0000-0000-000000000000}"/>
          </ac:spMkLst>
        </pc:spChg>
      </pc:sldChg>
      <pc:sldChg chg="addSp delSp modSp">
        <pc:chgData name="Mateusz Pomianek" userId="S::mpomianek@o365.prz.edu.pl::3d638ea4-2586-4d1a-a8fd-db8a3798db81" providerId="AD" clId="Web-{83FFA760-CE3A-F928-77C6-82A08853B316}" dt="2026-07-24T11:18:09.643" v="83" actId="14100"/>
        <pc:sldMkLst>
          <pc:docMk/>
          <pc:sldMk cId="0" sldId="273"/>
        </pc:sldMkLst>
        <pc:spChg chg="del">
          <ac:chgData name="Mateusz Pomianek" userId="S::mpomianek@o365.prz.edu.pl::3d638ea4-2586-4d1a-a8fd-db8a3798db81" providerId="AD" clId="Web-{83FFA760-CE3A-F928-77C6-82A08853B316}" dt="2026-07-24T11:18:06.736" v="81"/>
          <ac:spMkLst>
            <pc:docMk/>
            <pc:sldMk cId="0" sldId="273"/>
            <ac:spMk id="2" creationId="{00000000-0000-0000-0000-000000000000}"/>
          </ac:spMkLst>
        </pc:spChg>
        <pc:spChg chg="add del mod">
          <ac:chgData name="Mateusz Pomianek" userId="S::mpomianek@o365.prz.edu.pl::3d638ea4-2586-4d1a-a8fd-db8a3798db81" providerId="AD" clId="Web-{83FFA760-CE3A-F928-77C6-82A08853B316}" dt="2026-07-24T11:18:09.643" v="83" actId="14100"/>
          <ac:spMkLst>
            <pc:docMk/>
            <pc:sldMk cId="0" sldId="273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8:07.643" v="82"/>
          <ac:spMkLst>
            <pc:docMk/>
            <pc:sldMk cId="0" sldId="273"/>
            <ac:spMk id="4" creationId="{00000000-0000-0000-0000-000000000000}"/>
          </ac:spMkLst>
        </pc:spChg>
      </pc:sldChg>
      <pc:sldChg chg="modSp">
        <pc:chgData name="Mateusz Pomianek" userId="S::mpomianek@o365.prz.edu.pl::3d638ea4-2586-4d1a-a8fd-db8a3798db81" providerId="AD" clId="Web-{83FFA760-CE3A-F928-77C6-82A08853B316}" dt="2026-07-24T11:22:21.150" v="155" actId="20577"/>
        <pc:sldMkLst>
          <pc:docMk/>
          <pc:sldMk cId="0" sldId="274"/>
        </pc:sldMkLst>
        <pc:spChg chg="mod">
          <ac:chgData name="Mateusz Pomianek" userId="S::mpomianek@o365.prz.edu.pl::3d638ea4-2586-4d1a-a8fd-db8a3798db81" providerId="AD" clId="Web-{83FFA760-CE3A-F928-77C6-82A08853B316}" dt="2026-07-24T11:22:21.150" v="155" actId="20577"/>
          <ac:spMkLst>
            <pc:docMk/>
            <pc:sldMk cId="0" sldId="274"/>
            <ac:spMk id="4" creationId="{00000000-0000-0000-0000-000000000000}"/>
          </ac:spMkLst>
        </pc:spChg>
      </pc:sldChg>
      <pc:sldChg chg="addSp delSp modSp">
        <pc:chgData name="Mateusz Pomianek" userId="S::mpomianek@o365.prz.edu.pl::3d638ea4-2586-4d1a-a8fd-db8a3798db81" providerId="AD" clId="Web-{83FFA760-CE3A-F928-77C6-82A08853B316}" dt="2026-07-24T11:17:38.829" v="68" actId="14100"/>
        <pc:sldMkLst>
          <pc:docMk/>
          <pc:sldMk cId="0" sldId="275"/>
        </pc:sldMkLst>
        <pc:spChg chg="del">
          <ac:chgData name="Mateusz Pomianek" userId="S::mpomianek@o365.prz.edu.pl::3d638ea4-2586-4d1a-a8fd-db8a3798db81" providerId="AD" clId="Web-{83FFA760-CE3A-F928-77C6-82A08853B316}" dt="2026-07-24T11:17:34.782" v="66"/>
          <ac:spMkLst>
            <pc:docMk/>
            <pc:sldMk cId="0" sldId="275"/>
            <ac:spMk id="2" creationId="{00000000-0000-0000-0000-000000000000}"/>
          </ac:spMkLst>
        </pc:spChg>
        <pc:spChg chg="add del mod">
          <ac:chgData name="Mateusz Pomianek" userId="S::mpomianek@o365.prz.edu.pl::3d638ea4-2586-4d1a-a8fd-db8a3798db81" providerId="AD" clId="Web-{83FFA760-CE3A-F928-77C6-82A08853B316}" dt="2026-07-24T11:17:38.829" v="68" actId="14100"/>
          <ac:spMkLst>
            <pc:docMk/>
            <pc:sldMk cId="0" sldId="275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7:35.829" v="67"/>
          <ac:spMkLst>
            <pc:docMk/>
            <pc:sldMk cId="0" sldId="275"/>
            <ac:spMk id="4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17:27.938" v="63" actId="14100"/>
        <pc:sldMkLst>
          <pc:docMk/>
          <pc:sldMk cId="0" sldId="276"/>
        </pc:sldMkLst>
        <pc:spChg chg="del">
          <ac:chgData name="Mateusz Pomianek" userId="S::mpomianek@o365.prz.edu.pl::3d638ea4-2586-4d1a-a8fd-db8a3798db81" providerId="AD" clId="Web-{83FFA760-CE3A-F928-77C6-82A08853B316}" dt="2026-07-24T11:17:24.860" v="62"/>
          <ac:spMkLst>
            <pc:docMk/>
            <pc:sldMk cId="0" sldId="276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7:27.938" v="63" actId="14100"/>
          <ac:spMkLst>
            <pc:docMk/>
            <pc:sldMk cId="0" sldId="276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7:23.751" v="61"/>
          <ac:spMkLst>
            <pc:docMk/>
            <pc:sldMk cId="0" sldId="276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4:13.666" v="5" actId="20577"/>
          <ac:spMkLst>
            <pc:docMk/>
            <pc:sldMk cId="0" sldId="276"/>
            <ac:spMk id="5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25:32.002" v="203"/>
        <pc:sldMkLst>
          <pc:docMk/>
          <pc:sldMk cId="0" sldId="277"/>
        </pc:sldMkLst>
        <pc:spChg chg="del">
          <ac:chgData name="Mateusz Pomianek" userId="S::mpomianek@o365.prz.edu.pl::3d638ea4-2586-4d1a-a8fd-db8a3798db81" providerId="AD" clId="Web-{83FFA760-CE3A-F928-77C6-82A08853B316}" dt="2026-07-24T11:17:14.672" v="58"/>
          <ac:spMkLst>
            <pc:docMk/>
            <pc:sldMk cId="0" sldId="277"/>
            <ac:spMk id="2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7:17.110" v="59"/>
          <ac:spMkLst>
            <pc:docMk/>
            <pc:sldMk cId="0" sldId="277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5:32.002" v="203"/>
          <ac:spMkLst>
            <pc:docMk/>
            <pc:sldMk cId="0" sldId="277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5:28.721" v="202"/>
          <ac:spMkLst>
            <pc:docMk/>
            <pc:sldMk cId="0" sldId="277"/>
            <ac:spMk id="11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5:24.549" v="201" actId="20577"/>
          <ac:spMkLst>
            <pc:docMk/>
            <pc:sldMk cId="0" sldId="277"/>
            <ac:spMk id="12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25:18.752" v="200" actId="20577"/>
        <pc:sldMkLst>
          <pc:docMk/>
          <pc:sldMk cId="0" sldId="278"/>
        </pc:sldMkLst>
        <pc:spChg chg="del">
          <ac:chgData name="Mateusz Pomianek" userId="S::mpomianek@o365.prz.edu.pl::3d638ea4-2586-4d1a-a8fd-db8a3798db81" providerId="AD" clId="Web-{83FFA760-CE3A-F928-77C6-82A08853B316}" dt="2026-07-24T11:17:11.094" v="57"/>
          <ac:spMkLst>
            <pc:docMk/>
            <pc:sldMk cId="0" sldId="278"/>
            <ac:spMk id="2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7:20.313" v="60"/>
          <ac:spMkLst>
            <pc:docMk/>
            <pc:sldMk cId="0" sldId="278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3:55.665" v="0" actId="20577"/>
          <ac:spMkLst>
            <pc:docMk/>
            <pc:sldMk cId="0" sldId="278"/>
            <ac:spMk id="5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4:51.876" v="193"/>
          <ac:spMkLst>
            <pc:docMk/>
            <pc:sldMk cId="0" sldId="278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5:09.220" v="198"/>
          <ac:spMkLst>
            <pc:docMk/>
            <pc:sldMk cId="0" sldId="278"/>
            <ac:spMk id="11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5:18.752" v="200" actId="20577"/>
          <ac:spMkLst>
            <pc:docMk/>
            <pc:sldMk cId="0" sldId="278"/>
            <ac:spMk id="12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26:00.972" v="209"/>
        <pc:sldMkLst>
          <pc:docMk/>
          <pc:sldMk cId="0" sldId="279"/>
        </pc:sldMkLst>
        <pc:spChg chg="del">
          <ac:chgData name="Mateusz Pomianek" userId="S::mpomianek@o365.prz.edu.pl::3d638ea4-2586-4d1a-a8fd-db8a3798db81" providerId="AD" clId="Web-{83FFA760-CE3A-F928-77C6-82A08853B316}" dt="2026-07-24T11:17:06.594" v="55"/>
          <ac:spMkLst>
            <pc:docMk/>
            <pc:sldMk cId="0" sldId="279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7:08.781" v="56" actId="14100"/>
          <ac:spMkLst>
            <pc:docMk/>
            <pc:sldMk cId="0" sldId="279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26:00.972" v="209"/>
          <ac:spMkLst>
            <pc:docMk/>
            <pc:sldMk cId="0" sldId="279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4:09.806" v="3" actId="20577"/>
          <ac:spMkLst>
            <pc:docMk/>
            <pc:sldMk cId="0" sldId="279"/>
            <ac:spMk id="5" creationId="{00000000-0000-0000-0000-000000000000}"/>
          </ac:spMkLst>
        </pc:spChg>
      </pc:sldChg>
      <pc:sldChg chg="addSp delSp modSp">
        <pc:chgData name="Mateusz Pomianek" userId="S::mpomianek@o365.prz.edu.pl::3d638ea4-2586-4d1a-a8fd-db8a3798db81" providerId="AD" clId="Web-{83FFA760-CE3A-F928-77C6-82A08853B316}" dt="2026-07-24T11:35:13.335" v="336"/>
        <pc:sldMkLst>
          <pc:docMk/>
          <pc:sldMk cId="0" sldId="280"/>
        </pc:sldMkLst>
        <pc:spChg chg="del">
          <ac:chgData name="Mateusz Pomianek" userId="S::mpomianek@o365.prz.edu.pl::3d638ea4-2586-4d1a-a8fd-db8a3798db81" providerId="AD" clId="Web-{83FFA760-CE3A-F928-77C6-82A08853B316}" dt="2026-07-24T11:16:57.203" v="51"/>
          <ac:spMkLst>
            <pc:docMk/>
            <pc:sldMk cId="0" sldId="280"/>
            <ac:spMk id="2" creationId="{00000000-0000-0000-0000-000000000000}"/>
          </ac:spMkLst>
        </pc:spChg>
        <pc:spChg chg="add del mod">
          <ac:chgData name="Mateusz Pomianek" userId="S::mpomianek@o365.prz.edu.pl::3d638ea4-2586-4d1a-a8fd-db8a3798db81" providerId="AD" clId="Web-{83FFA760-CE3A-F928-77C6-82A08853B316}" dt="2026-07-24T11:17:01.938" v="54" actId="14100"/>
          <ac:spMkLst>
            <pc:docMk/>
            <pc:sldMk cId="0" sldId="280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25:58.378" v="208"/>
          <ac:spMkLst>
            <pc:docMk/>
            <pc:sldMk cId="0" sldId="280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34:55.819" v="334"/>
          <ac:spMkLst>
            <pc:docMk/>
            <pc:sldMk cId="0" sldId="280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35:13.335" v="336"/>
          <ac:spMkLst>
            <pc:docMk/>
            <pc:sldMk cId="0" sldId="280"/>
            <ac:spMk id="7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9:39.198" v="257"/>
          <ac:spMkLst>
            <pc:docMk/>
            <pc:sldMk cId="0" sldId="280"/>
            <ac:spMk id="8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35:42.726" v="344"/>
        <pc:sldMkLst>
          <pc:docMk/>
          <pc:sldMk cId="0" sldId="281"/>
        </pc:sldMkLst>
        <pc:spChg chg="del">
          <ac:chgData name="Mateusz Pomianek" userId="S::mpomianek@o365.prz.edu.pl::3d638ea4-2586-4d1a-a8fd-db8a3798db81" providerId="AD" clId="Web-{83FFA760-CE3A-F928-77C6-82A08853B316}" dt="2026-07-24T11:16:52.640" v="49"/>
          <ac:spMkLst>
            <pc:docMk/>
            <pc:sldMk cId="0" sldId="281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6:54.718" v="50" actId="14100"/>
          <ac:spMkLst>
            <pc:docMk/>
            <pc:sldMk cId="0" sldId="281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25:52.300" v="206"/>
          <ac:spMkLst>
            <pc:docMk/>
            <pc:sldMk cId="0" sldId="281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35:42.726" v="344"/>
          <ac:spMkLst>
            <pc:docMk/>
            <pc:sldMk cId="0" sldId="281"/>
            <ac:spMk id="7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35:37.961" v="343"/>
          <ac:spMkLst>
            <pc:docMk/>
            <pc:sldMk cId="0" sldId="281"/>
            <ac:spMk id="11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35:33.664" v="342"/>
          <ac:spMkLst>
            <pc:docMk/>
            <pc:sldMk cId="0" sldId="281"/>
            <ac:spMk id="15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25:50.472" v="205"/>
        <pc:sldMkLst>
          <pc:docMk/>
          <pc:sldMk cId="0" sldId="282"/>
        </pc:sldMkLst>
        <pc:spChg chg="del">
          <ac:chgData name="Mateusz Pomianek" userId="S::mpomianek@o365.prz.edu.pl::3d638ea4-2586-4d1a-a8fd-db8a3798db81" providerId="AD" clId="Web-{83FFA760-CE3A-F928-77C6-82A08853B316}" dt="2026-07-24T11:16:48.031" v="47"/>
          <ac:spMkLst>
            <pc:docMk/>
            <pc:sldMk cId="0" sldId="282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6:50.359" v="48" actId="14100"/>
          <ac:spMkLst>
            <pc:docMk/>
            <pc:sldMk cId="0" sldId="282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25:50.472" v="205"/>
          <ac:spMkLst>
            <pc:docMk/>
            <pc:sldMk cId="0" sldId="282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4:00.853" v="1" actId="20577"/>
          <ac:spMkLst>
            <pc:docMk/>
            <pc:sldMk cId="0" sldId="282"/>
            <ac:spMk id="5" creationId="{00000000-0000-0000-0000-000000000000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30:29.434" v="270"/>
        <pc:sldMkLst>
          <pc:docMk/>
          <pc:sldMk cId="0" sldId="283"/>
        </pc:sldMkLst>
        <pc:spChg chg="del">
          <ac:chgData name="Mateusz Pomianek" userId="S::mpomianek@o365.prz.edu.pl::3d638ea4-2586-4d1a-a8fd-db8a3798db81" providerId="AD" clId="Web-{83FFA760-CE3A-F928-77C6-82A08853B316}" dt="2026-07-24T11:16:42.562" v="45"/>
          <ac:spMkLst>
            <pc:docMk/>
            <pc:sldMk cId="0" sldId="283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6:44.859" v="46" actId="14100"/>
          <ac:spMkLst>
            <pc:docMk/>
            <pc:sldMk cId="0" sldId="283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25:47.878" v="204"/>
          <ac:spMkLst>
            <pc:docMk/>
            <pc:sldMk cId="0" sldId="283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30:29.434" v="270"/>
          <ac:spMkLst>
            <pc:docMk/>
            <pc:sldMk cId="0" sldId="283"/>
            <ac:spMk id="7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30:17.153" v="266"/>
          <ac:spMkLst>
            <pc:docMk/>
            <pc:sldMk cId="0" sldId="283"/>
            <ac:spMk id="11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30:03.512" v="263"/>
          <ac:spMkLst>
            <pc:docMk/>
            <pc:sldMk cId="0" sldId="283"/>
            <ac:spMk id="15" creationId="{00000000-0000-0000-0000-000000000000}"/>
          </ac:spMkLst>
        </pc:spChg>
      </pc:sldChg>
      <pc:sldChg chg="addSp delSp modSp">
        <pc:chgData name="Mateusz Pomianek" userId="S::mpomianek@o365.prz.edu.pl::3d638ea4-2586-4d1a-a8fd-db8a3798db81" providerId="AD" clId="Web-{83FFA760-CE3A-F928-77C6-82A08853B316}" dt="2026-07-24T11:31:16.967" v="282"/>
        <pc:sldMkLst>
          <pc:docMk/>
          <pc:sldMk cId="0" sldId="284"/>
        </pc:sldMkLst>
        <pc:spChg chg="del">
          <ac:chgData name="Mateusz Pomianek" userId="S::mpomianek@o365.prz.edu.pl::3d638ea4-2586-4d1a-a8fd-db8a3798db81" providerId="AD" clId="Web-{83FFA760-CE3A-F928-77C6-82A08853B316}" dt="2026-07-24T11:16:37.515" v="43"/>
          <ac:spMkLst>
            <pc:docMk/>
            <pc:sldMk cId="0" sldId="284"/>
            <ac:spMk id="2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16:38.687" v="44"/>
          <ac:spMkLst>
            <pc:docMk/>
            <pc:sldMk cId="0" sldId="284"/>
            <ac:spMk id="3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1:46.618" v="151"/>
          <ac:spMkLst>
            <pc:docMk/>
            <pc:sldMk cId="0" sldId="284"/>
            <ac:spMk id="5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1:14.633" v="149"/>
          <ac:spMkLst>
            <pc:docMk/>
            <pc:sldMk cId="0" sldId="284"/>
            <ac:spMk id="6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21:14.633" v="148"/>
          <ac:spMkLst>
            <pc:docMk/>
            <pc:sldMk cId="0" sldId="284"/>
            <ac:spMk id="9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31:12.279" v="279"/>
          <ac:spMkLst>
            <pc:docMk/>
            <pc:sldMk cId="0" sldId="284"/>
            <ac:spMk id="12" creationId="{00000000-0000-0000-0000-000000000000}"/>
          </ac:spMkLst>
        </pc:spChg>
        <pc:spChg chg="del mod">
          <ac:chgData name="Mateusz Pomianek" userId="S::mpomianek@o365.prz.edu.pl::3d638ea4-2586-4d1a-a8fd-db8a3798db81" providerId="AD" clId="Web-{83FFA760-CE3A-F928-77C6-82A08853B316}" dt="2026-07-24T11:31:10.482" v="278"/>
          <ac:spMkLst>
            <pc:docMk/>
            <pc:sldMk cId="0" sldId="284"/>
            <ac:spMk id="1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31:14.608" v="280"/>
          <ac:spMkLst>
            <pc:docMk/>
            <pc:sldMk cId="0" sldId="284"/>
            <ac:spMk id="15" creationId="{00000000-0000-0000-0000-000000000000}"/>
          </ac:spMkLst>
        </pc:spChg>
        <pc:spChg chg="del mod">
          <ac:chgData name="Mateusz Pomianek" userId="S::mpomianek@o365.prz.edu.pl::3d638ea4-2586-4d1a-a8fd-db8a3798db81" providerId="AD" clId="Web-{83FFA760-CE3A-F928-77C6-82A08853B316}" dt="2026-07-24T11:31:10.482" v="277"/>
          <ac:spMkLst>
            <pc:docMk/>
            <pc:sldMk cId="0" sldId="284"/>
            <ac:spMk id="16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31:15.623" v="281"/>
          <ac:spMkLst>
            <pc:docMk/>
            <pc:sldMk cId="0" sldId="284"/>
            <ac:spMk id="18" creationId="{00000000-0000-0000-0000-000000000000}"/>
          </ac:spMkLst>
        </pc:spChg>
        <pc:spChg chg="del mod">
          <ac:chgData name="Mateusz Pomianek" userId="S::mpomianek@o365.prz.edu.pl::3d638ea4-2586-4d1a-a8fd-db8a3798db81" providerId="AD" clId="Web-{83FFA760-CE3A-F928-77C6-82A08853B316}" dt="2026-07-24T11:31:10.482" v="276"/>
          <ac:spMkLst>
            <pc:docMk/>
            <pc:sldMk cId="0" sldId="284"/>
            <ac:spMk id="19" creationId="{00000000-0000-0000-0000-000000000000}"/>
          </ac:spMkLst>
        </pc:spChg>
        <pc:spChg chg="add">
          <ac:chgData name="Mateusz Pomianek" userId="S::mpomianek@o365.prz.edu.pl::3d638ea4-2586-4d1a-a8fd-db8a3798db81" providerId="AD" clId="Web-{83FFA760-CE3A-F928-77C6-82A08853B316}" dt="2026-07-24T11:31:16.967" v="282"/>
          <ac:spMkLst>
            <pc:docMk/>
            <pc:sldMk cId="0" sldId="284"/>
            <ac:spMk id="21" creationId="{7ED4A9C6-3518-F4B5-29A3-9CC60921DBB1}"/>
          </ac:spMkLst>
        </pc:spChg>
        <pc:spChg chg="add">
          <ac:chgData name="Mateusz Pomianek" userId="S::mpomianek@o365.prz.edu.pl::3d638ea4-2586-4d1a-a8fd-db8a3798db81" providerId="AD" clId="Web-{83FFA760-CE3A-F928-77C6-82A08853B316}" dt="2026-07-24T11:31:16.967" v="282"/>
          <ac:spMkLst>
            <pc:docMk/>
            <pc:sldMk cId="0" sldId="284"/>
            <ac:spMk id="22" creationId="{FEDFBBF1-CD77-5457-0069-7EE4C31C9968}"/>
          </ac:spMkLst>
        </pc:spChg>
        <pc:spChg chg="add">
          <ac:chgData name="Mateusz Pomianek" userId="S::mpomianek@o365.prz.edu.pl::3d638ea4-2586-4d1a-a8fd-db8a3798db81" providerId="AD" clId="Web-{83FFA760-CE3A-F928-77C6-82A08853B316}" dt="2026-07-24T11:31:16.967" v="282"/>
          <ac:spMkLst>
            <pc:docMk/>
            <pc:sldMk cId="0" sldId="284"/>
            <ac:spMk id="23" creationId="{27469C95-56A4-D0B7-3DB2-96390F00F6BC}"/>
          </ac:spMkLst>
        </pc:spChg>
      </pc:sldChg>
      <pc:sldChg chg="delSp modSp">
        <pc:chgData name="Mateusz Pomianek" userId="S::mpomianek@o365.prz.edu.pl::3d638ea4-2586-4d1a-a8fd-db8a3798db81" providerId="AD" clId="Web-{83FFA760-CE3A-F928-77C6-82A08853B316}" dt="2026-07-24T11:34:37.224" v="332" actId="20577"/>
        <pc:sldMkLst>
          <pc:docMk/>
          <pc:sldMk cId="0" sldId="285"/>
        </pc:sldMkLst>
        <pc:spChg chg="del">
          <ac:chgData name="Mateusz Pomianek" userId="S::mpomianek@o365.prz.edu.pl::3d638ea4-2586-4d1a-a8fd-db8a3798db81" providerId="AD" clId="Web-{83FFA760-CE3A-F928-77C6-82A08853B316}" dt="2026-07-24T11:16:30.905" v="41"/>
          <ac:spMkLst>
            <pc:docMk/>
            <pc:sldMk cId="0" sldId="285"/>
            <ac:spMk id="2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16:34.108" v="42" actId="14100"/>
          <ac:spMkLst>
            <pc:docMk/>
            <pc:sldMk cId="0" sldId="285"/>
            <ac:spMk id="3" creationId="{00000000-0000-0000-0000-000000000000}"/>
          </ac:spMkLst>
        </pc:spChg>
        <pc:spChg chg="del">
          <ac:chgData name="Mateusz Pomianek" userId="S::mpomianek@o365.prz.edu.pl::3d638ea4-2586-4d1a-a8fd-db8a3798db81" providerId="AD" clId="Web-{83FFA760-CE3A-F928-77C6-82A08853B316}" dt="2026-07-24T11:25:55.409" v="207"/>
          <ac:spMkLst>
            <pc:docMk/>
            <pc:sldMk cId="0" sldId="285"/>
            <ac:spMk id="4" creationId="{00000000-0000-0000-0000-000000000000}"/>
          </ac:spMkLst>
        </pc:spChg>
        <pc:spChg chg="mod">
          <ac:chgData name="Mateusz Pomianek" userId="S::mpomianek@o365.prz.edu.pl::3d638ea4-2586-4d1a-a8fd-db8a3798db81" providerId="AD" clId="Web-{83FFA760-CE3A-F928-77C6-82A08853B316}" dt="2026-07-24T11:34:37.224" v="332" actId="20577"/>
          <ac:spMkLst>
            <pc:docMk/>
            <pc:sldMk cId="0" sldId="285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175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822960"/>
            <a:ext cx="2286000" cy="2286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23444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22960"/>
            <a:ext cx="5760720" cy="3657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6">
                    <a:lumMod val="60000"/>
                    <a:lumOff val="40000"/>
                  </a:schemeClr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NAWIGACJA ROBOTÓW HUMANOIDALNYCH</a:t>
            </a:r>
            <a:endParaRPr lang="en-US" sz="1100">
              <a:solidFill>
                <a:schemeClr val="accent6">
                  <a:lumMod val="60000"/>
                  <a:lumOff val="40000"/>
                </a:schemeClr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320040" y="1234440"/>
            <a:ext cx="5760720" cy="6400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WYKŁAD 5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20040" y="1920240"/>
            <a:ext cx="5760720" cy="8229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 i VLA w nawigacji
robota humanoidalnego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20040" y="2834640"/>
            <a:ext cx="5760720" cy="2743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88925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dr inż. Mateusz Pomianek</a:t>
            </a:r>
            <a:endParaRPr lang="en-US" sz="120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096512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5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46888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4096512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1772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0077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4096512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7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Sem. nav.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76656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4096512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ROS 2 + AI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37" y="0"/>
            <a:ext cx="9139863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wykładu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54864"/>
          </a:xfrm>
          <a:prstGeom prst="rect">
            <a:avLst/>
          </a:prstGeom>
          <a:solidFill>
            <a:srgbClr val="13543C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- architektura, modele CLIP/LLaVA/GPT-4V, grounding, zero-shot reasoning w robotyce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160520" cy="54864"/>
          </a:xfrm>
          <a:prstGeom prst="rect">
            <a:avLst/>
          </a:prstGeom>
          <a:solidFill>
            <a:srgbClr val="13543C"/>
          </a:solidFill>
          <a:ln w="12700">
            <a:solidFill>
              <a:srgbClr val="1226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888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- modele RT-2, OpenVLA, π0, Octo; architektura i generowanie akcji z języka i wizji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048" y="3704059"/>
            <a:ext cx="3935621" cy="957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Zastosowania</a:t>
            </a:r>
            <a:r>
              <a:rPr lang="en-US" sz="16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6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nawigacja</a:t>
            </a:r>
            <a:r>
              <a:rPr lang="en-US" sz="16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semantyczna</a:t>
            </a:r>
            <a:r>
              <a:rPr lang="en-US" sz="16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, instruction following, </a:t>
            </a:r>
            <a:r>
              <a:rPr lang="en-US" sz="16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integracja</a:t>
            </a:r>
            <a:r>
              <a:rPr lang="en-US" sz="16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z ROS 2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71800"/>
            <a:ext cx="416052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Kody Python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888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Zapytanie VLM o scenę, grounding w mapie, router VLM→planner, pętla VLA w symulacji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3543C"/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chemeClr val="bg1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0">
              <a:solidFill>
                <a:schemeClr val="bg1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6">
                    <a:lumMod val="60000"/>
                    <a:lumOff val="40000"/>
                  </a:schemeClr>
                </a:solidFill>
                <a:latin typeface="Trebuchet MS"/>
              </a:rPr>
              <a:t>SEKCJA</a:t>
            </a:r>
            <a:endParaRPr lang="en-US" sz="1200">
              <a:solidFill>
                <a:schemeClr val="accent6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 - modele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wizyjno-językowe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Architektura, kluczowe modele, grounding </a:t>
            </a:r>
            <a:br>
              <a:rPr lang="pl-PL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i="1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zastosowania w robotyce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37" y="0"/>
            <a:ext cx="9139863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Vision-Language Model (VLM)?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7586" y="1188720"/>
            <a:ext cx="8594271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VLM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to model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uczenia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głębokiego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łączący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kodowanie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obrazu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tekstu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we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wspólnej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przestrzeni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reprezentacji</a:t>
            </a:r>
            <a:endParaRPr lang="en-US" sz="160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Zadania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opis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obrazu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(captioning), VQA (visual question answering),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wykrywanie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obiektów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b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</a:b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opisu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rozumowanie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przestrzenne</a:t>
            </a:r>
            <a:endParaRPr lang="en-US" sz="1600" dirty="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Architektura</a:t>
            </a:r>
            <a:r>
              <a:rPr lang="en-US" sz="16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typowa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enkoder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wizji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ViT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lub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CNN) +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projektor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duży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model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językowy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(LLM)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Trening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pretraining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miliardach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par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obraz-tekst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z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internetu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(LAION, CC12M,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WebLI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…)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Fine-tuning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dostrojenie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zadaniach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robotycznych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z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parami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obs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opis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akcja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Przykłady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CLIP (OpenAI), LLaVA-1.6,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InstructBLIP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GPT-4o Vision, Gemini 1.5 Pro, Qwen-VL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Kluczowa</a:t>
            </a:r>
            <a:r>
              <a:rPr lang="en-US" sz="16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własność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zero-shot generalization -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rozumienie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scen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niewidzianych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podczas</a:t>
            </a:r>
            <a:r>
              <a:rPr lang="en-US" sz="160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treningu</a:t>
            </a:r>
            <a:endParaRPr lang="en-US" sz="160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37" y="0"/>
            <a:ext cx="9139863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VLM</a:t>
            </a:r>
            <a:r>
              <a:rPr lang="pl-PL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pikseli do tokenów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94960" cy="66202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Obraz wejściowy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143000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(224×224 lub 336×336 px); opcjonalnie wielokrotne rozdzielczości (AnyRes)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44368" y="1814170"/>
            <a:ext cx="54864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14754"/>
            <a:ext cx="5394960" cy="66202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14754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Enkoder wizji (ViT)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1914754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dzieli obraz na patche; wyjście: sekwencja N osadzeń wizualnych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44368" y="2585923"/>
            <a:ext cx="54864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86507"/>
            <a:ext cx="5394960" cy="66202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686507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Projektor / MLP adapter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686507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Liniowy lub dwuwarstwowy MLP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mapuje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pl-PL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embeddingi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wizji do przestrzeni LLM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44368" y="3357677"/>
            <a:ext cx="54864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58261"/>
            <a:ext cx="5394960" cy="66202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458261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(dekoder)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3458261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Autoregresyjny transformer (Vicuna, LLaMA 3, Mistral); łączy tokeny wizji i tekstu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44368" y="4129430"/>
            <a:ext cx="54864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230014"/>
            <a:ext cx="5394960" cy="66202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230014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Wyjście tekstowe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4230014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Swobodny tekst, JSON ze strukturą, tokeny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akcji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pl-PL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 VLA) lub etykiety klas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143000"/>
            <a:ext cx="29260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143000"/>
            <a:ext cx="2926080" cy="384048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61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1600200"/>
            <a:ext cx="2651760" cy="320040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ViT → trenuj tylko projektor + LLM (LLaVA)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forward pass przez cały stos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Kontekst: typowo 4 096-128 000 tokenów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Parametry: 7B-72B (edge: 3B-7B)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 GPU: 100-800 ms / zapytanie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Kwantyzacja 4-bit na embedded GPU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306" y="0"/>
            <a:ext cx="9145306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CLIP</a:t>
            </a:r>
            <a:r>
              <a:rPr lang="pl-PL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fundament grounded perception</a:t>
            </a:r>
            <a:endParaRPr lang="en-US" sz="2400" dirty="0"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 CLIP (OpenAI, 2021)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84048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CLIP w nawigacji humanoida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9100" y="1600200"/>
            <a:ext cx="38328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 kontrastowy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400M par (obraz, opis) </a:t>
            </a:r>
            <a:br>
              <a:rPr lang="pl-PL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internetu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enkodery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Image Encoder (ViT-L) + Text Encoder (transformer)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maksymalizacja podobieństwa cos. dla pasujących par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wspólna przestrzeń </a:t>
            </a:r>
            <a:r>
              <a:rPr lang="en-US" sz="1400" spc="-2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embeddingów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pl-PL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400" spc="-2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wymiarze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512-1024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Możliwość zero-shot klasyfikacji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obraz vs. opisy klas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dla LLaVA, DALL-E, Flamingo, CogVLM</a:t>
            </a:r>
            <a:endParaRPr lang="en-US" sz="1400" spc="-2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 semantyczna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podobieństwo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embedding</a:t>
            </a:r>
            <a:r>
              <a:rPr lang="pl-PL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(klatka) vs. embedding</a:t>
            </a:r>
            <a:r>
              <a:rPr lang="pl-PL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(opis celu)</a:t>
            </a:r>
            <a:endParaRPr lang="en-US" sz="14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 "znajdź niebieskie drzwi" →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szukaj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pl-PL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mapie klatek z max similarity</a:t>
            </a:r>
            <a:endParaRPr lang="en-US" sz="14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grounding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ranking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regionów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ROI </a:t>
            </a:r>
            <a:br>
              <a:rPr lang="pl-PL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zapytanie językowe</a:t>
            </a:r>
            <a:endParaRPr lang="en-US" sz="14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Działanie w czasie rzeczywistym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br>
              <a:rPr lang="pl-PL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ViT-B/16 ~10 ms na GPU</a:t>
            </a:r>
            <a:endParaRPr lang="en-US" sz="14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Ograniczenie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brak rozumowania wieloetapowego; tylko matching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37" y="0"/>
            <a:ext cx="9139863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LLaVA i Visual Question Answering w robotyce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(Large Language and Vision Assistant):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 + 2-layer MLP projektor + LLaMA/Vicuna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 dwuetapowy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(1) freeze ViT, ucz projektor; (2) fine-tune projektor + LLM na danych instrukcji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dla robota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zadaje pytanie o obraz z kamery; VLM odpowiada w języku naturalnym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 pytań VQA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"Czy drzwi są otwarte?", "Ile osób stoi przy windzie?", "Który korytarz jest wolny?"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Odpowiedź strukturalna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prompt wymuszający JSON: {"door_open": true, "people_count": 2, "clear_path": "left"}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LLaVA-1.6 (34B):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rozumowanie przestrzenne, zliczanie, rozróżnianie lewej/prawej strony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Wersje on-device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LLaVA-Phi-3-mini (3,8B) - możliwa na Jetson Orin AGX (~200 ms / klatka)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37" y="0"/>
            <a:ext cx="9139863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Grounding </a:t>
            </a:r>
            <a:r>
              <a:rPr lang="en-US" sz="24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semantyczny</a:t>
            </a:r>
            <a:r>
              <a:rPr lang="pl-PL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od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słów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do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lokalizacji</a:t>
            </a:r>
            <a:endParaRPr lang="en-US" sz="2400" dirty="0" err="1"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Opis</a:t>
            </a:r>
            <a:r>
              <a:rPr lang="en-US" sz="2000" b="1" dirty="0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000" b="1" dirty="0" err="1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celu</a:t>
            </a:r>
            <a:endParaRPr lang="en-US" sz="2000">
              <a:latin typeface="Trebuchet MS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686050"/>
            <a:ext cx="18288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Użytkownik lub system misji podaje opis: "idź do stolika z kawą przy oknie"</a:t>
            </a:r>
            <a:endParaRPr lang="en-US" sz="1400" spc="-40" dirty="0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196160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Feature extraction</a:t>
            </a:r>
            <a:endParaRPr lang="en-US" sz="2000">
              <a:latin typeface="Trebuchet MS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14600" y="2686050"/>
            <a:ext cx="18288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(LLaVA lub CLIP) koduje klatki z kamery; VLM opisuje każdy kandydujący region mapy</a:t>
            </a:r>
            <a:endParaRPr lang="en-US" sz="1400" spc="-4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Matching</a:t>
            </a:r>
            <a:endParaRPr lang="en-US" sz="2000">
              <a:latin typeface="Trebuchet M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63440" y="2686050"/>
            <a:ext cx="18288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00"/>
              </a:lnSpc>
            </a:pPr>
            <a:r>
              <a:rPr lang="en-US" sz="1400" spc="-4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Cosinus</a:t>
            </a:r>
            <a:r>
              <a:rPr lang="en-US" sz="1400" spc="-4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similarity </a:t>
            </a:r>
            <a:br>
              <a:rPr lang="en-US" sz="1400" spc="-4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</a:br>
            <a:r>
              <a:rPr lang="en-US" sz="1400" spc="-4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lub</a:t>
            </a:r>
            <a:r>
              <a:rPr lang="en-US" sz="1400" spc="-4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LLM scoring </a:t>
            </a:r>
            <a:r>
              <a:rPr lang="en-US" sz="1400" spc="-4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pomiędzy</a:t>
            </a:r>
            <a:r>
              <a:rPr lang="en-US" sz="1400" spc="-4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4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embeddingiem</a:t>
            </a:r>
            <a:r>
              <a:rPr lang="en-US" sz="1400" spc="-4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4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opisu</a:t>
            </a:r>
            <a:r>
              <a:rPr lang="pl-PL" sz="1400" spc="-4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1400" spc="-4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br>
              <a:rPr lang="en-US" sz="1400" spc="-4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</a:br>
            <a:r>
              <a:rPr lang="en-US" sz="1400" spc="-4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 </a:t>
            </a:r>
            <a:r>
              <a:rPr lang="en-US" sz="1400" spc="-4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embeddingami</a:t>
            </a:r>
            <a:r>
              <a:rPr lang="en-US" sz="1400" spc="-4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spc="-4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regionów</a:t>
            </a:r>
            <a:endParaRPr lang="en-US" sz="1400" spc="-4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72084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12280" y="196160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Lokalizacja</a:t>
            </a:r>
            <a:r>
              <a:rPr lang="en-US" sz="2000" b="1" dirty="0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br>
              <a:rPr lang="pl-PL" sz="20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pl-PL" sz="2000" b="1" dirty="0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na</a:t>
            </a:r>
            <a:r>
              <a:rPr lang="en-US" sz="2000" b="1" dirty="0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000" b="1" dirty="0" err="1">
                <a:solidFill>
                  <a:srgbClr val="0D1B2A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mapie</a:t>
            </a:r>
            <a:endParaRPr lang="en-US" sz="2000">
              <a:latin typeface="Trebuchet MS"/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12280" y="2686050"/>
            <a:ext cx="18288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z najwyższym score → jego współrzędne (x,y) </a:t>
            </a:r>
            <a:r>
              <a:rPr lang="pl-PL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mapie → cel dla A*</a:t>
            </a:r>
            <a:endParaRPr lang="en-US" sz="1400" spc="-4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B1939F0F-F555-0D73-81CD-714A26D8A6E9}"/>
              </a:ext>
            </a:extLst>
          </p:cNvPr>
          <p:cNvSpPr/>
          <p:nvPr/>
        </p:nvSpPr>
        <p:spPr>
          <a:xfrm>
            <a:off x="987552" y="1188720"/>
            <a:ext cx="585216" cy="585216"/>
          </a:xfrm>
          <a:prstGeom prst="ellipse">
            <a:avLst/>
          </a:prstGeom>
          <a:solidFill>
            <a:schemeClr val="accent6">
              <a:lumMod val="50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D013167-C83F-4844-E671-245F021C1CE8}"/>
              </a:ext>
            </a:extLst>
          </p:cNvPr>
          <p:cNvSpPr/>
          <p:nvPr/>
        </p:nvSpPr>
        <p:spPr>
          <a:xfrm>
            <a:off x="3136392" y="1188720"/>
            <a:ext cx="585216" cy="585216"/>
          </a:xfrm>
          <a:prstGeom prst="ellipse">
            <a:avLst/>
          </a:prstGeom>
          <a:solidFill>
            <a:schemeClr val="accent6">
              <a:lumMod val="50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D555C205-858F-30C2-67ED-C99347F46BA3}"/>
              </a:ext>
            </a:extLst>
          </p:cNvPr>
          <p:cNvSpPr/>
          <p:nvPr/>
        </p:nvSpPr>
        <p:spPr>
          <a:xfrm>
            <a:off x="5285232" y="1188720"/>
            <a:ext cx="585216" cy="585216"/>
          </a:xfrm>
          <a:prstGeom prst="ellipse">
            <a:avLst/>
          </a:prstGeom>
          <a:solidFill>
            <a:schemeClr val="accent6">
              <a:lumMod val="50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8512C5F4-10EB-8FA9-E7E2-7BF2A33BA75B}"/>
              </a:ext>
            </a:extLst>
          </p:cNvPr>
          <p:cNvSpPr/>
          <p:nvPr/>
        </p:nvSpPr>
        <p:spPr>
          <a:xfrm>
            <a:off x="7434072" y="1188720"/>
            <a:ext cx="585216" cy="585216"/>
          </a:xfrm>
          <a:prstGeom prst="ellipse">
            <a:avLst/>
          </a:prstGeom>
          <a:solidFill>
            <a:schemeClr val="accent6">
              <a:lumMod val="50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37" y="0"/>
            <a:ext cx="9139863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vs. few-shot reasoning w nawigacji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 (in-context learning)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nigdy nie widział danej sceny ani zadania podczas treningu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Polecenie: "idź do drukarki" - VLM rozumie bez przykładów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 gdy obiekt jest w słowniku treningu VLM (&gt;1B tokenów tekstu)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Słabszy dla specyficznego sprzętu laboratoryjnego lub lokalnych obiektów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Praktyka: GPT-4o opisuje scenę i wskazuje cel nawigacyjny</a:t>
            </a:r>
            <a:endParaRPr lang="en-US" sz="1400" spc="-4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przykładów par (obraz, opis, akcja) w prompcie kontekstowym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wymaga fine-</a:t>
            </a:r>
            <a:r>
              <a:rPr lang="en-US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tuningu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szybkie dostosowanie do nowego środowiska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 3 zdjęcia korytarza ze strzałkami + pytanie → kierunek ruchu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dla robotów przemysłowych z niestandardowymi obiektami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Ograniczenie: długi kontekst = wyższy koszt inferowania i latencja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Zapytanie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VLM o stan </a:t>
            </a:r>
            <a:r>
              <a:rPr lang="en-US" sz="24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sceny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i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(Anthropic / OpenAI API)</a:t>
            </a:r>
            <a:endParaRPr lang="en-US" i="1">
              <a:latin typeface="Trebuchet MS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164716"/>
          </a:xfrm>
          <a:prstGeom prst="rect">
            <a:avLst/>
          </a:prstGeom>
          <a:solidFill>
            <a:srgbClr val="071520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65770" y="110337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802" y="110337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77834" y="110337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3098" y="1024890"/>
            <a:ext cx="7200000" cy="3134191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4EC9B0"/>
                </a:solidFill>
                <a:latin typeface="Consolas" panose="020B0609020204030204" pitchFamily="49" charset="0"/>
              </a:rPr>
              <a:t>base64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httpx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json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query_vlm_scene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image_bgr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question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'claude-sonnet-4-6'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dict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"""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Wysyla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klatke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kamery do VLM i zwraca odpowiedz JSON."""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cv2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_, buf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cv2.imencode(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'.jpg'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image_bgr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[cv2.IMWRITE_JPEG_QUALITY,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85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b64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base64.b64encode(buf).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decode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payload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"model"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model,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max_tokens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256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messages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[{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"role"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"user"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content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type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"image"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source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type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"base64"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media_type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"image/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jpeg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"data"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b64}},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type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text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text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"Odpowiedz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TYLKO JSON.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question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]}]}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r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httpx.post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'https://api.anthropic.com/v1/messages'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json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payload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headers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'x-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api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-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key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API_KEY,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anthropic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-version'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'2023-06-01'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},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timeout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5.0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json.loads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r.json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()[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content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text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11" name="Shape 9"/>
          <p:cNvSpPr/>
          <p:nvPr/>
        </p:nvSpPr>
        <p:spPr>
          <a:xfrm>
            <a:off x="274320" y="4386146"/>
            <a:ext cx="8595360" cy="551614"/>
          </a:xfrm>
          <a:prstGeom prst="rect">
            <a:avLst/>
          </a:prstGeom>
          <a:solidFill>
            <a:srgbClr val="1A3550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71" y="4386146"/>
            <a:ext cx="8527709" cy="551614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spc="-4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</a:t>
            </a:r>
            <a:r>
              <a:rPr lang="en-US" sz="1600" spc="-4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np.: "Czy droga do przodu jest wolna? </a:t>
            </a:r>
            <a:r>
              <a:rPr lang="en-US" sz="1600" b="1" spc="-4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Odpowiedz</a:t>
            </a:r>
            <a:r>
              <a:rPr lang="en-US" sz="1600" spc="-4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{\"clear\": true/false, \"obstacle\": string}".</a:t>
            </a:r>
            <a:endParaRPr lang="en-US" sz="1600" spc="-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3543C"/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chemeClr val="bg1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0">
              <a:solidFill>
                <a:schemeClr val="bg1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6">
                    <a:lumMod val="60000"/>
                    <a:lumOff val="40000"/>
                  </a:schemeClr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>
              <a:solidFill>
                <a:schemeClr val="accent6">
                  <a:lumMod val="60000"/>
                  <a:lumOff val="40000"/>
                </a:schemeClr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 - modele</a:t>
            </a:r>
            <a:endParaRPr lang="en-US" sz="26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wizyjno-językowe-akcyjne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13543C"/>
          </a:solidFill>
          <a:ln w="12700">
            <a:solidFill>
              <a:srgbClr val="1354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RT-2, OpenVLA, π0, Octo</a:t>
            </a:r>
            <a:r>
              <a:rPr lang="pl-PL" sz="16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6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architektura i generowanie akcji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37" y="0"/>
            <a:ext cx="9139863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Vision-Language-Action Model (VLA)?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6047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1150" y="1188720"/>
            <a:ext cx="8412480" cy="251333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rozszerza VLM o głowicę akcji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(action head): model generuje nie tylko tekst, lecz tokeny ruchu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obraz (lub sekwencja klatek) + polecenie językowe; </a:t>
            </a:r>
            <a:r>
              <a:rPr lang="en-US" sz="14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wektor akcji lub tokeny dyskretne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RT-2 (Google DeepMind, 2023):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PaLI-X (55B) i PaLM-E na danych robotycznych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 (Stanford, 2024):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open-source; Prismatic VLM + 7B LLaMA; tokeny akcji jako tekst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π0 (Physical Intelligence, 2024):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policy head dla ciągłych akcji; duże słownictwo gestów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 (Berkeley, 2024):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transformer-based; multi-task; przyjmuje różne modalności wejściowe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różnica od klasycznej polityki RL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VLA używa wiedzy językowej do generalizacji zero-shot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6749" y="0"/>
            <a:ext cx="9150749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VLA</a:t>
            </a:r>
            <a:r>
              <a:rPr lang="pl-PL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obserwacji do akcji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94960" cy="66202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Obserwacja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143000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Klatki RGB z kamer (wrist cam + head cam) + propriocepcja (q, dq, τ) robota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44368" y="1814170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14754"/>
            <a:ext cx="5394960" cy="66202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14754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Enkoder wizji + LLM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1914754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Identyczny stos VLM (ViT + projektor + transformer); tokenizacja wizji i języka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44368" y="2585923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86507"/>
            <a:ext cx="5394960" cy="66202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686507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tokenizer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686507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Dyskretny: zakres akcji podzielony na 256 binów per oś; lub ciągły z diffusion head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44368" y="3357677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58261"/>
            <a:ext cx="5394960" cy="66202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458261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head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3458261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Ostatnie warstwy dekodera przewidują tokeny akcji; demapping → docelowy wektor akcji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44368" y="4129430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230014"/>
            <a:ext cx="5394960" cy="66202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230014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Wykonanie akcji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4230014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Wektor Δq lub (v, ω, τ) przekazywany do WBC lub niskiego poziomu sterowania (1 kHz)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143000"/>
            <a:ext cx="29260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143000"/>
            <a:ext cx="29260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61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1600200"/>
            <a:ext cx="2651760" cy="320040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Częstość wyjść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3-10 Hz (ograniczona przez LLM)</a:t>
            </a:r>
            <a:endParaRPr lang="en-US" sz="12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Buforowanie akcji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temporal ensemble lub action chunking</a:t>
            </a:r>
            <a:endParaRPr lang="en-US" sz="12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~100-10 000 demonstracji</a:t>
            </a:r>
            <a:endParaRPr lang="en-US" sz="12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Imitation learning + RL fine-tuning</a:t>
            </a:r>
            <a:endParaRPr lang="en-US" sz="12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Jetson AGX Orin (7B q4) ≈ 3 Hz</a:t>
            </a:r>
            <a:endParaRPr lang="en-US" sz="12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clip akcji + velocity guard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37" y="0"/>
            <a:ext cx="9139863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Przegląd kluczowych modeli VLA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RT-2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(Google, 2023)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2432304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PaLI-X 55B lub PaLM-E 562B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Tokeny akcji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dyskretne </a:t>
            </a:r>
            <a:r>
              <a:rPr lang="en-US" sz="1400" i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 bin/oś)</a:t>
            </a:r>
            <a:endParaRPr lang="en-US" sz="1400" i="1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Co-fine-tuning na Web + Robot data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Generalizacja zero-shot do nowych obiektów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Proprietary; działa na TPU v4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Wykazuje chain-of-thought reasoning</a:t>
            </a:r>
            <a:endParaRPr lang="en-US" sz="1400" spc="-4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OpenVLA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(Stanford, 2024)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1627632"/>
            <a:ext cx="2432304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Prismatic </a:t>
            </a:r>
            <a:r>
              <a:rPr lang="en-US" sz="1400" i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(SigLIP + DINOv2)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LLaMA 7B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wagi na HuggingFace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na Open-X-Embodiment </a:t>
            </a:r>
            <a:r>
              <a:rPr lang="en-US" sz="1400" i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(~970 k ep.)</a:t>
            </a:r>
            <a:endParaRPr lang="en-US" sz="1400" i="1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Akcje jako tekst: "move_left 0.3"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 w &lt;24 h na 1× A100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Dobrze udokumentowane API</a:t>
            </a:r>
            <a:endParaRPr lang="en-US" sz="1400" spc="-4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411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π0 / Octo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(2024)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0" y="1627632"/>
            <a:ext cx="2590800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π0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diffusion action head </a:t>
            </a:r>
            <a:r>
              <a:rPr lang="en-US" sz="1400" i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(ciągłe akcje)</a:t>
            </a:r>
            <a:endParaRPr lang="en-US" sz="1400" i="1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Wspiera dexterious manipulation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multi-task transformer policy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różne enkodery wizji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Open-X-Embodiment benchmark SoTA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ROS 2 przez action server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80" y="0"/>
            <a:ext cx="91344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Tokenizacja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akcji</a:t>
            </a:r>
            <a:r>
              <a:rPr lang="pl-PL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jak VLA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generuje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ruch</a:t>
            </a:r>
            <a:endParaRPr lang="en-US" sz="2400" dirty="0" err="1"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10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6550" y="1188720"/>
            <a:ext cx="8533130" cy="29260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Dyskretna tokenizacja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zakres każdej osi ruchu (np. ±0,05 m/krok) dzielony na 256 równych binów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oś akcji 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jeden token z alfabetu [0…255]; cały wektor akcji = K tokenów po sobie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Dekodowanie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token_id → wartość ciągła przez de-binning + ewentualne odszumowanie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chunking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VLA generuje N kolejnych kroków akcji naraz (np. N=10); redukuje latencję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ensemble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ważona suma K ostatnich prognoz dla </a:t>
            </a:r>
            <a:r>
              <a:rPr lang="en-US" sz="16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bieżącego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kroku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wygładzenie ruchu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policy (π0): 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akcja jako wynik odwróconego procesu dyfuzji; ciągła, wielomodalna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tokeny dyskretne dla navigacji (v, ω) + ciągłe diffusion dla manipulacji dłoni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37" y="0"/>
            <a:ext cx="9139863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 VLA na danych robotycznych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13543C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Zbieranie danych demonstracji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84048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Strategie fine-tuningu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Teleoperation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operator steruje robotem; zapis (obs, action) w ~10 Hz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generowanie danych w MuJoCo / Isaac Sim (szybko, bez ryzyka)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data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swobodne zbieranie bez konkretnego zadania; labels posta hoc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 demonstracji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100-10 000 epizodów zależy od złożoności zadania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HDF5 lub RLDS; zgodność z Open-X-Embodiment dataset</a:t>
            </a:r>
            <a:endParaRPr lang="en-US" sz="1400" spc="-4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wszystkie wagi; potrzebny duży GPU (≥80 GB VRAM)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(Low-Rank Adaptation):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rank-r matrices; 16-32 GB GPU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modules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dodatkowe warstwy między blokami transformera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Co-training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data + Web data → zapobiega catastrophic forgetting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Ewaluacja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success rate na held-out </a:t>
            </a:r>
            <a:r>
              <a:rPr lang="en-US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zadaniach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symulacji i na robocie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Integracja OpenVLA w pętli sterowania (HuggingFace)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017520"/>
          </a:xfrm>
          <a:prstGeom prst="rect">
            <a:avLst/>
          </a:prstGeom>
          <a:solidFill>
            <a:srgbClr val="071520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946" y="1012190"/>
            <a:ext cx="8321040" cy="2939266"/>
          </a:xfrm>
          <a:prstGeom prst="rect">
            <a:avLst/>
          </a:prstGeom>
          <a:noFill/>
          <a:ln/>
        </p:spPr>
        <p:txBody>
          <a:bodyPr wrap="square" lIns="108000" tIns="127000" rIns="127000" bIns="63500" rtlCol="0" anchor="t">
            <a:spAutoFit/>
          </a:bodyPr>
          <a:lstStyle/>
          <a:p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transformers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AutoModelForVision2Seq,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AutoProcessor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torch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np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processor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AutoProcessor.from_pretrained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openvla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/openvla-7b'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                    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trust_remote_code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model    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AutoModelForVision2Seq.from_pretrained(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openvla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/openvla-7b'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torch_dtype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torch.bfloat16,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low_cpu_mem_usage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trust_remote_code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).cuda()</a:t>
            </a:r>
          </a:p>
          <a:p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get_action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np.ndarray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instruction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np.ndarray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"""Zwraca wektor akcji [dx,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dy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dz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drx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dry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drz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gripper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]."""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prompt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'In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What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should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the robot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take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to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instruction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?</a:t>
            </a:r>
            <a:r>
              <a:rPr lang="pl-PL" sz="1050" dirty="0">
                <a:solidFill>
                  <a:srgbClr val="D7BA7D"/>
                </a:solidFill>
                <a:latin typeface="Consolas" panose="020B0609020204030204" pitchFamily="49" charset="0"/>
              </a:rPr>
              <a:t>\</a:t>
            </a:r>
            <a:r>
              <a:rPr lang="pl-PL" sz="1050" dirty="0" err="1">
                <a:solidFill>
                  <a:srgbClr val="D7BA7D"/>
                </a:solidFill>
                <a:latin typeface="Consolas" panose="020B0609020204030204" pitchFamily="49" charset="0"/>
              </a:rPr>
              <a:t>n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Out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:'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inputs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processor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prompt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).to(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'cuda:0'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torch.bfloat16)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with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torch.inference_mode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model.predict_action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inputs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unnorm_key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bridge_orig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   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do_sample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 (7,)  [m, m, m, rad, rad, rad, 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bool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]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23316"/>
            <a:ext cx="8595360" cy="514444"/>
          </a:xfrm>
          <a:prstGeom prst="rect">
            <a:avLst/>
          </a:prstGeom>
          <a:solidFill>
            <a:srgbClr val="1A3550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946" y="4423316"/>
            <a:ext cx="8539734" cy="514443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spc="-80" dirty="0" err="1">
                <a:solidFill>
                  <a:schemeClr val="accent6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Opis</a:t>
            </a:r>
            <a:r>
              <a:rPr lang="en-US" sz="1600" b="1" spc="-80" dirty="0">
                <a:solidFill>
                  <a:schemeClr val="accent6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1600" b="1" spc="-80" dirty="0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8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OpenVLA</a:t>
            </a:r>
            <a:r>
              <a:rPr lang="en-US" sz="1600" spc="-8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8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zwraca</a:t>
            </a:r>
            <a:r>
              <a:rPr lang="en-US" sz="1600" spc="-8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7-DoF </a:t>
            </a:r>
            <a:r>
              <a:rPr lang="en-US" sz="1600" spc="-8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akcję</a:t>
            </a:r>
            <a:r>
              <a:rPr lang="en-US" sz="1600" spc="-8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w </a:t>
            </a:r>
            <a:r>
              <a:rPr lang="en-US" sz="1600" spc="-8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jednostkach</a:t>
            </a:r>
            <a:r>
              <a:rPr lang="en-US" sz="1600" spc="-8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8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metrycznych</a:t>
            </a:r>
            <a:r>
              <a:rPr lang="en-US" sz="1600" spc="-8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600" spc="-8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unnorm_key</a:t>
            </a:r>
            <a:r>
              <a:rPr lang="en-US" sz="1600" spc="-8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8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określa</a:t>
            </a:r>
            <a:r>
              <a:rPr lang="en-US" sz="1600" spc="-8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8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skalowanie</a:t>
            </a:r>
            <a:r>
              <a:rPr lang="en-US" sz="1600" spc="-8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600" spc="-8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danego</a:t>
            </a:r>
            <a:r>
              <a:rPr lang="en-US" sz="1600" spc="-8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8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robota</a:t>
            </a:r>
            <a:r>
              <a:rPr lang="en-US" sz="1600" spc="-8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 spc="-8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065770" y="110337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21802" y="110337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577834" y="110337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6749" y="0"/>
            <a:ext cx="9150749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Latencja i deployment VLA na robocie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GPU (A100/H100)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 ~80-150 ms; konieczna łączność sieciowa; nieakceptowalne dla dynamicznych zadań</a:t>
            </a:r>
            <a:endParaRPr lang="en-US" sz="1400" spc="-4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GPU (Jetson Orin)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300-600 ms dla 7B q4; wystarczające dla nawigacji; niezależność od chmury</a:t>
            </a:r>
            <a:endParaRPr lang="en-US" sz="1400" spc="-4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chunking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4476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Generuj N=10 kroków naraz; wykonuj lokalnie; VLA odpytywana co N×dt ms →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efektywnie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10-30 Hz</a:t>
            </a:r>
            <a:endParaRPr lang="en-US" sz="1400" spc="-4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2651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Distillacja / pruning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Nauczyciel 34B → student 3B;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zachowanie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85-90% skuteczności przy 5× szybszej inferencji</a:t>
            </a:r>
            <a:endParaRPr lang="en-US" sz="1400" spc="-40" dirty="0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7180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Kwantyzacja 4-bit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6440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AWQ lub GPTQ: 7B model zajmuje ~4 GB VRAM; minimalna utrata jakości akcji (&lt; 3% success rate)</a:t>
            </a:r>
            <a:endParaRPr lang="en-US" sz="1400" spc="-4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71800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Speculative decoding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4476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model (0,5B) proponuje tokeny; duży model weryfikuje; 2-3× przyspieszenie bez utraty jakości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chemeClr val="bg1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0">
              <a:solidFill>
                <a:schemeClr val="bg1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7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  <a:noFill/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Praktyczne zastosowania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nawigacji humanoida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 semantyczna, instruction following, integracja z ROS 2, ograniczenia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306" y="0"/>
            <a:ext cx="9145306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semantyczna z VLM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Klasyczna nawigacja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cel = współrzędne (x, y); robot nie rozumie sensu celu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 semantyczna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cel = opis językowy "znajdź salę z projekcją slajdów" lub "idź do kuchni"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</a:t>
            </a: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offline</a:t>
            </a:r>
            <a:r>
              <a:rPr lang="pl-PL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budowa mapy semantycznej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objeżdża budynek; VLM opisuje każdą pozycję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</a:t>
            </a: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online</a:t>
            </a:r>
            <a:r>
              <a:rPr lang="pl-PL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lokalizacja celu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embedding(opis celu) vs. embeddingi pozycji w mapie → 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CLIP-Fields (2022):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field z embeddingami CLIP w każdym wokselu mapy 3D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SQA3D / EQA (Embodied QA):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odpowiada na pytania o przestrzeń, poruszając się po środowisku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ConceptFusion (2023):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z deskryptorami CLIP + SAM na chmurze 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punktów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open-vocab grounding 3D</a:t>
            </a:r>
            <a:endParaRPr lang="en-US" sz="1600" spc="-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80" y="0"/>
            <a:ext cx="91344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Pipeline instruction following</a:t>
            </a:r>
            <a:r>
              <a:rPr lang="pl-PL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od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polecenia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do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akcji</a:t>
            </a:r>
            <a:endParaRPr lang="en-US" sz="2400" dirty="0" err="1"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Polecenie użytkownika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735766"/>
            <a:ext cx="1828800" cy="122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"Przynieś mi kawę z kuchni na 2. piętrze" - tekst lub mowa (ASR → tekst)</a:t>
            </a:r>
            <a:endParaRPr lang="en-US" sz="1400" spc="-60" dirty="0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task planner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14600" y="2735766"/>
            <a:ext cx="1828800" cy="122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Duży LLM (GPT-4o) rozkłada polecenie na podrzędne cele: navigate</a:t>
            </a:r>
            <a:r>
              <a:rPr lang="pl-PL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pl-PL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r>
              <a:rPr lang="pl-PL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pl-PL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r>
              <a:rPr lang="pl-PL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pl-PL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400" spc="-6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523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 scene grounding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2735766"/>
            <a:ext cx="1828800" cy="122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lub LLaVA lokalizuje obiekty ("kawa", "kuchnia") w mapie semantycznej</a:t>
            </a:r>
            <a:endParaRPr lang="en-US" sz="1400" spc="-60" dirty="0"/>
          </a:p>
        </p:txBody>
      </p:sp>
      <p:sp>
        <p:nvSpPr>
          <p:cNvPr id="21" name="Shape 19"/>
          <p:cNvSpPr/>
          <p:nvPr/>
        </p:nvSpPr>
        <p:spPr>
          <a:xfrm>
            <a:off x="672084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3407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122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Nav2 + footstep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2735766"/>
            <a:ext cx="1828800" cy="122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Klasyczna nawigacja z A* do każdego podzadania; footstep planner dla precyzyjnych ruchów</a:t>
            </a:r>
            <a:endParaRPr lang="en-US" sz="1400" spc="-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semantyczny w mapie topologicznej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365438"/>
          </a:xfrm>
          <a:prstGeom prst="rect">
            <a:avLst/>
          </a:prstGeom>
          <a:solidFill>
            <a:srgbClr val="071520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946" y="1052747"/>
            <a:ext cx="8321040" cy="3398366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transformers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CLIPModel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CLIPProcessor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SemanticMap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model_name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openai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/clip-vit-base-patch16'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CLIPModel.from_pretrained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model_name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eval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().cuda()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proc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CLIPProcessor.from_pretrained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model_name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[]   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lista (x, y, 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) 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wezlow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 topologicznych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add_node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proc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images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return_tensors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pt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).to(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'cuda'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with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no_grad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.get_image_features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.norm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dim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=-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keepdim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4FC1FF"/>
                </a:solidFill>
                <a:latin typeface="Consolas" panose="020B0609020204030204" pitchFamily="49" charset="0"/>
              </a:rPr>
              <a:t>True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normalizacja L2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((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.cpu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()))</a:t>
            </a:r>
          </a:p>
          <a:p>
            <a:pPr>
              <a:lnSpc>
                <a:spcPts val="1000"/>
              </a:lnSpc>
            </a:pP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find_goal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query_text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tuple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proc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text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query_text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return_tensors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pt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).to(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'cuda'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with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no_grad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.get_text_features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.norm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cpu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scores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@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].T)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best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int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argmax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scores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best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best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(x, y)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05092"/>
            <a:ext cx="8595360" cy="432668"/>
          </a:xfrm>
          <a:prstGeom prst="rect">
            <a:avLst/>
          </a:prstGeom>
          <a:solidFill>
            <a:srgbClr val="1A3550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05092"/>
            <a:ext cx="8321040" cy="432667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Opis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1600" b="1" dirty="0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add_node</a:t>
            </a:r>
            <a:r>
              <a:rPr lang="en-US" sz="160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() </a:t>
            </a:r>
            <a:r>
              <a:rPr lang="en-US" sz="160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buduje</a:t>
            </a:r>
            <a:r>
              <a:rPr lang="en-US" sz="160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mapę</a:t>
            </a:r>
            <a:r>
              <a:rPr lang="en-US" sz="160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podczas</a:t>
            </a:r>
            <a:r>
              <a:rPr lang="en-US" sz="160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eksploracji</a:t>
            </a:r>
            <a:r>
              <a:rPr lang="en-US" sz="160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60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find_goal</a:t>
            </a:r>
            <a:r>
              <a:rPr lang="en-US" sz="160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() </a:t>
            </a:r>
            <a:r>
              <a:rPr lang="en-US" sz="160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lokalizuje</a:t>
            </a:r>
            <a:r>
              <a:rPr lang="en-US" sz="160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cel z </a:t>
            </a:r>
            <a:r>
              <a:rPr lang="en-US" sz="160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opisu</a:t>
            </a:r>
            <a:r>
              <a:rPr lang="en-US" sz="160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w ~2 </a:t>
            </a:r>
            <a:r>
              <a:rPr lang="en-US" sz="160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ms</a:t>
            </a:r>
            <a:endParaRPr lang="en-US" sz="16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065770" y="110337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21802" y="110337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577834" y="110337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Router: 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VLM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ocenia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scenę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wywołuje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właściwy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planistę</a:t>
            </a:r>
            <a:endParaRPr lang="en-US" sz="2400" dirty="0" err="1"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239058"/>
          </a:xfrm>
          <a:prstGeom prst="rect">
            <a:avLst/>
          </a:prstGeom>
          <a:solidFill>
            <a:srgbClr val="071520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4198" y="1048258"/>
            <a:ext cx="6061202" cy="3167534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json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4FC1FF"/>
                </a:solidFill>
                <a:latin typeface="Consolas" panose="020B0609020204030204" pitchFamily="49" charset="0"/>
              </a:rPr>
              <a:t>ROUTING_PROMPT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'''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Analizujesz obraz z kamery robota humanoidalnego.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Zwróć TYLKO JSON z polami: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 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situation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":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normal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"|"obstacle_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close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stairs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person_blocking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",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 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confidence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": 0.0-1.0,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 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recommended_action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":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continue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replan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"|"slow_down"|"stop"|"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ask_human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'''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vlm_route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nav_node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query_vlm_scene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4FC1FF"/>
                </a:solidFill>
                <a:latin typeface="Consolas" panose="020B0609020204030204" pitchFamily="49" charset="0"/>
              </a:rPr>
              <a:t>ROUTING_PROMPT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z Kodu 1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situation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situation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normal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confidence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confidence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  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recommended_action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continue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confidence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0.6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continue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         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niepewny wynik - jedz dalej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replan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nav_node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.trigger_replan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   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sygnał do Nav2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586C0"/>
                </a:solidFill>
                <a:latin typeface="Consolas" panose="020B0609020204030204" pitchFamily="49" charset="0"/>
              </a:rPr>
              <a:t>elif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'stop'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nav_node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.emergency_stop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53054"/>
            <a:ext cx="8595360" cy="484706"/>
          </a:xfrm>
          <a:prstGeom prst="rect">
            <a:avLst/>
          </a:prstGeom>
          <a:solidFill>
            <a:srgbClr val="1A3550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863" y="4453054"/>
            <a:ext cx="8595359" cy="4847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spc="-4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Opis</a:t>
            </a:r>
            <a:r>
              <a:rPr lang="en-US" sz="1600" b="1" spc="-4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1600" b="1" spc="-40" dirty="0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4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Router </a:t>
            </a:r>
            <a:r>
              <a:rPr lang="en-US" sz="1600" spc="-4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wywołuje</a:t>
            </a:r>
            <a:r>
              <a:rPr lang="en-US" sz="1600" spc="-4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VLM co ~500 </a:t>
            </a:r>
            <a:r>
              <a:rPr lang="en-US" sz="1600" spc="-4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ms</a:t>
            </a:r>
            <a:r>
              <a:rPr lang="en-US" sz="1600" spc="-4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600" spc="-4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asynchronicznie</a:t>
            </a:r>
            <a:r>
              <a:rPr lang="en-US" sz="1600" spc="-4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); </a:t>
            </a:r>
            <a:r>
              <a:rPr lang="en-US" sz="1600" spc="-4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próg</a:t>
            </a:r>
            <a:r>
              <a:rPr lang="en-US" sz="1600" spc="-4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confidence=0,6 </a:t>
            </a:r>
            <a:r>
              <a:rPr lang="en-US" sz="1600" spc="-4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filtruje</a:t>
            </a:r>
            <a:r>
              <a:rPr lang="en-US" sz="1600" spc="-4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4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halucynacje</a:t>
            </a:r>
            <a:r>
              <a:rPr lang="en-US" sz="1600" spc="-40" dirty="0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40" dirty="0" err="1">
                <a:solidFill>
                  <a:srgbClr val="E2EBF3"/>
                </a:solidFill>
                <a:latin typeface="Calibri"/>
                <a:ea typeface="Calibri"/>
                <a:cs typeface="Calibri"/>
              </a:rPr>
              <a:t>modelu</a:t>
            </a:r>
            <a:endParaRPr lang="en-US" sz="1600" spc="-4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065770" y="110337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21802" y="110337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577834" y="110337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80" y="0"/>
            <a:ext cx="91344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Integracja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VLM/VLA z ROS 2</a:t>
            </a:r>
            <a:r>
              <a:rPr lang="pl-PL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wzorzec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asynchroniczny</a:t>
            </a:r>
            <a:endParaRPr lang="en-US" sz="2400" dirty="0" err="1"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0492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283083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działa zbyt wolno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(&gt;100 ms) dla synchronicznej pętli Nav2 (50 Hz) - konieczna asynchroniczność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Wzorzec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dedykowany node /vlm_node subskrybuje /camera/image_raw, publikuje /vlm_observations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/vlm_observations to topic z QoS BEST_EFFORT, depth=1 - zawsze najnowsza interpretacja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BehaviorTree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jako zewnętrzny condition node - sprawdza buffor i blokuje w razie "stop"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server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/vlm_ground_goal [text_goal → PoseStamped] - lokalizacja semantyczna na żądanie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node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node uruchamiany/zatrzymywany przez Nav2 state machine (oszczędność GPU)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/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vlm_diagnostics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latencja, liczba halucynacji wykrytych przez sanity check</a:t>
            </a:r>
            <a:endParaRPr lang="en-US" sz="1600" spc="-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80" y="0"/>
            <a:ext cx="91344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 i wyzwania VLM/VLA w robotyce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EDF7E6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F7F1E6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13543C"/>
          </a:solidFill>
          <a:ln w="12700">
            <a:solidFill>
              <a:srgbClr val="1226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Problemy techniczne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6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Problemy bezpieczeństwa i niezawodności</a:t>
            </a:r>
            <a:endParaRPr lang="en-US" sz="1600" spc="-60" dirty="0"/>
          </a:p>
        </p:txBody>
      </p:sp>
      <p:sp>
        <p:nvSpPr>
          <p:cNvPr id="12" name="Text 10"/>
          <p:cNvSpPr/>
          <p:nvPr/>
        </p:nvSpPr>
        <p:spPr>
          <a:xfrm>
            <a:off x="338327" y="1600200"/>
            <a:ext cx="3973477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Halucynacje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"widzi" obiekty których nie ma lub fałszywie ocenia odległości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100-800 ms; nieakceptowalne przy szybkim ruchu (&gt;0,5 m/s)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Dryft kontekstu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długie konwersacje tracą koherencję opisu środowiska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gap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 trenowany na </a:t>
            </a:r>
            <a:r>
              <a:rPr lang="en-US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zdjęciach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pl-PL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internetu słabo generalizuje na obraz fisheye robota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zasobów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7B model wymaga 16 GB VRAM; 34B - 70+ GB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Niespójność czasowa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opis sceny w klatce t nie zawsze pasuje do pozycji w klatce t+5</a:t>
            </a:r>
            <a:endParaRPr lang="en-US" sz="1400" spc="-4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złośliwy tekst w scenie może manipulować planistą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gwarancji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nie daje formalnych gwarancji bezpieczeństwa (bez dowodów poprawności)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Fail-open vs fail-safe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przy błędzie VLM robot musi zatrzymać się, nie kontynuować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krzyżowa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wyniki VLM powinny być sanity-checked przez klasyczne sensory (LiDAR)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Biasy modeli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może inaczej reagować na różnych ludzi ze względu na biasy danych treningowych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37" y="0"/>
            <a:ext cx="9139863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Przykłady wdrożeń VLM/VLA w humanoidach (2023-2025)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54864"/>
          </a:xfrm>
          <a:prstGeom prst="rect">
            <a:avLst/>
          </a:prstGeom>
          <a:solidFill>
            <a:srgbClr val="13543C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01 + OpenAI GPT-4o</a:t>
            </a:r>
            <a:endParaRPr lang="en-US" sz="1600" spc="-60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 Figure prowadzi rozmowę o środowisku i wykonuje zadania na podstawie poleceń języka naturalnego</a:t>
            </a:r>
            <a:endParaRPr lang="en-US" sz="1400" spc="-4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5486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Unitree H1 + VLM planner</a:t>
            </a:r>
            <a:endParaRPr lang="en-US" sz="1600" spc="-60" dirty="0"/>
          </a:p>
        </p:txBody>
      </p:sp>
      <p:sp>
        <p:nvSpPr>
          <p:cNvPr id="13" name="Text 11"/>
          <p:cNvSpPr/>
          <p:nvPr/>
        </p:nvSpPr>
        <p:spPr>
          <a:xfrm>
            <a:off x="326440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z LLaVA jako scene understander: autonomiczne nawigowanie w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biurze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pl-PL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opisanych celów</a:t>
            </a:r>
            <a:endParaRPr lang="en-US" sz="1400" spc="-4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234440"/>
            <a:ext cx="2404872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Boston Dynamics Spot </a:t>
            </a:r>
            <a:br>
              <a:rPr lang="pl-PL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GPT-4</a:t>
            </a:r>
            <a:endParaRPr lang="en-US" sz="1600" spc="-60" dirty="0"/>
          </a:p>
        </p:txBody>
      </p:sp>
      <p:sp>
        <p:nvSpPr>
          <p:cNvPr id="17" name="Text 15"/>
          <p:cNvSpPr/>
          <p:nvPr/>
        </p:nvSpPr>
        <p:spPr>
          <a:xfrm>
            <a:off x="614476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opisuje to co "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widzi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</a:t>
            </a:r>
            <a:br>
              <a:rPr lang="pl-PL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odpowiada na pytania; </a:t>
            </a:r>
            <a:br>
              <a:rPr lang="pl-PL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VQA do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inspekcji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pl-PL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środowiska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przemysłowego</a:t>
            </a:r>
            <a:endParaRPr lang="en-US" sz="1400" spc="-4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RT-2 </a:t>
            </a:r>
            <a:r>
              <a:rPr lang="en-US" sz="1600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(Everyday Robots)</a:t>
            </a:r>
            <a:endParaRPr lang="en-US" sz="1600" spc="-60" dirty="0"/>
          </a:p>
        </p:txBody>
      </p:sp>
      <p:sp>
        <p:nvSpPr>
          <p:cNvPr id="21" name="Text 19"/>
          <p:cNvSpPr/>
          <p:nvPr/>
        </p:nvSpPr>
        <p:spPr>
          <a:xfrm>
            <a:off x="38404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Google wykonuje zadania pick-place z poleceń języka naturalnego; SoTA zero-shot na RT-Benchmark</a:t>
            </a:r>
            <a:endParaRPr lang="en-US" sz="1400" spc="-40" dirty="0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71800"/>
            <a:ext cx="26517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π0 </a:t>
            </a:r>
            <a:r>
              <a:rPr lang="en-US" sz="1600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(Physical Intelligence)</a:t>
            </a:r>
            <a:endParaRPr lang="en-US" sz="1600" spc="-60" dirty="0"/>
          </a:p>
        </p:txBody>
      </p:sp>
      <p:sp>
        <p:nvSpPr>
          <p:cNvPr id="25" name="Text 23"/>
          <p:cNvSpPr/>
          <p:nvPr/>
        </p:nvSpPr>
        <p:spPr>
          <a:xfrm>
            <a:off x="326440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Humanoidalny robot kuchenny wykonuje złożone zadania (owijanie naleśników) sterowany VLA π0</a:t>
            </a:r>
            <a:endParaRPr lang="en-US" sz="1400" spc="-4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7180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8566" y="3063240"/>
            <a:ext cx="2542478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LEROBOT </a:t>
            </a:r>
            <a:r>
              <a:rPr lang="en-US" sz="1600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(HuggingFace 2024)</a:t>
            </a:r>
            <a:endParaRPr lang="en-US" sz="1600" spc="-60" dirty="0"/>
          </a:p>
        </p:txBody>
      </p:sp>
      <p:sp>
        <p:nvSpPr>
          <p:cNvPr id="29" name="Text 27"/>
          <p:cNvSpPr/>
          <p:nvPr/>
        </p:nvSpPr>
        <p:spPr>
          <a:xfrm>
            <a:off x="614476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platforma RL+IL+VLA; demonstracje na SO-100/LeKiwi; wspólnota ~50k gwiazdek GitHub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37" y="0"/>
            <a:ext cx="91180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Najlepsze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praktyki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inżynierskie</a:t>
            </a:r>
            <a:r>
              <a:rPr lang="pl-PL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VLM/VLA w </a:t>
            </a:r>
            <a:r>
              <a:rPr lang="en-US" sz="2400" dirty="0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produkcji</a:t>
            </a:r>
            <a:endParaRPr lang="en-US" sz="2400" dirty="0" err="1">
              <a:latin typeface="Trebuchet M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691880" cy="30619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7406" y="1074420"/>
            <a:ext cx="8848493" cy="284353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Separacja pętli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spc="-7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pętla bezpieczeństwa (1 kHz, deterministyczna) zawsze nadrzędna wobec VLM (2-5 Hz)</a:t>
            </a:r>
            <a:endParaRPr lang="en-US" sz="1600" spc="-7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akcji</a:t>
            </a:r>
            <a:r>
              <a:rPr lang="en-US" sz="1600" spc="-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każda akcja VLA clampowana do fizycznie osiągalnego zakresu; ZMP sprawdzany przed wykonaniem</a:t>
            </a:r>
            <a:endParaRPr lang="en-US" sz="1600" spc="-1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odrzucaj wyniki VLM z confidence &lt; 0,7; fallback do klasycznego planisty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jasny, deterministyczny prompt z wymuszeniem formatu JSON + przykładem (few-shot)</a:t>
            </a:r>
            <a:endParaRPr lang="en-US" sz="1600" spc="-8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 replay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 każdego zapytania VLM + odpowiedzi do MCAP/rosbag2 - postmortem po incydencie</a:t>
            </a:r>
            <a:endParaRPr lang="en-US" sz="1600" spc="-8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gdy VLM niedostępny → robot przechodzi w tryb klasycznej nawigacji metrycznej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regresji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automatyczny benchmark 50 zapytań VQA na obrazach referencyjnych przy każdej zmianie modelu</a:t>
            </a:r>
            <a:endParaRPr lang="en-US" sz="1600" spc="-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37" y="0"/>
            <a:ext cx="9139863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Kierunki badań i przyszłość VLM/VLA w nawigacji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5486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z modelem świata (RSSM, </a:t>
            </a:r>
            <a:endParaRPr lang="pl-PL" sz="1400" spc="-6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JEPA): robot "wyobraża" sobie konsekwencje akcji przed ich wykonaniem</a:t>
            </a:r>
            <a:endParaRPr lang="en-US" sz="1400" spc="-6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5486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foundation models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model dla percepcji, planowania i sterowania; Gato, UniSim, </a:t>
            </a:r>
            <a:r>
              <a:rPr lang="en-US" sz="1400" spc="-6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UniPi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400" spc="-6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unifikacja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pl-PL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6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wszystkich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warstw</a:t>
            </a:r>
            <a:endParaRPr lang="en-US" sz="1400" spc="-6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Continual learning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4476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aktualizuje się online z nowych demonstracji bez catastrophic forgetting; kluczowe dla wdrożeń</a:t>
            </a:r>
            <a:endParaRPr lang="en-US" sz="1400" spc="-6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Multiagent VLM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Kilka robotów współdzielących mapę semantyczną; VLM jako wspólny language interface dla roju</a:t>
            </a:r>
            <a:endParaRPr lang="en-US" sz="1400" spc="-60" dirty="0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71800"/>
            <a:ext cx="265176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Certifiable safety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6440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Formalna weryfikacja wyjść VLA (conformal prediction, runtime monitors) dla środowisk krytycznych</a:t>
            </a:r>
            <a:endParaRPr lang="en-US" sz="1400" spc="-6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7180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acceleration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4476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Dedykowane NPU dla transformerów (Qualcomm AI 100 Ultra, NVIDIA Thor); latencja &lt;50 ms dla 7B on-device</a:t>
            </a:r>
            <a:endParaRPr lang="en-US" sz="1400" spc="-6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457200"/>
            <a:ext cx="8645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0" y="1005840"/>
            <a:ext cx="3657600" cy="36576"/>
          </a:xfrm>
          <a:prstGeom prst="rect">
            <a:avLst/>
          </a:prstGeom>
          <a:solidFill>
            <a:srgbClr val="13543C"/>
          </a:solidFill>
          <a:ln w="12700">
            <a:solidFill>
              <a:srgbClr val="1226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11022"/>
            <a:ext cx="502920" cy="502920"/>
          </a:xfrm>
          <a:prstGeom prst="ellipse">
            <a:avLst/>
          </a:prstGeom>
          <a:solidFill>
            <a:srgbClr val="13543C"/>
          </a:solidFill>
          <a:ln w="12700">
            <a:solidFill>
              <a:srgbClr val="1226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102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241874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</a:t>
            </a:r>
            <a:r>
              <a:rPr lang="en-US" sz="1600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(CLIP, LLaVA, GPT-4V) wnoszą </a:t>
            </a:r>
            <a:r>
              <a:rPr lang="en-US" sz="1600" b="1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rozumienie języka naturalnego</a:t>
            </a:r>
            <a:r>
              <a:rPr lang="en-US" sz="1600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1600" b="1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semantyki sceny </a:t>
            </a:r>
            <a:r>
              <a:rPr lang="en-US" sz="1600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systemu nawigacji.</a:t>
            </a:r>
            <a:endParaRPr lang="en-US" sz="1600" spc="-80" dirty="0"/>
          </a:p>
        </p:txBody>
      </p:sp>
      <p:sp>
        <p:nvSpPr>
          <p:cNvPr id="9" name="Shape 7"/>
          <p:cNvSpPr/>
          <p:nvPr/>
        </p:nvSpPr>
        <p:spPr>
          <a:xfrm>
            <a:off x="365760" y="1969974"/>
            <a:ext cx="502920" cy="502920"/>
          </a:xfrm>
          <a:prstGeom prst="ellipse">
            <a:avLst/>
          </a:prstGeom>
          <a:solidFill>
            <a:srgbClr val="13543C"/>
          </a:solidFill>
          <a:ln w="12700">
            <a:solidFill>
              <a:srgbClr val="1226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997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000826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(RT-2, OpenVLA, π0) </a:t>
            </a:r>
            <a:r>
              <a:rPr lang="en-US" sz="1600" b="1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zamykają pętlę</a:t>
            </a:r>
            <a:r>
              <a:rPr lang="en-US" sz="1600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obserwacja wizualna + polecenie językowe → akcja robota.</a:t>
            </a:r>
            <a:endParaRPr lang="en-US" sz="1600" spc="-60" dirty="0"/>
          </a:p>
        </p:txBody>
      </p:sp>
      <p:sp>
        <p:nvSpPr>
          <p:cNvPr id="14" name="Text 12"/>
          <p:cNvSpPr/>
          <p:nvPr/>
        </p:nvSpPr>
        <p:spPr>
          <a:xfrm>
            <a:off x="1005840" y="2759778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11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semantyczny </a:t>
            </a:r>
            <a:r>
              <a:rPr lang="en-US" sz="1600" spc="-11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pozwala nawigować do celu opisanego słowami bez uprzedniego uczenia mapy etykiet.</a:t>
            </a:r>
            <a:endParaRPr lang="en-US" sz="1600" spc="-110" dirty="0"/>
          </a:p>
        </p:txBody>
      </p:sp>
      <p:sp>
        <p:nvSpPr>
          <p:cNvPr id="17" name="Text 15"/>
          <p:cNvSpPr/>
          <p:nvPr/>
        </p:nvSpPr>
        <p:spPr>
          <a:xfrm>
            <a:off x="1005840" y="3518730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1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 VLM </a:t>
            </a:r>
            <a:r>
              <a:rPr lang="en-US" sz="1600" spc="-1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(&gt;100 ms) wymaga buforowania i asynchronicznego wywoływania względem pętli sterowania.</a:t>
            </a:r>
            <a:endParaRPr lang="en-US" sz="1600" spc="-100" dirty="0"/>
          </a:p>
        </p:txBody>
      </p:sp>
      <p:sp>
        <p:nvSpPr>
          <p:cNvPr id="20" name="Text 18"/>
          <p:cNvSpPr/>
          <p:nvPr/>
        </p:nvSpPr>
        <p:spPr>
          <a:xfrm>
            <a:off x="1005840" y="4277682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1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bezpieczeństwa </a:t>
            </a:r>
            <a:r>
              <a:rPr lang="en-US" sz="1600" spc="-1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sanityzacja wyjść VLA są obowiązkowe przed przekazaniem do WBC i aktuatorów.</a:t>
            </a:r>
            <a:endParaRPr lang="en-US" sz="1600" spc="-1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7ED4A9C6-3518-F4B5-29A3-9CC60921DBB1}"/>
              </a:ext>
            </a:extLst>
          </p:cNvPr>
          <p:cNvSpPr/>
          <p:nvPr/>
        </p:nvSpPr>
        <p:spPr>
          <a:xfrm>
            <a:off x="365760" y="2728926"/>
            <a:ext cx="502920" cy="502920"/>
          </a:xfrm>
          <a:prstGeom prst="ellipse">
            <a:avLst/>
          </a:prstGeom>
          <a:solidFill>
            <a:srgbClr val="13543C"/>
          </a:solidFill>
          <a:ln>
            <a:solidFill>
              <a:srgbClr val="122621"/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FEDFBBF1-CD77-5457-0069-7EE4C31C9968}"/>
              </a:ext>
            </a:extLst>
          </p:cNvPr>
          <p:cNvSpPr/>
          <p:nvPr/>
        </p:nvSpPr>
        <p:spPr>
          <a:xfrm>
            <a:off x="365760" y="3487878"/>
            <a:ext cx="502920" cy="502920"/>
          </a:xfrm>
          <a:prstGeom prst="ellipse">
            <a:avLst/>
          </a:prstGeom>
          <a:solidFill>
            <a:srgbClr val="13543C"/>
          </a:solidFill>
          <a:ln>
            <a:solidFill>
              <a:srgbClr val="122621"/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27469C95-56A4-D0B7-3DB2-96390F00F6BC}"/>
              </a:ext>
            </a:extLst>
          </p:cNvPr>
          <p:cNvSpPr/>
          <p:nvPr/>
        </p:nvSpPr>
        <p:spPr>
          <a:xfrm>
            <a:off x="365760" y="4246830"/>
            <a:ext cx="502920" cy="502920"/>
          </a:xfrm>
          <a:prstGeom prst="ellipse">
            <a:avLst/>
          </a:prstGeom>
          <a:solidFill>
            <a:srgbClr val="13543C"/>
          </a:solidFill>
          <a:ln>
            <a:solidFill>
              <a:srgbClr val="122621"/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6749" y="0"/>
            <a:ext cx="9150749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 i pytania problemowe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164286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79705" indent="-179705">
              <a:spcAft>
                <a:spcPts val="600"/>
              </a:spcAft>
              <a:buSzPct val="100000"/>
              <a:buAutoNum type="arabicPeriod"/>
            </a:pPr>
            <a:r>
              <a:rPr lang="en-US" sz="1600" dirty="0" err="1">
                <a:solidFill>
                  <a:srgbClr val="0D1B2A"/>
                </a:solidFill>
                <a:ea typeface="+mn-lt"/>
                <a:cs typeface="+mn-lt"/>
              </a:rPr>
              <a:t>Dlaczego</a:t>
            </a:r>
            <a:r>
              <a:rPr lang="en-US" sz="1600" dirty="0">
                <a:solidFill>
                  <a:srgbClr val="0D1B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D1B2A"/>
                </a:solidFill>
                <a:ea typeface="+mn-lt"/>
                <a:cs typeface="+mn-lt"/>
              </a:rPr>
              <a:t>pętla</a:t>
            </a:r>
            <a:r>
              <a:rPr lang="en-US" sz="1600" dirty="0">
                <a:solidFill>
                  <a:srgbClr val="0D1B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D1B2A"/>
                </a:solidFill>
                <a:ea typeface="+mn-lt"/>
                <a:cs typeface="+mn-lt"/>
              </a:rPr>
              <a:t>sterowania</a:t>
            </a:r>
            <a:r>
              <a:rPr lang="en-US" sz="1600" dirty="0">
                <a:solidFill>
                  <a:srgbClr val="0D1B2A"/>
                </a:solidFill>
                <a:ea typeface="+mn-lt"/>
                <a:cs typeface="+mn-lt"/>
              </a:rPr>
              <a:t> (1 kHz) </a:t>
            </a:r>
            <a:r>
              <a:rPr lang="en-US" sz="1600" dirty="0" err="1">
                <a:solidFill>
                  <a:srgbClr val="0D1B2A"/>
                </a:solidFill>
                <a:ea typeface="+mn-lt"/>
                <a:cs typeface="+mn-lt"/>
              </a:rPr>
              <a:t>i</a:t>
            </a:r>
            <a:r>
              <a:rPr lang="en-US" sz="1600" dirty="0">
                <a:solidFill>
                  <a:srgbClr val="0D1B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D1B2A"/>
                </a:solidFill>
                <a:ea typeface="+mn-lt"/>
                <a:cs typeface="+mn-lt"/>
              </a:rPr>
              <a:t>pętla</a:t>
            </a:r>
            <a:r>
              <a:rPr lang="en-US" sz="1600" dirty="0">
                <a:solidFill>
                  <a:srgbClr val="0D1B2A"/>
                </a:solidFill>
                <a:ea typeface="+mn-lt"/>
                <a:cs typeface="+mn-lt"/>
              </a:rPr>
              <a:t> VLM (2-5 Hz) </a:t>
            </a:r>
            <a:r>
              <a:rPr lang="en-US" sz="1600" dirty="0" err="1">
                <a:solidFill>
                  <a:srgbClr val="0D1B2A"/>
                </a:solidFill>
                <a:ea typeface="+mn-lt"/>
                <a:cs typeface="+mn-lt"/>
              </a:rPr>
              <a:t>muszą</a:t>
            </a:r>
            <a:r>
              <a:rPr lang="en-US" sz="1600" dirty="0">
                <a:solidFill>
                  <a:srgbClr val="0D1B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D1B2A"/>
                </a:solidFill>
                <a:ea typeface="+mn-lt"/>
                <a:cs typeface="+mn-lt"/>
              </a:rPr>
              <a:t>być</a:t>
            </a:r>
            <a:r>
              <a:rPr lang="en-US" sz="1600" dirty="0">
                <a:solidFill>
                  <a:srgbClr val="0D1B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D1B2A"/>
                </a:solidFill>
                <a:ea typeface="+mn-lt"/>
                <a:cs typeface="+mn-lt"/>
              </a:rPr>
              <a:t>rozdzielone</a:t>
            </a:r>
            <a:r>
              <a:rPr lang="en-US" sz="1600" dirty="0">
                <a:solidFill>
                  <a:srgbClr val="0D1B2A"/>
                </a:solidFill>
                <a:ea typeface="+mn-lt"/>
                <a:cs typeface="+mn-lt"/>
              </a:rPr>
              <a:t>? </a:t>
            </a:r>
            <a:br>
              <a:rPr lang="en-US" dirty="0"/>
            </a:br>
            <a:r>
              <a:rPr lang="en-US" sz="1600" dirty="0" err="1">
                <a:solidFill>
                  <a:srgbClr val="0D1B2A"/>
                </a:solidFill>
                <a:ea typeface="+mn-lt"/>
                <a:cs typeface="+mn-lt"/>
              </a:rPr>
              <a:t>Narysuj</a:t>
            </a:r>
            <a:r>
              <a:rPr lang="en-US" sz="1600" dirty="0">
                <a:solidFill>
                  <a:srgbClr val="0D1B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D1B2A"/>
                </a:solidFill>
                <a:ea typeface="+mn-lt"/>
                <a:cs typeface="+mn-lt"/>
              </a:rPr>
              <a:t>schemat</a:t>
            </a:r>
            <a:r>
              <a:rPr lang="en-US" sz="1600" dirty="0">
                <a:solidFill>
                  <a:srgbClr val="0D1B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D1B2A"/>
                </a:solidFill>
                <a:ea typeface="+mn-lt"/>
                <a:cs typeface="+mn-lt"/>
              </a:rPr>
              <a:t>asynchronicznej</a:t>
            </a:r>
            <a:r>
              <a:rPr lang="en-US" sz="1600" dirty="0">
                <a:solidFill>
                  <a:srgbClr val="0D1B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D1B2A"/>
                </a:solidFill>
                <a:ea typeface="+mn-lt"/>
                <a:cs typeface="+mn-lt"/>
              </a:rPr>
              <a:t>architektury</a:t>
            </a:r>
            <a:r>
              <a:rPr lang="en-US" sz="1600" dirty="0">
                <a:solidFill>
                  <a:srgbClr val="0D1B2A"/>
                </a:solidFill>
                <a:ea typeface="+mn-lt"/>
                <a:cs typeface="+mn-lt"/>
              </a:rPr>
              <a:t>.</a:t>
            </a:r>
            <a:endParaRPr lang="pl-PL" dirty="0"/>
          </a:p>
          <a:p>
            <a:pPr marL="179705" indent="-179705">
              <a:spcAft>
                <a:spcPts val="1800"/>
              </a:spcAft>
              <a:buSzPct val="100000"/>
              <a:buFontTx/>
              <a:buAutoNum type="arabicPeriod"/>
            </a:pP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Jakie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zagrożenia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niesie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prompt injection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dla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robota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sterowanego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VLM w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środowisku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z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ludźmi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? </a:t>
            </a:r>
            <a:r>
              <a:rPr lang="pl-PL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aproponuj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mechanizm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obrony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 spc="-60">
              <a:latin typeface="Calibri"/>
              <a:ea typeface="Calibri"/>
              <a:cs typeface="Calibri"/>
            </a:endParaRPr>
          </a:p>
          <a:p>
            <a:pPr algn="just">
              <a:spcAft>
                <a:spcPts val="900"/>
              </a:spcAft>
            </a:pPr>
            <a:r>
              <a:rPr lang="en-US" sz="1600" b="1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Zadanie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zaimplementuj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klasę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SemanticMap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patrz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Kod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3),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zbierz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w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symulowanym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środowisku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dowolny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zbiór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zdjęć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embeddingi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dla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10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pozycji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sprawdź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które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zapytania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języka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naturalnego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są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poprawnie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rozwiązywane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a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które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nie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pl-PL" sz="1600" spc="-60" dirty="0"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Porównaj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OpenVLA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klasyczny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sterownik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PID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dla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zadania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"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idź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2 m do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przodu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":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jakie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są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różnice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w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latencji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niezawodności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możliwości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generalizacji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?</a:t>
            </a:r>
            <a:endParaRPr lang="pl-PL" sz="1600" spc="-60" dirty="0">
              <a:latin typeface="Calibri"/>
              <a:ea typeface="Calibri"/>
              <a:cs typeface="Calibri"/>
            </a:endParaRPr>
          </a:p>
          <a:p>
            <a:pPr algn="just">
              <a:spcAft>
                <a:spcPts val="900"/>
              </a:spcAft>
            </a:pPr>
            <a:r>
              <a:rPr lang="en-US" sz="1600" b="1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Bonus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skonfiguruj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pipeline LLaVA-1.6 (3B) + Nav2 w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symulatorze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Gazebo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zademonstruj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nawigację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celu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podanego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opisem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spc="-60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słownym</a:t>
            </a:r>
            <a:r>
              <a:rPr lang="en-US" sz="1600" spc="-60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 spc="-6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4104</Words>
  <Application>Microsoft Office PowerPoint</Application>
  <PresentationFormat>Pokaz na ekranie (16:9)</PresentationFormat>
  <Paragraphs>420</Paragraphs>
  <Slides>30</Slides>
  <Notes>30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1" baseType="lpstr"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Wykład 5 – VLM i VLA w nawigacji robota humanoidalnego</dc:title>
  <dc:subject>PptxGenJS Presentation</dc:subject>
  <dc:creator>Politechnika – Katedra Robotyki</dc:creator>
  <cp:lastModifiedBy>Mateusz Pomianek</cp:lastModifiedBy>
  <cp:revision>202</cp:revision>
  <dcterms:created xsi:type="dcterms:W3CDTF">2026-04-16T21:13:18Z</dcterms:created>
  <dcterms:modified xsi:type="dcterms:W3CDTF">2026-07-24T11:37:39Z</dcterms:modified>
</cp:coreProperties>
</file>
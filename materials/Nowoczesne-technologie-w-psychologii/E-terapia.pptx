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1.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rts/chart2.xml" ContentType="application/vnd.openxmlformats-officedocument.drawingml.chart+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56"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2" r:id="rId67"/>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6DF"/>
    <a:srgbClr val="E8F3E1"/>
    <a:srgbClr val="ECF3FA"/>
    <a:srgbClr val="1E2761"/>
    <a:srgbClr val="5966A5"/>
    <a:srgbClr val="3B1C08"/>
    <a:srgbClr val="3A79F8"/>
    <a:srgbClr val="5B8FF9"/>
    <a:srgbClr val="8A93C0"/>
    <a:srgbClr val="009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C699C6-6B5D-60B7-54CA-31D7A813744D}" v="294" dt="2026-06-27T15:39:00.258"/>
    <p1510:client id="{8357A3F0-9BB2-927E-B4C9-95DF170317DF}" v="1245" dt="2026-06-28T13:46:32.591"/>
    <p1510:client id="{880FBBE1-B480-5C27-32E7-A9A8E2BCC9B9}" v="1134" dt="2026-06-28T11:36:17.2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282" autoAdjust="0"/>
  </p:normalViewPr>
  <p:slideViewPr>
    <p:cSldViewPr snapToGrid="0">
      <p:cViewPr varScale="1">
        <p:scale>
          <a:sx n="91" d="100"/>
          <a:sy n="91" d="100"/>
        </p:scale>
        <p:origin x="3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eusz Pomianek" userId="S::mpomianek@o365.prz.edu.pl::3d638ea4-2586-4d1a-a8fd-db8a3798db81" providerId="AD" clId="Web-{8357A3F0-9BB2-927E-B4C9-95DF170317DF}"/>
    <pc:docChg chg="addSld modSld sldOrd">
      <pc:chgData name="Mateusz Pomianek" userId="S::mpomianek@o365.prz.edu.pl::3d638ea4-2586-4d1a-a8fd-db8a3798db81" providerId="AD" clId="Web-{8357A3F0-9BB2-927E-B4C9-95DF170317DF}" dt="2026-06-28T13:46:29.091" v="1164" actId="20577"/>
      <pc:docMkLst>
        <pc:docMk/>
      </pc:docMkLst>
      <pc:sldChg chg="modSp">
        <pc:chgData name="Mateusz Pomianek" userId="S::mpomianek@o365.prz.edu.pl::3d638ea4-2586-4d1a-a8fd-db8a3798db81" providerId="AD" clId="Web-{8357A3F0-9BB2-927E-B4C9-95DF170317DF}" dt="2026-06-28T11:38:44.986" v="15"/>
        <pc:sldMkLst>
          <pc:docMk/>
          <pc:sldMk cId="0" sldId="256"/>
        </pc:sldMkLst>
        <pc:spChg chg="mod">
          <ac:chgData name="Mateusz Pomianek" userId="S::mpomianek@o365.prz.edu.pl::3d638ea4-2586-4d1a-a8fd-db8a3798db81" providerId="AD" clId="Web-{8357A3F0-9BB2-927E-B4C9-95DF170317DF}" dt="2026-06-28T11:38:44.986" v="15"/>
          <ac:spMkLst>
            <pc:docMk/>
            <pc:sldMk cId="0" sldId="256"/>
            <ac:spMk id="28" creationId="{00000000-0000-0000-0000-000000000000}"/>
          </ac:spMkLst>
        </pc:spChg>
      </pc:sldChg>
      <pc:sldChg chg="modSp modNotes">
        <pc:chgData name="Mateusz Pomianek" userId="S::mpomianek@o365.prz.edu.pl::3d638ea4-2586-4d1a-a8fd-db8a3798db81" providerId="AD" clId="Web-{8357A3F0-9BB2-927E-B4C9-95DF170317DF}" dt="2026-06-28T11:38:44.986" v="15"/>
        <pc:sldMkLst>
          <pc:docMk/>
          <pc:sldMk cId="81590368" sldId="292"/>
        </pc:sldMkLst>
        <pc:spChg chg="mod">
          <ac:chgData name="Mateusz Pomianek" userId="S::mpomianek@o365.prz.edu.pl::3d638ea4-2586-4d1a-a8fd-db8a3798db81" providerId="AD" clId="Web-{8357A3F0-9BB2-927E-B4C9-95DF170317DF}" dt="2026-06-28T11:38:44.986" v="15"/>
          <ac:spMkLst>
            <pc:docMk/>
            <pc:sldMk cId="81590368" sldId="292"/>
            <ac:spMk id="36" creationId="{00000000-0000-0000-0000-000000000000}"/>
          </ac:spMkLst>
        </pc:spChg>
      </pc:sldChg>
      <pc:sldChg chg="modSp">
        <pc:chgData name="Mateusz Pomianek" userId="S::mpomianek@o365.prz.edu.pl::3d638ea4-2586-4d1a-a8fd-db8a3798db81" providerId="AD" clId="Web-{8357A3F0-9BB2-927E-B4C9-95DF170317DF}" dt="2026-06-28T11:38:44.986" v="15"/>
        <pc:sldMkLst>
          <pc:docMk/>
          <pc:sldMk cId="984000854" sldId="293"/>
        </pc:sldMkLst>
        <pc:spChg chg="mod">
          <ac:chgData name="Mateusz Pomianek" userId="S::mpomianek@o365.prz.edu.pl::3d638ea4-2586-4d1a-a8fd-db8a3798db81" providerId="AD" clId="Web-{8357A3F0-9BB2-927E-B4C9-95DF170317DF}" dt="2026-06-28T11:38:44.986" v="15"/>
          <ac:spMkLst>
            <pc:docMk/>
            <pc:sldMk cId="984000854" sldId="293"/>
            <ac:spMk id="26" creationId="{00000000-0000-0000-0000-000000000000}"/>
          </ac:spMkLst>
        </pc:spChg>
      </pc:sldChg>
      <pc:sldChg chg="modSp">
        <pc:chgData name="Mateusz Pomianek" userId="S::mpomianek@o365.prz.edu.pl::3d638ea4-2586-4d1a-a8fd-db8a3798db81" providerId="AD" clId="Web-{8357A3F0-9BB2-927E-B4C9-95DF170317DF}" dt="2026-06-28T11:47:57.197" v="371" actId="20577"/>
        <pc:sldMkLst>
          <pc:docMk/>
          <pc:sldMk cId="501088467" sldId="294"/>
        </pc:sldMkLst>
        <pc:spChg chg="mod">
          <ac:chgData name="Mateusz Pomianek" userId="S::mpomianek@o365.prz.edu.pl::3d638ea4-2586-4d1a-a8fd-db8a3798db81" providerId="AD" clId="Web-{8357A3F0-9BB2-927E-B4C9-95DF170317DF}" dt="2026-06-28T11:47:57.197" v="371" actId="20577"/>
          <ac:spMkLst>
            <pc:docMk/>
            <pc:sldMk cId="501088467" sldId="294"/>
            <ac:spMk id="3" creationId="{00000000-0000-0000-0000-000000000000}"/>
          </ac:spMkLst>
        </pc:spChg>
        <pc:spChg chg="mod">
          <ac:chgData name="Mateusz Pomianek" userId="S::mpomianek@o365.prz.edu.pl::3d638ea4-2586-4d1a-a8fd-db8a3798db81" providerId="AD" clId="Web-{8357A3F0-9BB2-927E-B4C9-95DF170317DF}" dt="2026-06-28T11:47:55.400" v="370" actId="20577"/>
          <ac:spMkLst>
            <pc:docMk/>
            <pc:sldMk cId="501088467" sldId="294"/>
            <ac:spMk id="4" creationId="{00000000-0000-0000-0000-000000000000}"/>
          </ac:spMkLst>
        </pc:spChg>
        <pc:spChg chg="mod">
          <ac:chgData name="Mateusz Pomianek" userId="S::mpomianek@o365.prz.edu.pl::3d638ea4-2586-4d1a-a8fd-db8a3798db81" providerId="AD" clId="Web-{8357A3F0-9BB2-927E-B4C9-95DF170317DF}" dt="2026-06-28T11:47:05.869" v="347"/>
          <ac:spMkLst>
            <pc:docMk/>
            <pc:sldMk cId="501088467" sldId="294"/>
            <ac:spMk id="8" creationId="{00000000-0000-0000-0000-000000000000}"/>
          </ac:spMkLst>
        </pc:spChg>
        <pc:spChg chg="mod">
          <ac:chgData name="Mateusz Pomianek" userId="S::mpomianek@o365.prz.edu.pl::3d638ea4-2586-4d1a-a8fd-db8a3798db81" providerId="AD" clId="Web-{8357A3F0-9BB2-927E-B4C9-95DF170317DF}" dt="2026-06-28T11:47:16.384" v="354"/>
          <ac:spMkLst>
            <pc:docMk/>
            <pc:sldMk cId="501088467" sldId="294"/>
            <ac:spMk id="9" creationId="{00000000-0000-0000-0000-000000000000}"/>
          </ac:spMkLst>
        </pc:spChg>
        <pc:spChg chg="mod">
          <ac:chgData name="Mateusz Pomianek" userId="S::mpomianek@o365.prz.edu.pl::3d638ea4-2586-4d1a-a8fd-db8a3798db81" providerId="AD" clId="Web-{8357A3F0-9BB2-927E-B4C9-95DF170317DF}" dt="2026-06-28T11:47:05.869" v="348"/>
          <ac:spMkLst>
            <pc:docMk/>
            <pc:sldMk cId="501088467" sldId="294"/>
            <ac:spMk id="13" creationId="{00000000-0000-0000-0000-000000000000}"/>
          </ac:spMkLst>
        </pc:spChg>
        <pc:spChg chg="mod">
          <ac:chgData name="Mateusz Pomianek" userId="S::mpomianek@o365.prz.edu.pl::3d638ea4-2586-4d1a-a8fd-db8a3798db81" providerId="AD" clId="Web-{8357A3F0-9BB2-927E-B4C9-95DF170317DF}" dt="2026-06-28T11:47:27.072" v="365" actId="20577"/>
          <ac:spMkLst>
            <pc:docMk/>
            <pc:sldMk cId="501088467" sldId="294"/>
            <ac:spMk id="14" creationId="{00000000-0000-0000-0000-000000000000}"/>
          </ac:spMkLst>
        </pc:spChg>
        <pc:spChg chg="mod">
          <ac:chgData name="Mateusz Pomianek" userId="S::mpomianek@o365.prz.edu.pl::3d638ea4-2586-4d1a-a8fd-db8a3798db81" providerId="AD" clId="Web-{8357A3F0-9BB2-927E-B4C9-95DF170317DF}" dt="2026-06-28T11:47:38.947" v="367" actId="14100"/>
          <ac:spMkLst>
            <pc:docMk/>
            <pc:sldMk cId="501088467" sldId="294"/>
            <ac:spMk id="18" creationId="{00000000-0000-0000-0000-000000000000}"/>
          </ac:spMkLst>
        </pc:spChg>
        <pc:spChg chg="mod">
          <ac:chgData name="Mateusz Pomianek" userId="S::mpomianek@o365.prz.edu.pl::3d638ea4-2586-4d1a-a8fd-db8a3798db81" providerId="AD" clId="Web-{8357A3F0-9BB2-927E-B4C9-95DF170317DF}" dt="2026-06-28T11:47:16.384" v="356"/>
          <ac:spMkLst>
            <pc:docMk/>
            <pc:sldMk cId="501088467" sldId="294"/>
            <ac:spMk id="19" creationId="{00000000-0000-0000-0000-000000000000}"/>
          </ac:spMkLst>
        </pc:spChg>
        <pc:spChg chg="mod">
          <ac:chgData name="Mateusz Pomianek" userId="S::mpomianek@o365.prz.edu.pl::3d638ea4-2586-4d1a-a8fd-db8a3798db81" providerId="AD" clId="Web-{8357A3F0-9BB2-927E-B4C9-95DF170317DF}" dt="2026-06-28T11:46:24.103" v="331" actId="14100"/>
          <ac:spMkLst>
            <pc:docMk/>
            <pc:sldMk cId="501088467" sldId="294"/>
            <ac:spMk id="20" creationId="{00000000-0000-0000-0000-000000000000}"/>
          </ac:spMkLst>
        </pc:spChg>
        <pc:spChg chg="mod">
          <ac:chgData name="Mateusz Pomianek" userId="S::mpomianek@o365.prz.edu.pl::3d638ea4-2586-4d1a-a8fd-db8a3798db81" providerId="AD" clId="Web-{8357A3F0-9BB2-927E-B4C9-95DF170317DF}" dt="2026-06-28T11:47:05.869" v="350"/>
          <ac:spMkLst>
            <pc:docMk/>
            <pc:sldMk cId="501088467" sldId="294"/>
            <ac:spMk id="23" creationId="{00000000-0000-0000-0000-000000000000}"/>
          </ac:spMkLst>
        </pc:spChg>
        <pc:spChg chg="mod">
          <ac:chgData name="Mateusz Pomianek" userId="S::mpomianek@o365.prz.edu.pl::3d638ea4-2586-4d1a-a8fd-db8a3798db81" providerId="AD" clId="Web-{8357A3F0-9BB2-927E-B4C9-95DF170317DF}" dt="2026-06-28T11:47:16.384" v="357"/>
          <ac:spMkLst>
            <pc:docMk/>
            <pc:sldMk cId="501088467" sldId="294"/>
            <ac:spMk id="24" creationId="{00000000-0000-0000-0000-000000000000}"/>
          </ac:spMkLst>
        </pc:spChg>
        <pc:spChg chg="mod">
          <ac:chgData name="Mateusz Pomianek" userId="S::mpomianek@o365.prz.edu.pl::3d638ea4-2586-4d1a-a8fd-db8a3798db81" providerId="AD" clId="Web-{8357A3F0-9BB2-927E-B4C9-95DF170317DF}" dt="2026-06-28T11:47:05.869" v="351"/>
          <ac:spMkLst>
            <pc:docMk/>
            <pc:sldMk cId="501088467" sldId="294"/>
            <ac:spMk id="28" creationId="{00000000-0000-0000-0000-000000000000}"/>
          </ac:spMkLst>
        </pc:spChg>
        <pc:spChg chg="mod">
          <ac:chgData name="Mateusz Pomianek" userId="S::mpomianek@o365.prz.edu.pl::3d638ea4-2586-4d1a-a8fd-db8a3798db81" providerId="AD" clId="Web-{8357A3F0-9BB2-927E-B4C9-95DF170317DF}" dt="2026-06-28T11:47:16.384" v="358"/>
          <ac:spMkLst>
            <pc:docMk/>
            <pc:sldMk cId="501088467" sldId="294"/>
            <ac:spMk id="29" creationId="{00000000-0000-0000-0000-000000000000}"/>
          </ac:spMkLst>
        </pc:spChg>
        <pc:spChg chg="mod">
          <ac:chgData name="Mateusz Pomianek" userId="S::mpomianek@o365.prz.edu.pl::3d638ea4-2586-4d1a-a8fd-db8a3798db81" providerId="AD" clId="Web-{8357A3F0-9BB2-927E-B4C9-95DF170317DF}" dt="2026-06-28T11:47:05.869" v="352"/>
          <ac:spMkLst>
            <pc:docMk/>
            <pc:sldMk cId="501088467" sldId="294"/>
            <ac:spMk id="33" creationId="{00000000-0000-0000-0000-000000000000}"/>
          </ac:spMkLst>
        </pc:spChg>
        <pc:spChg chg="mod">
          <ac:chgData name="Mateusz Pomianek" userId="S::mpomianek@o365.prz.edu.pl::3d638ea4-2586-4d1a-a8fd-db8a3798db81" providerId="AD" clId="Web-{8357A3F0-9BB2-927E-B4C9-95DF170317DF}" dt="2026-06-28T11:47:16.384" v="359"/>
          <ac:spMkLst>
            <pc:docMk/>
            <pc:sldMk cId="501088467" sldId="294"/>
            <ac:spMk id="34" creationId="{00000000-0000-0000-0000-000000000000}"/>
          </ac:spMkLst>
        </pc:spChg>
        <pc:spChg chg="mod">
          <ac:chgData name="Mateusz Pomianek" userId="S::mpomianek@o365.prz.edu.pl::3d638ea4-2586-4d1a-a8fd-db8a3798db81" providerId="AD" clId="Web-{8357A3F0-9BB2-927E-B4C9-95DF170317DF}" dt="2026-06-28T11:47:47.666" v="368" actId="14100"/>
          <ac:spMkLst>
            <pc:docMk/>
            <pc:sldMk cId="501088467" sldId="294"/>
            <ac:spMk id="35" creationId="{00000000-0000-0000-0000-000000000000}"/>
          </ac:spMkLst>
        </pc:spChg>
        <pc:spChg chg="mod">
          <ac:chgData name="Mateusz Pomianek" userId="S::mpomianek@o365.prz.edu.pl::3d638ea4-2586-4d1a-a8fd-db8a3798db81" providerId="AD" clId="Web-{8357A3F0-9BB2-927E-B4C9-95DF170317DF}" dt="2026-06-28T11:47:50.416" v="369" actId="14100"/>
          <ac:spMkLst>
            <pc:docMk/>
            <pc:sldMk cId="501088467" sldId="294"/>
            <ac:spMk id="38" creationId="{00000000-0000-0000-0000-000000000000}"/>
          </ac:spMkLst>
        </pc:spChg>
        <pc:spChg chg="mod">
          <ac:chgData name="Mateusz Pomianek" userId="S::mpomianek@o365.prz.edu.pl::3d638ea4-2586-4d1a-a8fd-db8a3798db81" providerId="AD" clId="Web-{8357A3F0-9BB2-927E-B4C9-95DF170317DF}" dt="2026-06-28T11:47:16.525" v="360"/>
          <ac:spMkLst>
            <pc:docMk/>
            <pc:sldMk cId="501088467" sldId="294"/>
            <ac:spMk id="39" creationId="{00000000-0000-0000-0000-000000000000}"/>
          </ac:spMkLst>
        </pc:spChg>
      </pc:sldChg>
      <pc:sldChg chg="modSp modNotes">
        <pc:chgData name="Mateusz Pomianek" userId="S::mpomianek@o365.prz.edu.pl::3d638ea4-2586-4d1a-a8fd-db8a3798db81" providerId="AD" clId="Web-{8357A3F0-9BB2-927E-B4C9-95DF170317DF}" dt="2026-06-28T11:48:35.401" v="381" actId="1076"/>
        <pc:sldMkLst>
          <pc:docMk/>
          <pc:sldMk cId="450187313" sldId="295"/>
        </pc:sldMkLst>
        <pc:spChg chg="mod">
          <ac:chgData name="Mateusz Pomianek" userId="S::mpomianek@o365.prz.edu.pl::3d638ea4-2586-4d1a-a8fd-db8a3798db81" providerId="AD" clId="Web-{8357A3F0-9BB2-927E-B4C9-95DF170317DF}" dt="2026-06-28T11:48:01.463" v="372" actId="20577"/>
          <ac:spMkLst>
            <pc:docMk/>
            <pc:sldMk cId="450187313" sldId="295"/>
            <ac:spMk id="3" creationId="{00000000-0000-0000-0000-000000000000}"/>
          </ac:spMkLst>
        </pc:spChg>
        <pc:spChg chg="mod">
          <ac:chgData name="Mateusz Pomianek" userId="S::mpomianek@o365.prz.edu.pl::3d638ea4-2586-4d1a-a8fd-db8a3798db81" providerId="AD" clId="Web-{8357A3F0-9BB2-927E-B4C9-95DF170317DF}" dt="2026-06-28T11:48:03.572" v="373" actId="20577"/>
          <ac:spMkLst>
            <pc:docMk/>
            <pc:sldMk cId="450187313" sldId="295"/>
            <ac:spMk id="4" creationId="{00000000-0000-0000-0000-000000000000}"/>
          </ac:spMkLst>
        </pc:spChg>
        <pc:spChg chg="mod">
          <ac:chgData name="Mateusz Pomianek" userId="S::mpomianek@o365.prz.edu.pl::3d638ea4-2586-4d1a-a8fd-db8a3798db81" providerId="AD" clId="Web-{8357A3F0-9BB2-927E-B4C9-95DF170317DF}" dt="2026-06-28T11:45:25.571" v="264" actId="20577"/>
          <ac:spMkLst>
            <pc:docMk/>
            <pc:sldMk cId="450187313" sldId="295"/>
            <ac:spMk id="8" creationId="{00000000-0000-0000-0000-000000000000}"/>
          </ac:spMkLst>
        </pc:spChg>
        <pc:spChg chg="mod">
          <ac:chgData name="Mateusz Pomianek" userId="S::mpomianek@o365.prz.edu.pl::3d638ea4-2586-4d1a-a8fd-db8a3798db81" providerId="AD" clId="Web-{8357A3F0-9BB2-927E-B4C9-95DF170317DF}" dt="2026-06-28T11:45:19.914" v="262" actId="20577"/>
          <ac:spMkLst>
            <pc:docMk/>
            <pc:sldMk cId="450187313" sldId="295"/>
            <ac:spMk id="9" creationId="{00000000-0000-0000-0000-000000000000}"/>
          </ac:spMkLst>
        </pc:spChg>
        <pc:spChg chg="mod">
          <ac:chgData name="Mateusz Pomianek" userId="S::mpomianek@o365.prz.edu.pl::3d638ea4-2586-4d1a-a8fd-db8a3798db81" providerId="AD" clId="Web-{8357A3F0-9BB2-927E-B4C9-95DF170317DF}" dt="2026-06-28T11:45:04.242" v="256" actId="1076"/>
          <ac:spMkLst>
            <pc:docMk/>
            <pc:sldMk cId="450187313" sldId="295"/>
            <ac:spMk id="10" creationId="{00000000-0000-0000-0000-000000000000}"/>
          </ac:spMkLst>
        </pc:spChg>
        <pc:spChg chg="mod">
          <ac:chgData name="Mateusz Pomianek" userId="S::mpomianek@o365.prz.edu.pl::3d638ea4-2586-4d1a-a8fd-db8a3798db81" providerId="AD" clId="Web-{8357A3F0-9BB2-927E-B4C9-95DF170317DF}" dt="2026-06-28T11:44:38.289" v="237" actId="1076"/>
          <ac:spMkLst>
            <pc:docMk/>
            <pc:sldMk cId="450187313" sldId="295"/>
            <ac:spMk id="11" creationId="{00000000-0000-0000-0000-000000000000}"/>
          </ac:spMkLst>
        </pc:spChg>
        <pc:spChg chg="mod">
          <ac:chgData name="Mateusz Pomianek" userId="S::mpomianek@o365.prz.edu.pl::3d638ea4-2586-4d1a-a8fd-db8a3798db81" providerId="AD" clId="Web-{8357A3F0-9BB2-927E-B4C9-95DF170317DF}" dt="2026-06-28T11:44:47.789" v="249" actId="1076"/>
          <ac:spMkLst>
            <pc:docMk/>
            <pc:sldMk cId="450187313" sldId="295"/>
            <ac:spMk id="12" creationId="{00000000-0000-0000-0000-000000000000}"/>
          </ac:spMkLst>
        </pc:spChg>
        <pc:spChg chg="mod">
          <ac:chgData name="Mateusz Pomianek" userId="S::mpomianek@o365.prz.edu.pl::3d638ea4-2586-4d1a-a8fd-db8a3798db81" providerId="AD" clId="Web-{8357A3F0-9BB2-927E-B4C9-95DF170317DF}" dt="2026-06-28T11:44:38.336" v="239" actId="1076"/>
          <ac:spMkLst>
            <pc:docMk/>
            <pc:sldMk cId="450187313" sldId="295"/>
            <ac:spMk id="13" creationId="{00000000-0000-0000-0000-000000000000}"/>
          </ac:spMkLst>
        </pc:spChg>
        <pc:spChg chg="mod">
          <ac:chgData name="Mateusz Pomianek" userId="S::mpomianek@o365.prz.edu.pl::3d638ea4-2586-4d1a-a8fd-db8a3798db81" providerId="AD" clId="Web-{8357A3F0-9BB2-927E-B4C9-95DF170317DF}" dt="2026-06-28T11:44:51.570" v="251" actId="14100"/>
          <ac:spMkLst>
            <pc:docMk/>
            <pc:sldMk cId="450187313" sldId="295"/>
            <ac:spMk id="14" creationId="{00000000-0000-0000-0000-000000000000}"/>
          </ac:spMkLst>
        </pc:spChg>
        <pc:spChg chg="mod">
          <ac:chgData name="Mateusz Pomianek" userId="S::mpomianek@o365.prz.edu.pl::3d638ea4-2586-4d1a-a8fd-db8a3798db81" providerId="AD" clId="Web-{8357A3F0-9BB2-927E-B4C9-95DF170317DF}" dt="2026-06-28T11:44:38.383" v="241" actId="1076"/>
          <ac:spMkLst>
            <pc:docMk/>
            <pc:sldMk cId="450187313" sldId="295"/>
            <ac:spMk id="15" creationId="{00000000-0000-0000-0000-000000000000}"/>
          </ac:spMkLst>
        </pc:spChg>
        <pc:spChg chg="mod">
          <ac:chgData name="Mateusz Pomianek" userId="S::mpomianek@o365.prz.edu.pl::3d638ea4-2586-4d1a-a8fd-db8a3798db81" providerId="AD" clId="Web-{8357A3F0-9BB2-927E-B4C9-95DF170317DF}" dt="2026-06-28T11:44:38.398" v="242" actId="1076"/>
          <ac:spMkLst>
            <pc:docMk/>
            <pc:sldMk cId="450187313" sldId="295"/>
            <ac:spMk id="16" creationId="{00000000-0000-0000-0000-000000000000}"/>
          </ac:spMkLst>
        </pc:spChg>
        <pc:spChg chg="mod">
          <ac:chgData name="Mateusz Pomianek" userId="S::mpomianek@o365.prz.edu.pl::3d638ea4-2586-4d1a-a8fd-db8a3798db81" providerId="AD" clId="Web-{8357A3F0-9BB2-927E-B4C9-95DF170317DF}" dt="2026-06-28T11:44:38.414" v="243" actId="1076"/>
          <ac:spMkLst>
            <pc:docMk/>
            <pc:sldMk cId="450187313" sldId="295"/>
            <ac:spMk id="17" creationId="{00000000-0000-0000-0000-000000000000}"/>
          </ac:spMkLst>
        </pc:spChg>
        <pc:spChg chg="mod">
          <ac:chgData name="Mateusz Pomianek" userId="S::mpomianek@o365.prz.edu.pl::3d638ea4-2586-4d1a-a8fd-db8a3798db81" providerId="AD" clId="Web-{8357A3F0-9BB2-927E-B4C9-95DF170317DF}" dt="2026-06-28T11:44:47.820" v="250" actId="1076"/>
          <ac:spMkLst>
            <pc:docMk/>
            <pc:sldMk cId="450187313" sldId="295"/>
            <ac:spMk id="18" creationId="{00000000-0000-0000-0000-000000000000}"/>
          </ac:spMkLst>
        </pc:spChg>
        <pc:spChg chg="mod">
          <ac:chgData name="Mateusz Pomianek" userId="S::mpomianek@o365.prz.edu.pl::3d638ea4-2586-4d1a-a8fd-db8a3798db81" providerId="AD" clId="Web-{8357A3F0-9BB2-927E-B4C9-95DF170317DF}" dt="2026-06-28T11:44:38.461" v="245" actId="1076"/>
          <ac:spMkLst>
            <pc:docMk/>
            <pc:sldMk cId="450187313" sldId="295"/>
            <ac:spMk id="19" creationId="{00000000-0000-0000-0000-000000000000}"/>
          </ac:spMkLst>
        </pc:spChg>
        <pc:spChg chg="mod">
          <ac:chgData name="Mateusz Pomianek" userId="S::mpomianek@o365.prz.edu.pl::3d638ea4-2586-4d1a-a8fd-db8a3798db81" providerId="AD" clId="Web-{8357A3F0-9BB2-927E-B4C9-95DF170317DF}" dt="2026-06-28T11:44:56.586" v="252" actId="14100"/>
          <ac:spMkLst>
            <pc:docMk/>
            <pc:sldMk cId="450187313" sldId="295"/>
            <ac:spMk id="20" creationId="{00000000-0000-0000-0000-000000000000}"/>
          </ac:spMkLst>
        </pc:spChg>
        <pc:spChg chg="mod">
          <ac:chgData name="Mateusz Pomianek" userId="S::mpomianek@o365.prz.edu.pl::3d638ea4-2586-4d1a-a8fd-db8a3798db81" providerId="AD" clId="Web-{8357A3F0-9BB2-927E-B4C9-95DF170317DF}" dt="2026-06-28T11:44:38.492" v="247" actId="1076"/>
          <ac:spMkLst>
            <pc:docMk/>
            <pc:sldMk cId="450187313" sldId="295"/>
            <ac:spMk id="21" creationId="{00000000-0000-0000-0000-000000000000}"/>
          </ac:spMkLst>
        </pc:spChg>
        <pc:spChg chg="mod">
          <ac:chgData name="Mateusz Pomianek" userId="S::mpomianek@o365.prz.edu.pl::3d638ea4-2586-4d1a-a8fd-db8a3798db81" providerId="AD" clId="Web-{8357A3F0-9BB2-927E-B4C9-95DF170317DF}" dt="2026-06-28T11:44:38.523" v="248" actId="1076"/>
          <ac:spMkLst>
            <pc:docMk/>
            <pc:sldMk cId="450187313" sldId="295"/>
            <ac:spMk id="22" creationId="{00000000-0000-0000-0000-000000000000}"/>
          </ac:spMkLst>
        </pc:spChg>
        <pc:spChg chg="mod">
          <ac:chgData name="Mateusz Pomianek" userId="S::mpomianek@o365.prz.edu.pl::3d638ea4-2586-4d1a-a8fd-db8a3798db81" providerId="AD" clId="Web-{8357A3F0-9BB2-927E-B4C9-95DF170317DF}" dt="2026-06-28T11:44:08.851" v="229" actId="20577"/>
          <ac:spMkLst>
            <pc:docMk/>
            <pc:sldMk cId="450187313" sldId="295"/>
            <ac:spMk id="24" creationId="{00000000-0000-0000-0000-000000000000}"/>
          </ac:spMkLst>
        </pc:spChg>
        <pc:spChg chg="mod">
          <ac:chgData name="Mateusz Pomianek" userId="S::mpomianek@o365.prz.edu.pl::3d638ea4-2586-4d1a-a8fd-db8a3798db81" providerId="AD" clId="Web-{8357A3F0-9BB2-927E-B4C9-95DF170317DF}" dt="2026-06-28T11:48:29.213" v="379" actId="20577"/>
          <ac:spMkLst>
            <pc:docMk/>
            <pc:sldMk cId="450187313" sldId="295"/>
            <ac:spMk id="25" creationId="{00000000-0000-0000-0000-000000000000}"/>
          </ac:spMkLst>
        </pc:spChg>
        <pc:spChg chg="mod">
          <ac:chgData name="Mateusz Pomianek" userId="S::mpomianek@o365.prz.edu.pl::3d638ea4-2586-4d1a-a8fd-db8a3798db81" providerId="AD" clId="Web-{8357A3F0-9BB2-927E-B4C9-95DF170317DF}" dt="2026-06-28T11:48:35.401" v="381" actId="1076"/>
          <ac:spMkLst>
            <pc:docMk/>
            <pc:sldMk cId="450187313" sldId="295"/>
            <ac:spMk id="26" creationId="{00000000-0000-0000-0000-000000000000}"/>
          </ac:spMkLst>
        </pc:spChg>
        <pc:spChg chg="mod">
          <ac:chgData name="Mateusz Pomianek" userId="S::mpomianek@o365.prz.edu.pl::3d638ea4-2586-4d1a-a8fd-db8a3798db81" providerId="AD" clId="Web-{8357A3F0-9BB2-927E-B4C9-95DF170317DF}" dt="2026-06-28T11:48:07.963" v="375" actId="1076"/>
          <ac:spMkLst>
            <pc:docMk/>
            <pc:sldMk cId="450187313" sldId="295"/>
            <ac:spMk id="27" creationId="{00000000-0000-0000-0000-000000000000}"/>
          </ac:spMkLst>
        </pc:spChg>
        <pc:spChg chg="mod">
          <ac:chgData name="Mateusz Pomianek" userId="S::mpomianek@o365.prz.edu.pl::3d638ea4-2586-4d1a-a8fd-db8a3798db81" providerId="AD" clId="Web-{8357A3F0-9BB2-927E-B4C9-95DF170317DF}" dt="2026-06-28T11:48:31.354" v="380" actId="20577"/>
          <ac:spMkLst>
            <pc:docMk/>
            <pc:sldMk cId="450187313" sldId="295"/>
            <ac:spMk id="28" creationId="{00000000-0000-0000-0000-000000000000}"/>
          </ac:spMkLst>
        </pc:spChg>
      </pc:sldChg>
      <pc:sldChg chg="modSp modNotes">
        <pc:chgData name="Mateusz Pomianek" userId="S::mpomianek@o365.prz.edu.pl::3d638ea4-2586-4d1a-a8fd-db8a3798db81" providerId="AD" clId="Web-{8357A3F0-9BB2-927E-B4C9-95DF170317DF}" dt="2026-06-28T11:49:14.387" v="391" actId="20577"/>
        <pc:sldMkLst>
          <pc:docMk/>
          <pc:sldMk cId="2596162974" sldId="296"/>
        </pc:sldMkLst>
        <pc:spChg chg="mod">
          <ac:chgData name="Mateusz Pomianek" userId="S::mpomianek@o365.prz.edu.pl::3d638ea4-2586-4d1a-a8fd-db8a3798db81" providerId="AD" clId="Web-{8357A3F0-9BB2-927E-B4C9-95DF170317DF}" dt="2026-06-28T11:43:07.334" v="176" actId="20577"/>
          <ac:spMkLst>
            <pc:docMk/>
            <pc:sldMk cId="2596162974" sldId="296"/>
            <ac:spMk id="3" creationId="{00000000-0000-0000-0000-000000000000}"/>
          </ac:spMkLst>
        </pc:spChg>
        <pc:spChg chg="mod">
          <ac:chgData name="Mateusz Pomianek" userId="S::mpomianek@o365.prz.edu.pl::3d638ea4-2586-4d1a-a8fd-db8a3798db81" providerId="AD" clId="Web-{8357A3F0-9BB2-927E-B4C9-95DF170317DF}" dt="2026-06-28T11:43:09.287" v="177" actId="20577"/>
          <ac:spMkLst>
            <pc:docMk/>
            <pc:sldMk cId="2596162974" sldId="296"/>
            <ac:spMk id="4" creationId="{00000000-0000-0000-0000-000000000000}"/>
          </ac:spMkLst>
        </pc:spChg>
        <pc:spChg chg="mod">
          <ac:chgData name="Mateusz Pomianek" userId="S::mpomianek@o365.prz.edu.pl::3d638ea4-2586-4d1a-a8fd-db8a3798db81" providerId="AD" clId="Web-{8357A3F0-9BB2-927E-B4C9-95DF170317DF}" dt="2026-06-28T11:43:33.710" v="195" actId="20577"/>
          <ac:spMkLst>
            <pc:docMk/>
            <pc:sldMk cId="2596162974" sldId="296"/>
            <ac:spMk id="8" creationId="{00000000-0000-0000-0000-000000000000}"/>
          </ac:spMkLst>
        </pc:spChg>
        <pc:spChg chg="mod">
          <ac:chgData name="Mateusz Pomianek" userId="S::mpomianek@o365.prz.edu.pl::3d638ea4-2586-4d1a-a8fd-db8a3798db81" providerId="AD" clId="Web-{8357A3F0-9BB2-927E-B4C9-95DF170317DF}" dt="2026-06-28T11:43:13.069" v="181" actId="20577"/>
          <ac:spMkLst>
            <pc:docMk/>
            <pc:sldMk cId="2596162974" sldId="296"/>
            <ac:spMk id="12" creationId="{00000000-0000-0000-0000-000000000000}"/>
          </ac:spMkLst>
        </pc:spChg>
        <pc:spChg chg="mod">
          <ac:chgData name="Mateusz Pomianek" userId="S::mpomianek@o365.prz.edu.pl::3d638ea4-2586-4d1a-a8fd-db8a3798db81" providerId="AD" clId="Web-{8357A3F0-9BB2-927E-B4C9-95DF170317DF}" dt="2026-06-28T11:43:17.881" v="184" actId="20577"/>
          <ac:spMkLst>
            <pc:docMk/>
            <pc:sldMk cId="2596162974" sldId="296"/>
            <ac:spMk id="13" creationId="{00000000-0000-0000-0000-000000000000}"/>
          </ac:spMkLst>
        </pc:spChg>
        <pc:spChg chg="mod">
          <ac:chgData name="Mateusz Pomianek" userId="S::mpomianek@o365.prz.edu.pl::3d638ea4-2586-4d1a-a8fd-db8a3798db81" providerId="AD" clId="Web-{8357A3F0-9BB2-927E-B4C9-95DF170317DF}" dt="2026-06-28T11:49:14.387" v="391" actId="20577"/>
          <ac:spMkLst>
            <pc:docMk/>
            <pc:sldMk cId="2596162974" sldId="296"/>
            <ac:spMk id="15" creationId="{00000000-0000-0000-0000-000000000000}"/>
          </ac:spMkLst>
        </pc:spChg>
        <pc:spChg chg="mod">
          <ac:chgData name="Mateusz Pomianek" userId="S::mpomianek@o365.prz.edu.pl::3d638ea4-2586-4d1a-a8fd-db8a3798db81" providerId="AD" clId="Web-{8357A3F0-9BB2-927E-B4C9-95DF170317DF}" dt="2026-06-28T11:49:08.246" v="390" actId="20577"/>
          <ac:spMkLst>
            <pc:docMk/>
            <pc:sldMk cId="2596162974" sldId="296"/>
            <ac:spMk id="17" creationId="{00000000-0000-0000-0000-000000000000}"/>
          </ac:spMkLst>
        </pc:spChg>
      </pc:sldChg>
      <pc:sldChg chg="modSp">
        <pc:chgData name="Mateusz Pomianek" userId="S::mpomianek@o365.prz.edu.pl::3d638ea4-2586-4d1a-a8fd-db8a3798db81" providerId="AD" clId="Web-{8357A3F0-9BB2-927E-B4C9-95DF170317DF}" dt="2026-06-28T11:49:27.981" v="397" actId="20577"/>
        <pc:sldMkLst>
          <pc:docMk/>
          <pc:sldMk cId="1417017300" sldId="297"/>
        </pc:sldMkLst>
        <pc:spChg chg="mod">
          <ac:chgData name="Mateusz Pomianek" userId="S::mpomianek@o365.prz.edu.pl::3d638ea4-2586-4d1a-a8fd-db8a3798db81" providerId="AD" clId="Web-{8357A3F0-9BB2-927E-B4C9-95DF170317DF}" dt="2026-06-28T11:42:38.365" v="163" actId="20577"/>
          <ac:spMkLst>
            <pc:docMk/>
            <pc:sldMk cId="1417017300" sldId="297"/>
            <ac:spMk id="3" creationId="{00000000-0000-0000-0000-000000000000}"/>
          </ac:spMkLst>
        </pc:spChg>
        <pc:spChg chg="mod">
          <ac:chgData name="Mateusz Pomianek" userId="S::mpomianek@o365.prz.edu.pl::3d638ea4-2586-4d1a-a8fd-db8a3798db81" providerId="AD" clId="Web-{8357A3F0-9BB2-927E-B4C9-95DF170317DF}" dt="2026-06-28T11:42:36.537" v="162" actId="20577"/>
          <ac:spMkLst>
            <pc:docMk/>
            <pc:sldMk cId="1417017300" sldId="297"/>
            <ac:spMk id="4" creationId="{00000000-0000-0000-0000-000000000000}"/>
          </ac:spMkLst>
        </pc:spChg>
        <pc:spChg chg="mod">
          <ac:chgData name="Mateusz Pomianek" userId="S::mpomianek@o365.prz.edu.pl::3d638ea4-2586-4d1a-a8fd-db8a3798db81" providerId="AD" clId="Web-{8357A3F0-9BB2-927E-B4C9-95DF170317DF}" dt="2026-06-28T11:49:18.996" v="392" actId="20577"/>
          <ac:spMkLst>
            <pc:docMk/>
            <pc:sldMk cId="1417017300" sldId="297"/>
            <ac:spMk id="6" creationId="{00000000-0000-0000-0000-000000000000}"/>
          </ac:spMkLst>
        </pc:spChg>
        <pc:spChg chg="mod">
          <ac:chgData name="Mateusz Pomianek" userId="S::mpomianek@o365.prz.edu.pl::3d638ea4-2586-4d1a-a8fd-db8a3798db81" providerId="AD" clId="Web-{8357A3F0-9BB2-927E-B4C9-95DF170317DF}" dt="2026-06-28T11:42:29.271" v="159" actId="20577"/>
          <ac:spMkLst>
            <pc:docMk/>
            <pc:sldMk cId="1417017300" sldId="297"/>
            <ac:spMk id="8" creationId="{00000000-0000-0000-0000-000000000000}"/>
          </ac:spMkLst>
        </pc:spChg>
        <pc:spChg chg="mod">
          <ac:chgData name="Mateusz Pomianek" userId="S::mpomianek@o365.prz.edu.pl::3d638ea4-2586-4d1a-a8fd-db8a3798db81" providerId="AD" clId="Web-{8357A3F0-9BB2-927E-B4C9-95DF170317DF}" dt="2026-06-28T11:49:20.918" v="393" actId="20577"/>
          <ac:spMkLst>
            <pc:docMk/>
            <pc:sldMk cId="1417017300" sldId="297"/>
            <ac:spMk id="10" creationId="{00000000-0000-0000-0000-000000000000}"/>
          </ac:spMkLst>
        </pc:spChg>
        <pc:spChg chg="mod">
          <ac:chgData name="Mateusz Pomianek" userId="S::mpomianek@o365.prz.edu.pl::3d638ea4-2586-4d1a-a8fd-db8a3798db81" providerId="AD" clId="Web-{8357A3F0-9BB2-927E-B4C9-95DF170317DF}" dt="2026-06-28T11:42:31.287" v="160" actId="20577"/>
          <ac:spMkLst>
            <pc:docMk/>
            <pc:sldMk cId="1417017300" sldId="297"/>
            <ac:spMk id="12" creationId="{00000000-0000-0000-0000-000000000000}"/>
          </ac:spMkLst>
        </pc:spChg>
        <pc:spChg chg="mod">
          <ac:chgData name="Mateusz Pomianek" userId="S::mpomianek@o365.prz.edu.pl::3d638ea4-2586-4d1a-a8fd-db8a3798db81" providerId="AD" clId="Web-{8357A3F0-9BB2-927E-B4C9-95DF170317DF}" dt="2026-06-28T11:49:23.090" v="394" actId="20577"/>
          <ac:spMkLst>
            <pc:docMk/>
            <pc:sldMk cId="1417017300" sldId="297"/>
            <ac:spMk id="14" creationId="{00000000-0000-0000-0000-000000000000}"/>
          </ac:spMkLst>
        </pc:spChg>
        <pc:spChg chg="mod">
          <ac:chgData name="Mateusz Pomianek" userId="S::mpomianek@o365.prz.edu.pl::3d638ea4-2586-4d1a-a8fd-db8a3798db81" providerId="AD" clId="Web-{8357A3F0-9BB2-927E-B4C9-95DF170317DF}" dt="2026-06-28T11:42:33.381" v="161" actId="20577"/>
          <ac:spMkLst>
            <pc:docMk/>
            <pc:sldMk cId="1417017300" sldId="297"/>
            <ac:spMk id="16" creationId="{00000000-0000-0000-0000-000000000000}"/>
          </ac:spMkLst>
        </pc:spChg>
        <pc:spChg chg="mod">
          <ac:chgData name="Mateusz Pomianek" userId="S::mpomianek@o365.prz.edu.pl::3d638ea4-2586-4d1a-a8fd-db8a3798db81" providerId="AD" clId="Web-{8357A3F0-9BB2-927E-B4C9-95DF170317DF}" dt="2026-06-28T11:49:26.278" v="396" actId="20577"/>
          <ac:spMkLst>
            <pc:docMk/>
            <pc:sldMk cId="1417017300" sldId="297"/>
            <ac:spMk id="18" creationId="{00000000-0000-0000-0000-000000000000}"/>
          </ac:spMkLst>
        </pc:spChg>
        <pc:spChg chg="mod">
          <ac:chgData name="Mateusz Pomianek" userId="S::mpomianek@o365.prz.edu.pl::3d638ea4-2586-4d1a-a8fd-db8a3798db81" providerId="AD" clId="Web-{8357A3F0-9BB2-927E-B4C9-95DF170317DF}" dt="2026-06-28T11:42:27.193" v="158" actId="20577"/>
          <ac:spMkLst>
            <pc:docMk/>
            <pc:sldMk cId="1417017300" sldId="297"/>
            <ac:spMk id="20" creationId="{00000000-0000-0000-0000-000000000000}"/>
          </ac:spMkLst>
        </pc:spChg>
        <pc:spChg chg="mod">
          <ac:chgData name="Mateusz Pomianek" userId="S::mpomianek@o365.prz.edu.pl::3d638ea4-2586-4d1a-a8fd-db8a3798db81" providerId="AD" clId="Web-{8357A3F0-9BB2-927E-B4C9-95DF170317DF}" dt="2026-06-28T11:49:24.543" v="395" actId="20577"/>
          <ac:spMkLst>
            <pc:docMk/>
            <pc:sldMk cId="1417017300" sldId="297"/>
            <ac:spMk id="22" creationId="{00000000-0000-0000-0000-000000000000}"/>
          </ac:spMkLst>
        </pc:spChg>
        <pc:spChg chg="mod">
          <ac:chgData name="Mateusz Pomianek" userId="S::mpomianek@o365.prz.edu.pl::3d638ea4-2586-4d1a-a8fd-db8a3798db81" providerId="AD" clId="Web-{8357A3F0-9BB2-927E-B4C9-95DF170317DF}" dt="2026-06-28T11:42:24.693" v="157" actId="20577"/>
          <ac:spMkLst>
            <pc:docMk/>
            <pc:sldMk cId="1417017300" sldId="297"/>
            <ac:spMk id="24" creationId="{00000000-0000-0000-0000-000000000000}"/>
          </ac:spMkLst>
        </pc:spChg>
        <pc:spChg chg="mod">
          <ac:chgData name="Mateusz Pomianek" userId="S::mpomianek@o365.prz.edu.pl::3d638ea4-2586-4d1a-a8fd-db8a3798db81" providerId="AD" clId="Web-{8357A3F0-9BB2-927E-B4C9-95DF170317DF}" dt="2026-06-28T11:49:27.981" v="397" actId="20577"/>
          <ac:spMkLst>
            <pc:docMk/>
            <pc:sldMk cId="1417017300" sldId="297"/>
            <ac:spMk id="26" creationId="{00000000-0000-0000-0000-000000000000}"/>
          </ac:spMkLst>
        </pc:spChg>
        <pc:spChg chg="mod">
          <ac:chgData name="Mateusz Pomianek" userId="S::mpomianek@o365.prz.edu.pl::3d638ea4-2586-4d1a-a8fd-db8a3798db81" providerId="AD" clId="Web-{8357A3F0-9BB2-927E-B4C9-95DF170317DF}" dt="2026-06-28T11:42:22.005" v="156" actId="20577"/>
          <ac:spMkLst>
            <pc:docMk/>
            <pc:sldMk cId="1417017300" sldId="297"/>
            <ac:spMk id="28" creationId="{00000000-0000-0000-0000-000000000000}"/>
          </ac:spMkLst>
        </pc:spChg>
        <pc:spChg chg="mod">
          <ac:chgData name="Mateusz Pomianek" userId="S::mpomianek@o365.prz.edu.pl::3d638ea4-2586-4d1a-a8fd-db8a3798db81" providerId="AD" clId="Web-{8357A3F0-9BB2-927E-B4C9-95DF170317DF}" dt="2026-06-28T11:42:19.771" v="155" actId="20577"/>
          <ac:spMkLst>
            <pc:docMk/>
            <pc:sldMk cId="1417017300" sldId="297"/>
            <ac:spMk id="30" creationId="{00000000-0000-0000-0000-000000000000}"/>
          </ac:spMkLst>
        </pc:spChg>
      </pc:sldChg>
      <pc:sldChg chg="modSp">
        <pc:chgData name="Mateusz Pomianek" userId="S::mpomianek@o365.prz.edu.pl::3d638ea4-2586-4d1a-a8fd-db8a3798db81" providerId="AD" clId="Web-{8357A3F0-9BB2-927E-B4C9-95DF170317DF}" dt="2026-06-28T11:49:40.278" v="401" actId="20577"/>
        <pc:sldMkLst>
          <pc:docMk/>
          <pc:sldMk cId="2373747891" sldId="298"/>
        </pc:sldMkLst>
        <pc:spChg chg="mod">
          <ac:chgData name="Mateusz Pomianek" userId="S::mpomianek@o365.prz.edu.pl::3d638ea4-2586-4d1a-a8fd-db8a3798db81" providerId="AD" clId="Web-{8357A3F0-9BB2-927E-B4C9-95DF170317DF}" dt="2026-06-28T11:41:37.349" v="104" actId="20577"/>
          <ac:spMkLst>
            <pc:docMk/>
            <pc:sldMk cId="2373747891" sldId="298"/>
            <ac:spMk id="3" creationId="{00000000-0000-0000-0000-000000000000}"/>
          </ac:spMkLst>
        </pc:spChg>
        <pc:spChg chg="mod">
          <ac:chgData name="Mateusz Pomianek" userId="S::mpomianek@o365.prz.edu.pl::3d638ea4-2586-4d1a-a8fd-db8a3798db81" providerId="AD" clId="Web-{8357A3F0-9BB2-927E-B4C9-95DF170317DF}" dt="2026-06-28T11:41:35.536" v="103" actId="20577"/>
          <ac:spMkLst>
            <pc:docMk/>
            <pc:sldMk cId="2373747891" sldId="298"/>
            <ac:spMk id="4" creationId="{00000000-0000-0000-0000-000000000000}"/>
          </ac:spMkLst>
        </pc:spChg>
        <pc:spChg chg="mod">
          <ac:chgData name="Mateusz Pomianek" userId="S::mpomianek@o365.prz.edu.pl::3d638ea4-2586-4d1a-a8fd-db8a3798db81" providerId="AD" clId="Web-{8357A3F0-9BB2-927E-B4C9-95DF170317DF}" dt="2026-06-28T11:41:00.754" v="83"/>
          <ac:spMkLst>
            <pc:docMk/>
            <pc:sldMk cId="2373747891" sldId="298"/>
            <ac:spMk id="7" creationId="{00000000-0000-0000-0000-000000000000}"/>
          </ac:spMkLst>
        </pc:spChg>
        <pc:spChg chg="mod">
          <ac:chgData name="Mateusz Pomianek" userId="S::mpomianek@o365.prz.edu.pl::3d638ea4-2586-4d1a-a8fd-db8a3798db81" providerId="AD" clId="Web-{8357A3F0-9BB2-927E-B4C9-95DF170317DF}" dt="2026-06-28T11:41:00.770" v="84"/>
          <ac:spMkLst>
            <pc:docMk/>
            <pc:sldMk cId="2373747891" sldId="298"/>
            <ac:spMk id="8" creationId="{00000000-0000-0000-0000-000000000000}"/>
          </ac:spMkLst>
        </pc:spChg>
        <pc:spChg chg="mod">
          <ac:chgData name="Mateusz Pomianek" userId="S::mpomianek@o365.prz.edu.pl::3d638ea4-2586-4d1a-a8fd-db8a3798db81" providerId="AD" clId="Web-{8357A3F0-9BB2-927E-B4C9-95DF170317DF}" dt="2026-06-28T11:41:00.770" v="85"/>
          <ac:spMkLst>
            <pc:docMk/>
            <pc:sldMk cId="2373747891" sldId="298"/>
            <ac:spMk id="11" creationId="{00000000-0000-0000-0000-000000000000}"/>
          </ac:spMkLst>
        </pc:spChg>
        <pc:spChg chg="mod">
          <ac:chgData name="Mateusz Pomianek" userId="S::mpomianek@o365.prz.edu.pl::3d638ea4-2586-4d1a-a8fd-db8a3798db81" providerId="AD" clId="Web-{8357A3F0-9BB2-927E-B4C9-95DF170317DF}" dt="2026-06-28T11:41:00.770" v="86"/>
          <ac:spMkLst>
            <pc:docMk/>
            <pc:sldMk cId="2373747891" sldId="298"/>
            <ac:spMk id="12" creationId="{00000000-0000-0000-0000-000000000000}"/>
          </ac:spMkLst>
        </pc:spChg>
        <pc:spChg chg="mod">
          <ac:chgData name="Mateusz Pomianek" userId="S::mpomianek@o365.prz.edu.pl::3d638ea4-2586-4d1a-a8fd-db8a3798db81" providerId="AD" clId="Web-{8357A3F0-9BB2-927E-B4C9-95DF170317DF}" dt="2026-06-28T11:41:00.770" v="87"/>
          <ac:spMkLst>
            <pc:docMk/>
            <pc:sldMk cId="2373747891" sldId="298"/>
            <ac:spMk id="15" creationId="{00000000-0000-0000-0000-000000000000}"/>
          </ac:spMkLst>
        </pc:spChg>
        <pc:spChg chg="mod">
          <ac:chgData name="Mateusz Pomianek" userId="S::mpomianek@o365.prz.edu.pl::3d638ea4-2586-4d1a-a8fd-db8a3798db81" providerId="AD" clId="Web-{8357A3F0-9BB2-927E-B4C9-95DF170317DF}" dt="2026-06-28T11:41:00.770" v="88"/>
          <ac:spMkLst>
            <pc:docMk/>
            <pc:sldMk cId="2373747891" sldId="298"/>
            <ac:spMk id="16" creationId="{00000000-0000-0000-0000-000000000000}"/>
          </ac:spMkLst>
        </pc:spChg>
        <pc:spChg chg="mod">
          <ac:chgData name="Mateusz Pomianek" userId="S::mpomianek@o365.prz.edu.pl::3d638ea4-2586-4d1a-a8fd-db8a3798db81" providerId="AD" clId="Web-{8357A3F0-9BB2-927E-B4C9-95DF170317DF}" dt="2026-06-28T11:41:00.770" v="89"/>
          <ac:spMkLst>
            <pc:docMk/>
            <pc:sldMk cId="2373747891" sldId="298"/>
            <ac:spMk id="19" creationId="{00000000-0000-0000-0000-000000000000}"/>
          </ac:spMkLst>
        </pc:spChg>
        <pc:spChg chg="mod">
          <ac:chgData name="Mateusz Pomianek" userId="S::mpomianek@o365.prz.edu.pl::3d638ea4-2586-4d1a-a8fd-db8a3798db81" providerId="AD" clId="Web-{8357A3F0-9BB2-927E-B4C9-95DF170317DF}" dt="2026-06-28T11:41:00.770" v="90"/>
          <ac:spMkLst>
            <pc:docMk/>
            <pc:sldMk cId="2373747891" sldId="298"/>
            <ac:spMk id="20" creationId="{00000000-0000-0000-0000-000000000000}"/>
          </ac:spMkLst>
        </pc:spChg>
        <pc:spChg chg="mod">
          <ac:chgData name="Mateusz Pomianek" userId="S::mpomianek@o365.prz.edu.pl::3d638ea4-2586-4d1a-a8fd-db8a3798db81" providerId="AD" clId="Web-{8357A3F0-9BB2-927E-B4C9-95DF170317DF}" dt="2026-06-28T11:41:00.770" v="91"/>
          <ac:spMkLst>
            <pc:docMk/>
            <pc:sldMk cId="2373747891" sldId="298"/>
            <ac:spMk id="23" creationId="{00000000-0000-0000-0000-000000000000}"/>
          </ac:spMkLst>
        </pc:spChg>
        <pc:spChg chg="mod">
          <ac:chgData name="Mateusz Pomianek" userId="S::mpomianek@o365.prz.edu.pl::3d638ea4-2586-4d1a-a8fd-db8a3798db81" providerId="AD" clId="Web-{8357A3F0-9BB2-927E-B4C9-95DF170317DF}" dt="2026-06-28T11:41:00.770" v="92"/>
          <ac:spMkLst>
            <pc:docMk/>
            <pc:sldMk cId="2373747891" sldId="298"/>
            <ac:spMk id="24" creationId="{00000000-0000-0000-0000-000000000000}"/>
          </ac:spMkLst>
        </pc:spChg>
        <pc:spChg chg="mod">
          <ac:chgData name="Mateusz Pomianek" userId="S::mpomianek@o365.prz.edu.pl::3d638ea4-2586-4d1a-a8fd-db8a3798db81" providerId="AD" clId="Web-{8357A3F0-9BB2-927E-B4C9-95DF170317DF}" dt="2026-06-28T11:49:37.137" v="398" actId="1076"/>
          <ac:spMkLst>
            <pc:docMk/>
            <pc:sldMk cId="2373747891" sldId="298"/>
            <ac:spMk id="25" creationId="{00000000-0000-0000-0000-000000000000}"/>
          </ac:spMkLst>
        </pc:spChg>
        <pc:spChg chg="mod">
          <ac:chgData name="Mateusz Pomianek" userId="S::mpomianek@o365.prz.edu.pl::3d638ea4-2586-4d1a-a8fd-db8a3798db81" providerId="AD" clId="Web-{8357A3F0-9BB2-927E-B4C9-95DF170317DF}" dt="2026-06-28T11:49:40.278" v="401" actId="20577"/>
          <ac:spMkLst>
            <pc:docMk/>
            <pc:sldMk cId="2373747891" sldId="298"/>
            <ac:spMk id="26" creationId="{00000000-0000-0000-0000-000000000000}"/>
          </ac:spMkLst>
        </pc:spChg>
      </pc:sldChg>
      <pc:sldChg chg="modSp modNotes">
        <pc:chgData name="Mateusz Pomianek" userId="S::mpomianek@o365.prz.edu.pl::3d638ea4-2586-4d1a-a8fd-db8a3798db81" providerId="AD" clId="Web-{8357A3F0-9BB2-927E-B4C9-95DF170317DF}" dt="2026-06-28T11:42:59.631" v="175" actId="20577"/>
        <pc:sldMkLst>
          <pc:docMk/>
          <pc:sldMk cId="1342341123" sldId="299"/>
        </pc:sldMkLst>
        <pc:spChg chg="mod">
          <ac:chgData name="Mateusz Pomianek" userId="S::mpomianek@o365.prz.edu.pl::3d638ea4-2586-4d1a-a8fd-db8a3798db81" providerId="AD" clId="Web-{8357A3F0-9BB2-927E-B4C9-95DF170317DF}" dt="2026-06-28T11:42:59.631" v="175" actId="20577"/>
          <ac:spMkLst>
            <pc:docMk/>
            <pc:sldMk cId="1342341123" sldId="299"/>
            <ac:spMk id="3" creationId="{00000000-0000-0000-0000-000000000000}"/>
          </ac:spMkLst>
        </pc:spChg>
        <pc:spChg chg="mod">
          <ac:chgData name="Mateusz Pomianek" userId="S::mpomianek@o365.prz.edu.pl::3d638ea4-2586-4d1a-a8fd-db8a3798db81" providerId="AD" clId="Web-{8357A3F0-9BB2-927E-B4C9-95DF170317DF}" dt="2026-06-28T11:42:44.897" v="164" actId="20577"/>
          <ac:spMkLst>
            <pc:docMk/>
            <pc:sldMk cId="1342341123" sldId="299"/>
            <ac:spMk id="4" creationId="{00000000-0000-0000-0000-000000000000}"/>
          </ac:spMkLst>
        </pc:spChg>
        <pc:spChg chg="mod">
          <ac:chgData name="Mateusz Pomianek" userId="S::mpomianek@o365.prz.edu.pl::3d638ea4-2586-4d1a-a8fd-db8a3798db81" providerId="AD" clId="Web-{8357A3F0-9BB2-927E-B4C9-95DF170317DF}" dt="2026-06-28T11:40:02.534" v="34" actId="20577"/>
          <ac:spMkLst>
            <pc:docMk/>
            <pc:sldMk cId="1342341123" sldId="299"/>
            <ac:spMk id="6" creationId="{00000000-0000-0000-0000-000000000000}"/>
          </ac:spMkLst>
        </pc:spChg>
        <pc:spChg chg="mod">
          <ac:chgData name="Mateusz Pomianek" userId="S::mpomianek@o365.prz.edu.pl::3d638ea4-2586-4d1a-a8fd-db8a3798db81" providerId="AD" clId="Web-{8357A3F0-9BB2-927E-B4C9-95DF170317DF}" dt="2026-06-28T11:39:25.252" v="27" actId="20577"/>
          <ac:spMkLst>
            <pc:docMk/>
            <pc:sldMk cId="1342341123" sldId="299"/>
            <ac:spMk id="9" creationId="{00000000-0000-0000-0000-000000000000}"/>
          </ac:spMkLst>
        </pc:spChg>
        <pc:spChg chg="mod">
          <ac:chgData name="Mateusz Pomianek" userId="S::mpomianek@o365.prz.edu.pl::3d638ea4-2586-4d1a-a8fd-db8a3798db81" providerId="AD" clId="Web-{8357A3F0-9BB2-927E-B4C9-95DF170317DF}" dt="2026-06-28T11:39:38.753" v="29" actId="20577"/>
          <ac:spMkLst>
            <pc:docMk/>
            <pc:sldMk cId="1342341123" sldId="299"/>
            <ac:spMk id="12" creationId="{00000000-0000-0000-0000-000000000000}"/>
          </ac:spMkLst>
        </pc:spChg>
        <pc:spChg chg="mod">
          <ac:chgData name="Mateusz Pomianek" userId="S::mpomianek@o365.prz.edu.pl::3d638ea4-2586-4d1a-a8fd-db8a3798db81" providerId="AD" clId="Web-{8357A3F0-9BB2-927E-B4C9-95DF170317DF}" dt="2026-06-28T11:39:16.861" v="23" actId="20577"/>
          <ac:spMkLst>
            <pc:docMk/>
            <pc:sldMk cId="1342341123" sldId="299"/>
            <ac:spMk id="15" creationId="{00000000-0000-0000-0000-000000000000}"/>
          </ac:spMkLst>
        </pc:spChg>
        <pc:spChg chg="ord">
          <ac:chgData name="Mateusz Pomianek" userId="S::mpomianek@o365.prz.edu.pl::3d638ea4-2586-4d1a-a8fd-db8a3798db81" providerId="AD" clId="Web-{8357A3F0-9BB2-927E-B4C9-95DF170317DF}" dt="2026-06-28T11:39:51.956" v="31"/>
          <ac:spMkLst>
            <pc:docMk/>
            <pc:sldMk cId="1342341123" sldId="299"/>
            <ac:spMk id="16" creationId="{00000000-0000-0000-0000-000000000000}"/>
          </ac:spMkLst>
        </pc:spChg>
        <pc:spChg chg="mod">
          <ac:chgData name="Mateusz Pomianek" userId="S::mpomianek@o365.prz.edu.pl::3d638ea4-2586-4d1a-a8fd-db8a3798db81" providerId="AD" clId="Web-{8357A3F0-9BB2-927E-B4C9-95DF170317DF}" dt="2026-06-28T11:39:21.580" v="26" actId="20577"/>
          <ac:spMkLst>
            <pc:docMk/>
            <pc:sldMk cId="1342341123" sldId="299"/>
            <ac:spMk id="18" creationId="{00000000-0000-0000-0000-000000000000}"/>
          </ac:spMkLst>
        </pc:spChg>
        <pc:spChg chg="ord">
          <ac:chgData name="Mateusz Pomianek" userId="S::mpomianek@o365.prz.edu.pl::3d638ea4-2586-4d1a-a8fd-db8a3798db81" providerId="AD" clId="Web-{8357A3F0-9BB2-927E-B4C9-95DF170317DF}" dt="2026-06-28T11:39:59.253" v="32"/>
          <ac:spMkLst>
            <pc:docMk/>
            <pc:sldMk cId="1342341123" sldId="299"/>
            <ac:spMk id="19" creationId="{00000000-0000-0000-0000-000000000000}"/>
          </ac:spMkLst>
        </pc:spChg>
        <pc:spChg chg="mod">
          <ac:chgData name="Mateusz Pomianek" userId="S::mpomianek@o365.prz.edu.pl::3d638ea4-2586-4d1a-a8fd-db8a3798db81" providerId="AD" clId="Web-{8357A3F0-9BB2-927E-B4C9-95DF170317DF}" dt="2026-06-28T11:39:19.580" v="25" actId="20577"/>
          <ac:spMkLst>
            <pc:docMk/>
            <pc:sldMk cId="1342341123" sldId="299"/>
            <ac:spMk id="21" creationId="{00000000-0000-0000-0000-000000000000}"/>
          </ac:spMkLst>
        </pc:spChg>
        <pc:spChg chg="ord">
          <ac:chgData name="Mateusz Pomianek" userId="S::mpomianek@o365.prz.edu.pl::3d638ea4-2586-4d1a-a8fd-db8a3798db81" providerId="AD" clId="Web-{8357A3F0-9BB2-927E-B4C9-95DF170317DF}" dt="2026-06-28T11:39:45.721" v="30"/>
          <ac:spMkLst>
            <pc:docMk/>
            <pc:sldMk cId="1342341123" sldId="299"/>
            <ac:spMk id="22" creationId="{00000000-0000-0000-0000-000000000000}"/>
          </ac:spMkLst>
        </pc:spChg>
        <pc:spChg chg="mod">
          <ac:chgData name="Mateusz Pomianek" userId="S::mpomianek@o365.prz.edu.pl::3d638ea4-2586-4d1a-a8fd-db8a3798db81" providerId="AD" clId="Web-{8357A3F0-9BB2-927E-B4C9-95DF170317DF}" dt="2026-06-28T11:40:49.566" v="60" actId="20577"/>
          <ac:spMkLst>
            <pc:docMk/>
            <pc:sldMk cId="1342341123" sldId="299"/>
            <ac:spMk id="24" creationId="{00000000-0000-0000-0000-000000000000}"/>
          </ac:spMkLst>
        </pc:spChg>
        <pc:spChg chg="mod">
          <ac:chgData name="Mateusz Pomianek" userId="S::mpomianek@o365.prz.edu.pl::3d638ea4-2586-4d1a-a8fd-db8a3798db81" providerId="AD" clId="Web-{8357A3F0-9BB2-927E-B4C9-95DF170317DF}" dt="2026-06-28T11:40:26.644" v="39" actId="20577"/>
          <ac:spMkLst>
            <pc:docMk/>
            <pc:sldMk cId="1342341123" sldId="299"/>
            <ac:spMk id="26" creationId="{00000000-0000-0000-0000-000000000000}"/>
          </ac:spMkLst>
        </pc:spChg>
      </pc:sldChg>
      <pc:sldChg chg="modSp modNotes">
        <pc:chgData name="Mateusz Pomianek" userId="S::mpomianek@o365.prz.edu.pl::3d638ea4-2586-4d1a-a8fd-db8a3798db81" providerId="AD" clId="Web-{8357A3F0-9BB2-927E-B4C9-95DF170317DF}" dt="2026-06-28T11:38:44.986" v="15"/>
        <pc:sldMkLst>
          <pc:docMk/>
          <pc:sldMk cId="1781659464" sldId="300"/>
        </pc:sldMkLst>
        <pc:spChg chg="mod">
          <ac:chgData name="Mateusz Pomianek" userId="S::mpomianek@o365.prz.edu.pl::3d638ea4-2586-4d1a-a8fd-db8a3798db81" providerId="AD" clId="Web-{8357A3F0-9BB2-927E-B4C9-95DF170317DF}" dt="2026-06-28T11:38:44.986" v="15"/>
          <ac:spMkLst>
            <pc:docMk/>
            <pc:sldMk cId="1781659464" sldId="300"/>
            <ac:spMk id="3" creationId="{00000000-0000-0000-0000-000000000000}"/>
          </ac:spMkLst>
        </pc:spChg>
      </pc:sldChg>
      <pc:sldChg chg="modSp modNotes">
        <pc:chgData name="Mateusz Pomianek" userId="S::mpomianek@o365.prz.edu.pl::3d638ea4-2586-4d1a-a8fd-db8a3798db81" providerId="AD" clId="Web-{8357A3F0-9BB2-927E-B4C9-95DF170317DF}" dt="2026-06-28T11:38:44.986" v="15"/>
        <pc:sldMkLst>
          <pc:docMk/>
          <pc:sldMk cId="831162118" sldId="301"/>
        </pc:sldMkLst>
        <pc:spChg chg="mod">
          <ac:chgData name="Mateusz Pomianek" userId="S::mpomianek@o365.prz.edu.pl::3d638ea4-2586-4d1a-a8fd-db8a3798db81" providerId="AD" clId="Web-{8357A3F0-9BB2-927E-B4C9-95DF170317DF}" dt="2026-06-28T11:38:44.986" v="15"/>
          <ac:spMkLst>
            <pc:docMk/>
            <pc:sldMk cId="831162118" sldId="301"/>
            <ac:spMk id="22" creationId="{00000000-0000-0000-0000-000000000000}"/>
          </ac:spMkLst>
        </pc:spChg>
      </pc:sldChg>
      <pc:sldChg chg="modNotes">
        <pc:chgData name="Mateusz Pomianek" userId="S::mpomianek@o365.prz.edu.pl::3d638ea4-2586-4d1a-a8fd-db8a3798db81" providerId="AD" clId="Web-{8357A3F0-9BB2-927E-B4C9-95DF170317DF}" dt="2026-06-28T11:38:44.986" v="15"/>
        <pc:sldMkLst>
          <pc:docMk/>
          <pc:sldMk cId="1781314527" sldId="302"/>
        </pc:sldMkLst>
      </pc:sldChg>
      <pc:sldChg chg="modSp modNotes">
        <pc:chgData name="Mateusz Pomianek" userId="S::mpomianek@o365.prz.edu.pl::3d638ea4-2586-4d1a-a8fd-db8a3798db81" providerId="AD" clId="Web-{8357A3F0-9BB2-927E-B4C9-95DF170317DF}" dt="2026-06-28T11:38:44.986" v="15"/>
        <pc:sldMkLst>
          <pc:docMk/>
          <pc:sldMk cId="3304310526" sldId="304"/>
        </pc:sldMkLst>
        <pc:spChg chg="mod">
          <ac:chgData name="Mateusz Pomianek" userId="S::mpomianek@o365.prz.edu.pl::3d638ea4-2586-4d1a-a8fd-db8a3798db81" providerId="AD" clId="Web-{8357A3F0-9BB2-927E-B4C9-95DF170317DF}" dt="2026-06-28T11:38:44.986" v="15"/>
          <ac:spMkLst>
            <pc:docMk/>
            <pc:sldMk cId="3304310526" sldId="304"/>
            <ac:spMk id="30" creationId="{00000000-0000-0000-0000-000000000000}"/>
          </ac:spMkLst>
        </pc:spChg>
      </pc:sldChg>
      <pc:sldChg chg="modSp">
        <pc:chgData name="Mateusz Pomianek" userId="S::mpomianek@o365.prz.edu.pl::3d638ea4-2586-4d1a-a8fd-db8a3798db81" providerId="AD" clId="Web-{8357A3F0-9BB2-927E-B4C9-95DF170317DF}" dt="2026-06-28T11:38:44.986" v="15"/>
        <pc:sldMkLst>
          <pc:docMk/>
          <pc:sldMk cId="1356753842" sldId="305"/>
        </pc:sldMkLst>
        <pc:spChg chg="mod">
          <ac:chgData name="Mateusz Pomianek" userId="S::mpomianek@o365.prz.edu.pl::3d638ea4-2586-4d1a-a8fd-db8a3798db81" providerId="AD" clId="Web-{8357A3F0-9BB2-927E-B4C9-95DF170317DF}" dt="2026-06-28T11:38:44.986" v="15"/>
          <ac:spMkLst>
            <pc:docMk/>
            <pc:sldMk cId="1356753842" sldId="305"/>
            <ac:spMk id="4" creationId="{00000000-0000-0000-0000-000000000000}"/>
          </ac:spMkLst>
        </pc:spChg>
        <pc:spChg chg="mod">
          <ac:chgData name="Mateusz Pomianek" userId="S::mpomianek@o365.prz.edu.pl::3d638ea4-2586-4d1a-a8fd-db8a3798db81" providerId="AD" clId="Web-{8357A3F0-9BB2-927E-B4C9-95DF170317DF}" dt="2026-06-28T11:38:44.986" v="15"/>
          <ac:spMkLst>
            <pc:docMk/>
            <pc:sldMk cId="1356753842" sldId="305"/>
            <ac:spMk id="26" creationId="{00000000-0000-0000-0000-000000000000}"/>
          </ac:spMkLst>
        </pc:spChg>
      </pc:sldChg>
      <pc:sldChg chg="modSp modNotes">
        <pc:chgData name="Mateusz Pomianek" userId="S::mpomianek@o365.prz.edu.pl::3d638ea4-2586-4d1a-a8fd-db8a3798db81" providerId="AD" clId="Web-{8357A3F0-9BB2-927E-B4C9-95DF170317DF}" dt="2026-06-28T11:38:44.986" v="15"/>
        <pc:sldMkLst>
          <pc:docMk/>
          <pc:sldMk cId="4225759176" sldId="307"/>
        </pc:sldMkLst>
        <pc:spChg chg="mod">
          <ac:chgData name="Mateusz Pomianek" userId="S::mpomianek@o365.prz.edu.pl::3d638ea4-2586-4d1a-a8fd-db8a3798db81" providerId="AD" clId="Web-{8357A3F0-9BB2-927E-B4C9-95DF170317DF}" dt="2026-06-28T11:38:44.986" v="15"/>
          <ac:spMkLst>
            <pc:docMk/>
            <pc:sldMk cId="4225759176" sldId="307"/>
            <ac:spMk id="30" creationId="{00000000-0000-0000-0000-000000000000}"/>
          </ac:spMkLst>
        </pc:spChg>
      </pc:sldChg>
      <pc:sldChg chg="modNotes">
        <pc:chgData name="Mateusz Pomianek" userId="S::mpomianek@o365.prz.edu.pl::3d638ea4-2586-4d1a-a8fd-db8a3798db81" providerId="AD" clId="Web-{8357A3F0-9BB2-927E-B4C9-95DF170317DF}" dt="2026-06-28T11:38:44.986" v="15"/>
        <pc:sldMkLst>
          <pc:docMk/>
          <pc:sldMk cId="3040734371" sldId="308"/>
        </pc:sldMkLst>
      </pc:sldChg>
      <pc:sldChg chg="modSp modNotes">
        <pc:chgData name="Mateusz Pomianek" userId="S::mpomianek@o365.prz.edu.pl::3d638ea4-2586-4d1a-a8fd-db8a3798db81" providerId="AD" clId="Web-{8357A3F0-9BB2-927E-B4C9-95DF170317DF}" dt="2026-06-28T11:51:46.581" v="433" actId="20577"/>
        <pc:sldMkLst>
          <pc:docMk/>
          <pc:sldMk cId="2088606883" sldId="309"/>
        </pc:sldMkLst>
        <pc:spChg chg="mod">
          <ac:chgData name="Mateusz Pomianek" userId="S::mpomianek@o365.prz.edu.pl::3d638ea4-2586-4d1a-a8fd-db8a3798db81" providerId="AD" clId="Web-{8357A3F0-9BB2-927E-B4C9-95DF170317DF}" dt="2026-06-28T11:49:57.779" v="403" actId="20577"/>
          <ac:spMkLst>
            <pc:docMk/>
            <pc:sldMk cId="2088606883" sldId="309"/>
            <ac:spMk id="6" creationId="{00000000-0000-0000-0000-000000000000}"/>
          </ac:spMkLst>
        </pc:spChg>
        <pc:spChg chg="mod">
          <ac:chgData name="Mateusz Pomianek" userId="S::mpomianek@o365.prz.edu.pl::3d638ea4-2586-4d1a-a8fd-db8a3798db81" providerId="AD" clId="Web-{8357A3F0-9BB2-927E-B4C9-95DF170317DF}" dt="2026-06-28T11:51:46.581" v="433" actId="20577"/>
          <ac:spMkLst>
            <pc:docMk/>
            <pc:sldMk cId="2088606883" sldId="309"/>
            <ac:spMk id="26" creationId="{00000000-0000-0000-0000-000000000000}"/>
          </ac:spMkLst>
        </pc:spChg>
      </pc:sldChg>
      <pc:sldChg chg="modNotes">
        <pc:chgData name="Mateusz Pomianek" userId="S::mpomianek@o365.prz.edu.pl::3d638ea4-2586-4d1a-a8fd-db8a3798db81" providerId="AD" clId="Web-{8357A3F0-9BB2-927E-B4C9-95DF170317DF}" dt="2026-06-28T11:38:44.986" v="15"/>
        <pc:sldMkLst>
          <pc:docMk/>
          <pc:sldMk cId="1430717716" sldId="310"/>
        </pc:sldMkLst>
      </pc:sldChg>
      <pc:sldChg chg="modSp modNotes">
        <pc:chgData name="Mateusz Pomianek" userId="S::mpomianek@o365.prz.edu.pl::3d638ea4-2586-4d1a-a8fd-db8a3798db81" providerId="AD" clId="Web-{8357A3F0-9BB2-927E-B4C9-95DF170317DF}" dt="2026-06-28T11:52:15.989" v="441" actId="20577"/>
        <pc:sldMkLst>
          <pc:docMk/>
          <pc:sldMk cId="3845598310" sldId="311"/>
        </pc:sldMkLst>
        <pc:spChg chg="mod">
          <ac:chgData name="Mateusz Pomianek" userId="S::mpomianek@o365.prz.edu.pl::3d638ea4-2586-4d1a-a8fd-db8a3798db81" providerId="AD" clId="Web-{8357A3F0-9BB2-927E-B4C9-95DF170317DF}" dt="2026-06-28T11:52:03.614" v="434"/>
          <ac:spMkLst>
            <pc:docMk/>
            <pc:sldMk cId="3845598310" sldId="311"/>
            <ac:spMk id="7" creationId="{00000000-0000-0000-0000-000000000000}"/>
          </ac:spMkLst>
        </pc:spChg>
        <pc:spChg chg="mod">
          <ac:chgData name="Mateusz Pomianek" userId="S::mpomianek@o365.prz.edu.pl::3d638ea4-2586-4d1a-a8fd-db8a3798db81" providerId="AD" clId="Web-{8357A3F0-9BB2-927E-B4C9-95DF170317DF}" dt="2026-06-28T11:52:03.614" v="435"/>
          <ac:spMkLst>
            <pc:docMk/>
            <pc:sldMk cId="3845598310" sldId="311"/>
            <ac:spMk id="11" creationId="{00000000-0000-0000-0000-000000000000}"/>
          </ac:spMkLst>
        </pc:spChg>
        <pc:spChg chg="mod">
          <ac:chgData name="Mateusz Pomianek" userId="S::mpomianek@o365.prz.edu.pl::3d638ea4-2586-4d1a-a8fd-db8a3798db81" providerId="AD" clId="Web-{8357A3F0-9BB2-927E-B4C9-95DF170317DF}" dt="2026-06-28T11:52:03.614" v="436"/>
          <ac:spMkLst>
            <pc:docMk/>
            <pc:sldMk cId="3845598310" sldId="311"/>
            <ac:spMk id="15" creationId="{00000000-0000-0000-0000-000000000000}"/>
          </ac:spMkLst>
        </pc:spChg>
        <pc:spChg chg="mod">
          <ac:chgData name="Mateusz Pomianek" userId="S::mpomianek@o365.prz.edu.pl::3d638ea4-2586-4d1a-a8fd-db8a3798db81" providerId="AD" clId="Web-{8357A3F0-9BB2-927E-B4C9-95DF170317DF}" dt="2026-06-28T11:52:03.614" v="437"/>
          <ac:spMkLst>
            <pc:docMk/>
            <pc:sldMk cId="3845598310" sldId="311"/>
            <ac:spMk id="19" creationId="{00000000-0000-0000-0000-000000000000}"/>
          </ac:spMkLst>
        </pc:spChg>
        <pc:spChg chg="mod">
          <ac:chgData name="Mateusz Pomianek" userId="S::mpomianek@o365.prz.edu.pl::3d638ea4-2586-4d1a-a8fd-db8a3798db81" providerId="AD" clId="Web-{8357A3F0-9BB2-927E-B4C9-95DF170317DF}" dt="2026-06-28T11:52:03.629" v="438"/>
          <ac:spMkLst>
            <pc:docMk/>
            <pc:sldMk cId="3845598310" sldId="311"/>
            <ac:spMk id="23" creationId="{00000000-0000-0000-0000-000000000000}"/>
          </ac:spMkLst>
        </pc:spChg>
        <pc:spChg chg="mod">
          <ac:chgData name="Mateusz Pomianek" userId="S::mpomianek@o365.prz.edu.pl::3d638ea4-2586-4d1a-a8fd-db8a3798db81" providerId="AD" clId="Web-{8357A3F0-9BB2-927E-B4C9-95DF170317DF}" dt="2026-06-28T11:52:03.754" v="439"/>
          <ac:spMkLst>
            <pc:docMk/>
            <pc:sldMk cId="3845598310" sldId="311"/>
            <ac:spMk id="27" creationId="{00000000-0000-0000-0000-000000000000}"/>
          </ac:spMkLst>
        </pc:spChg>
        <pc:spChg chg="mod">
          <ac:chgData name="Mateusz Pomianek" userId="S::mpomianek@o365.prz.edu.pl::3d638ea4-2586-4d1a-a8fd-db8a3798db81" providerId="AD" clId="Web-{8357A3F0-9BB2-927E-B4C9-95DF170317DF}" dt="2026-06-28T11:52:15.989" v="441" actId="20577"/>
          <ac:spMkLst>
            <pc:docMk/>
            <pc:sldMk cId="3845598310" sldId="311"/>
            <ac:spMk id="30" creationId="{00000000-0000-0000-0000-000000000000}"/>
          </ac:spMkLst>
        </pc:spChg>
      </pc:sldChg>
      <pc:sldChg chg="modSp modNotes">
        <pc:chgData name="Mateusz Pomianek" userId="S::mpomianek@o365.prz.edu.pl::3d638ea4-2586-4d1a-a8fd-db8a3798db81" providerId="AD" clId="Web-{8357A3F0-9BB2-927E-B4C9-95DF170317DF}" dt="2026-06-28T11:52:53.928" v="462" actId="1076"/>
        <pc:sldMkLst>
          <pc:docMk/>
          <pc:sldMk cId="1824879158" sldId="312"/>
        </pc:sldMkLst>
        <pc:spChg chg="mod">
          <ac:chgData name="Mateusz Pomianek" userId="S::mpomianek@o365.prz.edu.pl::3d638ea4-2586-4d1a-a8fd-db8a3798db81" providerId="AD" clId="Web-{8357A3F0-9BB2-927E-B4C9-95DF170317DF}" dt="2026-06-28T11:52:53.616" v="448" actId="1076"/>
          <ac:spMkLst>
            <pc:docMk/>
            <pc:sldMk cId="1824879158" sldId="312"/>
            <ac:spMk id="25" creationId="{00000000-0000-0000-0000-000000000000}"/>
          </ac:spMkLst>
        </pc:spChg>
        <pc:spChg chg="mod">
          <ac:chgData name="Mateusz Pomianek" userId="S::mpomianek@o365.prz.edu.pl::3d638ea4-2586-4d1a-a8fd-db8a3798db81" providerId="AD" clId="Web-{8357A3F0-9BB2-927E-B4C9-95DF170317DF}" dt="2026-06-28T11:52:53.631" v="449" actId="1076"/>
          <ac:spMkLst>
            <pc:docMk/>
            <pc:sldMk cId="1824879158" sldId="312"/>
            <ac:spMk id="26" creationId="{00000000-0000-0000-0000-000000000000}"/>
          </ac:spMkLst>
        </pc:spChg>
        <pc:spChg chg="mod">
          <ac:chgData name="Mateusz Pomianek" userId="S::mpomianek@o365.prz.edu.pl::3d638ea4-2586-4d1a-a8fd-db8a3798db81" providerId="AD" clId="Web-{8357A3F0-9BB2-927E-B4C9-95DF170317DF}" dt="2026-06-28T11:52:53.663" v="450" actId="1076"/>
          <ac:spMkLst>
            <pc:docMk/>
            <pc:sldMk cId="1824879158" sldId="312"/>
            <ac:spMk id="27" creationId="{00000000-0000-0000-0000-000000000000}"/>
          </ac:spMkLst>
        </pc:spChg>
        <pc:spChg chg="mod">
          <ac:chgData name="Mateusz Pomianek" userId="S::mpomianek@o365.prz.edu.pl::3d638ea4-2586-4d1a-a8fd-db8a3798db81" providerId="AD" clId="Web-{8357A3F0-9BB2-927E-B4C9-95DF170317DF}" dt="2026-06-28T11:52:53.678" v="451" actId="1076"/>
          <ac:spMkLst>
            <pc:docMk/>
            <pc:sldMk cId="1824879158" sldId="312"/>
            <ac:spMk id="28" creationId="{00000000-0000-0000-0000-000000000000}"/>
          </ac:spMkLst>
        </pc:spChg>
        <pc:spChg chg="mod">
          <ac:chgData name="Mateusz Pomianek" userId="S::mpomianek@o365.prz.edu.pl::3d638ea4-2586-4d1a-a8fd-db8a3798db81" providerId="AD" clId="Web-{8357A3F0-9BB2-927E-B4C9-95DF170317DF}" dt="2026-06-28T11:52:53.710" v="452" actId="1076"/>
          <ac:spMkLst>
            <pc:docMk/>
            <pc:sldMk cId="1824879158" sldId="312"/>
            <ac:spMk id="29" creationId="{00000000-0000-0000-0000-000000000000}"/>
          </ac:spMkLst>
        </pc:spChg>
        <pc:spChg chg="mod">
          <ac:chgData name="Mateusz Pomianek" userId="S::mpomianek@o365.prz.edu.pl::3d638ea4-2586-4d1a-a8fd-db8a3798db81" providerId="AD" clId="Web-{8357A3F0-9BB2-927E-B4C9-95DF170317DF}" dt="2026-06-28T11:52:53.741" v="453" actId="1076"/>
          <ac:spMkLst>
            <pc:docMk/>
            <pc:sldMk cId="1824879158" sldId="312"/>
            <ac:spMk id="30" creationId="{00000000-0000-0000-0000-000000000000}"/>
          </ac:spMkLst>
        </pc:spChg>
        <pc:spChg chg="mod">
          <ac:chgData name="Mateusz Pomianek" userId="S::mpomianek@o365.prz.edu.pl::3d638ea4-2586-4d1a-a8fd-db8a3798db81" providerId="AD" clId="Web-{8357A3F0-9BB2-927E-B4C9-95DF170317DF}" dt="2026-06-28T11:52:53.756" v="454" actId="1076"/>
          <ac:spMkLst>
            <pc:docMk/>
            <pc:sldMk cId="1824879158" sldId="312"/>
            <ac:spMk id="31" creationId="{00000000-0000-0000-0000-000000000000}"/>
          </ac:spMkLst>
        </pc:spChg>
        <pc:spChg chg="mod">
          <ac:chgData name="Mateusz Pomianek" userId="S::mpomianek@o365.prz.edu.pl::3d638ea4-2586-4d1a-a8fd-db8a3798db81" providerId="AD" clId="Web-{8357A3F0-9BB2-927E-B4C9-95DF170317DF}" dt="2026-06-28T11:52:53.772" v="455" actId="1076"/>
          <ac:spMkLst>
            <pc:docMk/>
            <pc:sldMk cId="1824879158" sldId="312"/>
            <ac:spMk id="32" creationId="{00000000-0000-0000-0000-000000000000}"/>
          </ac:spMkLst>
        </pc:spChg>
        <pc:spChg chg="mod">
          <ac:chgData name="Mateusz Pomianek" userId="S::mpomianek@o365.prz.edu.pl::3d638ea4-2586-4d1a-a8fd-db8a3798db81" providerId="AD" clId="Web-{8357A3F0-9BB2-927E-B4C9-95DF170317DF}" dt="2026-06-28T11:52:53.788" v="456" actId="1076"/>
          <ac:spMkLst>
            <pc:docMk/>
            <pc:sldMk cId="1824879158" sldId="312"/>
            <ac:spMk id="33" creationId="{00000000-0000-0000-0000-000000000000}"/>
          </ac:spMkLst>
        </pc:spChg>
        <pc:spChg chg="mod">
          <ac:chgData name="Mateusz Pomianek" userId="S::mpomianek@o365.prz.edu.pl::3d638ea4-2586-4d1a-a8fd-db8a3798db81" providerId="AD" clId="Web-{8357A3F0-9BB2-927E-B4C9-95DF170317DF}" dt="2026-06-28T11:52:53.819" v="457" actId="1076"/>
          <ac:spMkLst>
            <pc:docMk/>
            <pc:sldMk cId="1824879158" sldId="312"/>
            <ac:spMk id="34" creationId="{00000000-0000-0000-0000-000000000000}"/>
          </ac:spMkLst>
        </pc:spChg>
        <pc:spChg chg="mod">
          <ac:chgData name="Mateusz Pomianek" userId="S::mpomianek@o365.prz.edu.pl::3d638ea4-2586-4d1a-a8fd-db8a3798db81" providerId="AD" clId="Web-{8357A3F0-9BB2-927E-B4C9-95DF170317DF}" dt="2026-06-28T11:52:53.850" v="458" actId="1076"/>
          <ac:spMkLst>
            <pc:docMk/>
            <pc:sldMk cId="1824879158" sldId="312"/>
            <ac:spMk id="35" creationId="{00000000-0000-0000-0000-000000000000}"/>
          </ac:spMkLst>
        </pc:spChg>
        <pc:spChg chg="mod">
          <ac:chgData name="Mateusz Pomianek" userId="S::mpomianek@o365.prz.edu.pl::3d638ea4-2586-4d1a-a8fd-db8a3798db81" providerId="AD" clId="Web-{8357A3F0-9BB2-927E-B4C9-95DF170317DF}" dt="2026-06-28T11:52:53.866" v="459" actId="1076"/>
          <ac:spMkLst>
            <pc:docMk/>
            <pc:sldMk cId="1824879158" sldId="312"/>
            <ac:spMk id="36" creationId="{00000000-0000-0000-0000-000000000000}"/>
          </ac:spMkLst>
        </pc:spChg>
        <pc:spChg chg="mod">
          <ac:chgData name="Mateusz Pomianek" userId="S::mpomianek@o365.prz.edu.pl::3d638ea4-2586-4d1a-a8fd-db8a3798db81" providerId="AD" clId="Web-{8357A3F0-9BB2-927E-B4C9-95DF170317DF}" dt="2026-06-28T11:52:53.881" v="460" actId="1076"/>
          <ac:spMkLst>
            <pc:docMk/>
            <pc:sldMk cId="1824879158" sldId="312"/>
            <ac:spMk id="37" creationId="{00000000-0000-0000-0000-000000000000}"/>
          </ac:spMkLst>
        </pc:spChg>
        <pc:spChg chg="mod">
          <ac:chgData name="Mateusz Pomianek" userId="S::mpomianek@o365.prz.edu.pl::3d638ea4-2586-4d1a-a8fd-db8a3798db81" providerId="AD" clId="Web-{8357A3F0-9BB2-927E-B4C9-95DF170317DF}" dt="2026-06-28T11:52:53.913" v="461" actId="1076"/>
          <ac:spMkLst>
            <pc:docMk/>
            <pc:sldMk cId="1824879158" sldId="312"/>
            <ac:spMk id="38" creationId="{00000000-0000-0000-0000-000000000000}"/>
          </ac:spMkLst>
        </pc:spChg>
        <pc:spChg chg="mod">
          <ac:chgData name="Mateusz Pomianek" userId="S::mpomianek@o365.prz.edu.pl::3d638ea4-2586-4d1a-a8fd-db8a3798db81" providerId="AD" clId="Web-{8357A3F0-9BB2-927E-B4C9-95DF170317DF}" dt="2026-06-28T11:52:53.928" v="462" actId="1076"/>
          <ac:spMkLst>
            <pc:docMk/>
            <pc:sldMk cId="1824879158" sldId="312"/>
            <ac:spMk id="39" creationId="{00000000-0000-0000-0000-000000000000}"/>
          </ac:spMkLst>
        </pc:spChg>
      </pc:sldChg>
      <pc:sldChg chg="modSp">
        <pc:chgData name="Mateusz Pomianek" userId="S::mpomianek@o365.prz.edu.pl::3d638ea4-2586-4d1a-a8fd-db8a3798db81" providerId="AD" clId="Web-{8357A3F0-9BB2-927E-B4C9-95DF170317DF}" dt="2026-06-28T11:53:36.758" v="474" actId="20577"/>
        <pc:sldMkLst>
          <pc:docMk/>
          <pc:sldMk cId="306567132" sldId="313"/>
        </pc:sldMkLst>
        <pc:spChg chg="mod">
          <ac:chgData name="Mateusz Pomianek" userId="S::mpomianek@o365.prz.edu.pl::3d638ea4-2586-4d1a-a8fd-db8a3798db81" providerId="AD" clId="Web-{8357A3F0-9BB2-927E-B4C9-95DF170317DF}" dt="2026-06-28T11:53:13.866" v="463" actId="14100"/>
          <ac:spMkLst>
            <pc:docMk/>
            <pc:sldMk cId="306567132" sldId="313"/>
            <ac:spMk id="7" creationId="{00000000-0000-0000-0000-000000000000}"/>
          </ac:spMkLst>
        </pc:spChg>
        <pc:spChg chg="mod">
          <ac:chgData name="Mateusz Pomianek" userId="S::mpomianek@o365.prz.edu.pl::3d638ea4-2586-4d1a-a8fd-db8a3798db81" providerId="AD" clId="Web-{8357A3F0-9BB2-927E-B4C9-95DF170317DF}" dt="2026-06-28T11:53:13.882" v="464" actId="14100"/>
          <ac:spMkLst>
            <pc:docMk/>
            <pc:sldMk cId="306567132" sldId="313"/>
            <ac:spMk id="11" creationId="{00000000-0000-0000-0000-000000000000}"/>
          </ac:spMkLst>
        </pc:spChg>
        <pc:spChg chg="mod">
          <ac:chgData name="Mateusz Pomianek" userId="S::mpomianek@o365.prz.edu.pl::3d638ea4-2586-4d1a-a8fd-db8a3798db81" providerId="AD" clId="Web-{8357A3F0-9BB2-927E-B4C9-95DF170317DF}" dt="2026-06-28T11:53:13.913" v="465" actId="14100"/>
          <ac:spMkLst>
            <pc:docMk/>
            <pc:sldMk cId="306567132" sldId="313"/>
            <ac:spMk id="15" creationId="{00000000-0000-0000-0000-000000000000}"/>
          </ac:spMkLst>
        </pc:spChg>
        <pc:spChg chg="mod">
          <ac:chgData name="Mateusz Pomianek" userId="S::mpomianek@o365.prz.edu.pl::3d638ea4-2586-4d1a-a8fd-db8a3798db81" providerId="AD" clId="Web-{8357A3F0-9BB2-927E-B4C9-95DF170317DF}" dt="2026-06-28T11:53:36.758" v="474" actId="20577"/>
          <ac:spMkLst>
            <pc:docMk/>
            <pc:sldMk cId="306567132" sldId="313"/>
            <ac:spMk id="16" creationId="{00000000-0000-0000-0000-000000000000}"/>
          </ac:spMkLst>
        </pc:spChg>
        <pc:spChg chg="mod">
          <ac:chgData name="Mateusz Pomianek" userId="S::mpomianek@o365.prz.edu.pl::3d638ea4-2586-4d1a-a8fd-db8a3798db81" providerId="AD" clId="Web-{8357A3F0-9BB2-927E-B4C9-95DF170317DF}" dt="2026-06-28T11:53:13.929" v="466" actId="14100"/>
          <ac:spMkLst>
            <pc:docMk/>
            <pc:sldMk cId="306567132" sldId="313"/>
            <ac:spMk id="19" creationId="{00000000-0000-0000-0000-000000000000}"/>
          </ac:spMkLst>
        </pc:spChg>
        <pc:spChg chg="mod">
          <ac:chgData name="Mateusz Pomianek" userId="S::mpomianek@o365.prz.edu.pl::3d638ea4-2586-4d1a-a8fd-db8a3798db81" providerId="AD" clId="Web-{8357A3F0-9BB2-927E-B4C9-95DF170317DF}" dt="2026-06-28T11:53:13.945" v="467" actId="14100"/>
          <ac:spMkLst>
            <pc:docMk/>
            <pc:sldMk cId="306567132" sldId="313"/>
            <ac:spMk id="23" creationId="{00000000-0000-0000-0000-000000000000}"/>
          </ac:spMkLst>
        </pc:spChg>
        <pc:spChg chg="mod">
          <ac:chgData name="Mateusz Pomianek" userId="S::mpomianek@o365.prz.edu.pl::3d638ea4-2586-4d1a-a8fd-db8a3798db81" providerId="AD" clId="Web-{8357A3F0-9BB2-927E-B4C9-95DF170317DF}" dt="2026-06-28T11:53:13.976" v="468" actId="14100"/>
          <ac:spMkLst>
            <pc:docMk/>
            <pc:sldMk cId="306567132" sldId="313"/>
            <ac:spMk id="27" creationId="{00000000-0000-0000-0000-000000000000}"/>
          </ac:spMkLst>
        </pc:spChg>
        <pc:spChg chg="mod">
          <ac:chgData name="Mateusz Pomianek" userId="S::mpomianek@o365.prz.edu.pl::3d638ea4-2586-4d1a-a8fd-db8a3798db81" providerId="AD" clId="Web-{8357A3F0-9BB2-927E-B4C9-95DF170317DF}" dt="2026-06-28T11:38:44.986" v="15"/>
          <ac:spMkLst>
            <pc:docMk/>
            <pc:sldMk cId="306567132" sldId="313"/>
            <ac:spMk id="28" creationId="{00000000-0000-0000-0000-000000000000}"/>
          </ac:spMkLst>
        </pc:spChg>
        <pc:spChg chg="mod">
          <ac:chgData name="Mateusz Pomianek" userId="S::mpomianek@o365.prz.edu.pl::3d638ea4-2586-4d1a-a8fd-db8a3798db81" providerId="AD" clId="Web-{8357A3F0-9BB2-927E-B4C9-95DF170317DF}" dt="2026-06-28T11:53:29.774" v="472" actId="20577"/>
          <ac:spMkLst>
            <pc:docMk/>
            <pc:sldMk cId="306567132" sldId="313"/>
            <ac:spMk id="30" creationId="{00000000-0000-0000-0000-000000000000}"/>
          </ac:spMkLst>
        </pc:spChg>
      </pc:sldChg>
      <pc:sldChg chg="modSp modNotes">
        <pc:chgData name="Mateusz Pomianek" userId="S::mpomianek@o365.prz.edu.pl::3d638ea4-2586-4d1a-a8fd-db8a3798db81" providerId="AD" clId="Web-{8357A3F0-9BB2-927E-B4C9-95DF170317DF}" dt="2026-06-28T11:54:21.979" v="482" actId="20577"/>
        <pc:sldMkLst>
          <pc:docMk/>
          <pc:sldMk cId="1440406072" sldId="314"/>
        </pc:sldMkLst>
        <pc:spChg chg="mod">
          <ac:chgData name="Mateusz Pomianek" userId="S::mpomianek@o365.prz.edu.pl::3d638ea4-2586-4d1a-a8fd-db8a3798db81" providerId="AD" clId="Web-{8357A3F0-9BB2-927E-B4C9-95DF170317DF}" dt="2026-06-28T11:54:10.931" v="480" actId="20577"/>
          <ac:spMkLst>
            <pc:docMk/>
            <pc:sldMk cId="1440406072" sldId="314"/>
            <ac:spMk id="7" creationId="{00000000-0000-0000-0000-000000000000}"/>
          </ac:spMkLst>
        </pc:spChg>
        <pc:spChg chg="mod">
          <ac:chgData name="Mateusz Pomianek" userId="S::mpomianek@o365.prz.edu.pl::3d638ea4-2586-4d1a-a8fd-db8a3798db81" providerId="AD" clId="Web-{8357A3F0-9BB2-927E-B4C9-95DF170317DF}" dt="2026-06-28T11:54:02.666" v="479" actId="20577"/>
          <ac:spMkLst>
            <pc:docMk/>
            <pc:sldMk cId="1440406072" sldId="314"/>
            <ac:spMk id="10" creationId="{00000000-0000-0000-0000-000000000000}"/>
          </ac:spMkLst>
        </pc:spChg>
        <pc:spChg chg="mod">
          <ac:chgData name="Mateusz Pomianek" userId="S::mpomianek@o365.prz.edu.pl::3d638ea4-2586-4d1a-a8fd-db8a3798db81" providerId="AD" clId="Web-{8357A3F0-9BB2-927E-B4C9-95DF170317DF}" dt="2026-06-28T11:53:45.196" v="476" actId="20577"/>
          <ac:spMkLst>
            <pc:docMk/>
            <pc:sldMk cId="1440406072" sldId="314"/>
            <ac:spMk id="14" creationId="{00000000-0000-0000-0000-000000000000}"/>
          </ac:spMkLst>
        </pc:spChg>
        <pc:spChg chg="mod">
          <ac:chgData name="Mateusz Pomianek" userId="S::mpomianek@o365.prz.edu.pl::3d638ea4-2586-4d1a-a8fd-db8a3798db81" providerId="AD" clId="Web-{8357A3F0-9BB2-927E-B4C9-95DF170317DF}" dt="2026-06-28T11:54:21.979" v="482" actId="20577"/>
          <ac:spMkLst>
            <pc:docMk/>
            <pc:sldMk cId="1440406072" sldId="314"/>
            <ac:spMk id="19" creationId="{00000000-0000-0000-0000-000000000000}"/>
          </ac:spMkLst>
        </pc:spChg>
        <pc:spChg chg="mod">
          <ac:chgData name="Mateusz Pomianek" userId="S::mpomianek@o365.prz.edu.pl::3d638ea4-2586-4d1a-a8fd-db8a3798db81" providerId="AD" clId="Web-{8357A3F0-9BB2-927E-B4C9-95DF170317DF}" dt="2026-06-28T11:53:54.509" v="478" actId="14100"/>
          <ac:spMkLst>
            <pc:docMk/>
            <pc:sldMk cId="1440406072" sldId="314"/>
            <ac:spMk id="22" creationId="{00000000-0000-0000-0000-000000000000}"/>
          </ac:spMkLst>
        </pc:spChg>
      </pc:sldChg>
      <pc:sldChg chg="modSp modNotes">
        <pc:chgData name="Mateusz Pomianek" userId="S::mpomianek@o365.prz.edu.pl::3d638ea4-2586-4d1a-a8fd-db8a3798db81" providerId="AD" clId="Web-{8357A3F0-9BB2-927E-B4C9-95DF170317DF}" dt="2026-06-28T11:57:34.390" v="539" actId="20577"/>
        <pc:sldMkLst>
          <pc:docMk/>
          <pc:sldMk cId="2948925827" sldId="315"/>
        </pc:sldMkLst>
        <pc:spChg chg="mod">
          <ac:chgData name="Mateusz Pomianek" userId="S::mpomianek@o365.prz.edu.pl::3d638ea4-2586-4d1a-a8fd-db8a3798db81" providerId="AD" clId="Web-{8357A3F0-9BB2-927E-B4C9-95DF170317DF}" dt="2026-06-28T11:57:34.390" v="539" actId="20577"/>
          <ac:spMkLst>
            <pc:docMk/>
            <pc:sldMk cId="2948925827" sldId="315"/>
            <ac:spMk id="3" creationId="{00000000-0000-0000-0000-000000000000}"/>
          </ac:spMkLst>
        </pc:spChg>
        <pc:spChg chg="mod">
          <ac:chgData name="Mateusz Pomianek" userId="S::mpomianek@o365.prz.edu.pl::3d638ea4-2586-4d1a-a8fd-db8a3798db81" providerId="AD" clId="Web-{8357A3F0-9BB2-927E-B4C9-95DF170317DF}" dt="2026-06-28T11:55:00.308" v="487" actId="20577"/>
          <ac:spMkLst>
            <pc:docMk/>
            <pc:sldMk cId="2948925827" sldId="315"/>
            <ac:spMk id="41" creationId="{00000000-0000-0000-0000-000000000000}"/>
          </ac:spMkLst>
        </pc:spChg>
      </pc:sldChg>
      <pc:sldChg chg="modSp modNotes">
        <pc:chgData name="Mateusz Pomianek" userId="S::mpomianek@o365.prz.edu.pl::3d638ea4-2586-4d1a-a8fd-db8a3798db81" providerId="AD" clId="Web-{8357A3F0-9BB2-927E-B4C9-95DF170317DF}" dt="2026-06-28T11:57:28.452" v="534" actId="20577"/>
        <pc:sldMkLst>
          <pc:docMk/>
          <pc:sldMk cId="3282247216" sldId="316"/>
        </pc:sldMkLst>
        <pc:spChg chg="mod">
          <ac:chgData name="Mateusz Pomianek" userId="S::mpomianek@o365.prz.edu.pl::3d638ea4-2586-4d1a-a8fd-db8a3798db81" providerId="AD" clId="Web-{8357A3F0-9BB2-927E-B4C9-95DF170317DF}" dt="2026-06-28T11:57:28.452" v="534" actId="20577"/>
          <ac:spMkLst>
            <pc:docMk/>
            <pc:sldMk cId="3282247216" sldId="316"/>
            <ac:spMk id="3" creationId="{00000000-0000-0000-0000-000000000000}"/>
          </ac:spMkLst>
        </pc:spChg>
        <pc:spChg chg="mod">
          <ac:chgData name="Mateusz Pomianek" userId="S::mpomianek@o365.prz.edu.pl::3d638ea4-2586-4d1a-a8fd-db8a3798db81" providerId="AD" clId="Web-{8357A3F0-9BB2-927E-B4C9-95DF170317DF}" dt="2026-06-28T11:56:08.794" v="505" actId="20577"/>
          <ac:spMkLst>
            <pc:docMk/>
            <pc:sldMk cId="3282247216" sldId="316"/>
            <ac:spMk id="14" creationId="{00000000-0000-0000-0000-000000000000}"/>
          </ac:spMkLst>
        </pc:spChg>
        <pc:spChg chg="mod">
          <ac:chgData name="Mateusz Pomianek" userId="S::mpomianek@o365.prz.edu.pl::3d638ea4-2586-4d1a-a8fd-db8a3798db81" providerId="AD" clId="Web-{8357A3F0-9BB2-927E-B4C9-95DF170317DF}" dt="2026-06-28T11:57:11.530" v="526" actId="14100"/>
          <ac:spMkLst>
            <pc:docMk/>
            <pc:sldMk cId="3282247216" sldId="316"/>
            <ac:spMk id="19" creationId="{00000000-0000-0000-0000-000000000000}"/>
          </ac:spMkLst>
        </pc:spChg>
        <pc:spChg chg="mod">
          <ac:chgData name="Mateusz Pomianek" userId="S::mpomianek@o365.prz.edu.pl::3d638ea4-2586-4d1a-a8fd-db8a3798db81" providerId="AD" clId="Web-{8357A3F0-9BB2-927E-B4C9-95DF170317DF}" dt="2026-06-28T11:57:18.295" v="527" actId="1076"/>
          <ac:spMkLst>
            <pc:docMk/>
            <pc:sldMk cId="3282247216" sldId="316"/>
            <ac:spMk id="20" creationId="{00000000-0000-0000-0000-000000000000}"/>
          </ac:spMkLst>
        </pc:spChg>
        <pc:spChg chg="mod">
          <ac:chgData name="Mateusz Pomianek" userId="S::mpomianek@o365.prz.edu.pl::3d638ea4-2586-4d1a-a8fd-db8a3798db81" providerId="AD" clId="Web-{8357A3F0-9BB2-927E-B4C9-95DF170317DF}" dt="2026-06-28T11:57:18.342" v="528" actId="1076"/>
          <ac:spMkLst>
            <pc:docMk/>
            <pc:sldMk cId="3282247216" sldId="316"/>
            <ac:spMk id="21" creationId="{00000000-0000-0000-0000-000000000000}"/>
          </ac:spMkLst>
        </pc:spChg>
        <pc:spChg chg="mod">
          <ac:chgData name="Mateusz Pomianek" userId="S::mpomianek@o365.prz.edu.pl::3d638ea4-2586-4d1a-a8fd-db8a3798db81" providerId="AD" clId="Web-{8357A3F0-9BB2-927E-B4C9-95DF170317DF}" dt="2026-06-28T11:57:18.374" v="529" actId="1076"/>
          <ac:spMkLst>
            <pc:docMk/>
            <pc:sldMk cId="3282247216" sldId="316"/>
            <ac:spMk id="22" creationId="{00000000-0000-0000-0000-000000000000}"/>
          </ac:spMkLst>
        </pc:spChg>
        <pc:spChg chg="mod">
          <ac:chgData name="Mateusz Pomianek" userId="S::mpomianek@o365.prz.edu.pl::3d638ea4-2586-4d1a-a8fd-db8a3798db81" providerId="AD" clId="Web-{8357A3F0-9BB2-927E-B4C9-95DF170317DF}" dt="2026-06-28T11:57:18.405" v="530" actId="1076"/>
          <ac:spMkLst>
            <pc:docMk/>
            <pc:sldMk cId="3282247216" sldId="316"/>
            <ac:spMk id="23" creationId="{00000000-0000-0000-0000-000000000000}"/>
          </ac:spMkLst>
        </pc:spChg>
        <pc:spChg chg="mod">
          <ac:chgData name="Mateusz Pomianek" userId="S::mpomianek@o365.prz.edu.pl::3d638ea4-2586-4d1a-a8fd-db8a3798db81" providerId="AD" clId="Web-{8357A3F0-9BB2-927E-B4C9-95DF170317DF}" dt="2026-06-28T11:57:18.436" v="531" actId="1076"/>
          <ac:spMkLst>
            <pc:docMk/>
            <pc:sldMk cId="3282247216" sldId="316"/>
            <ac:spMk id="24" creationId="{00000000-0000-0000-0000-000000000000}"/>
          </ac:spMkLst>
        </pc:spChg>
        <pc:spChg chg="mod">
          <ac:chgData name="Mateusz Pomianek" userId="S::mpomianek@o365.prz.edu.pl::3d638ea4-2586-4d1a-a8fd-db8a3798db81" providerId="AD" clId="Web-{8357A3F0-9BB2-927E-B4C9-95DF170317DF}" dt="2026-06-28T11:55:48.637" v="500" actId="20577"/>
          <ac:spMkLst>
            <pc:docMk/>
            <pc:sldMk cId="3282247216" sldId="316"/>
            <ac:spMk id="41" creationId="{00000000-0000-0000-0000-000000000000}"/>
          </ac:spMkLst>
        </pc:spChg>
      </pc:sldChg>
      <pc:sldChg chg="modSp modNotes">
        <pc:chgData name="Mateusz Pomianek" userId="S::mpomianek@o365.prz.edu.pl::3d638ea4-2586-4d1a-a8fd-db8a3798db81" providerId="AD" clId="Web-{8357A3F0-9BB2-927E-B4C9-95DF170317DF}" dt="2026-06-28T11:57:53.671" v="545" actId="20577"/>
        <pc:sldMkLst>
          <pc:docMk/>
          <pc:sldMk cId="1444233022" sldId="317"/>
        </pc:sldMkLst>
        <pc:spChg chg="mod">
          <ac:chgData name="Mateusz Pomianek" userId="S::mpomianek@o365.prz.edu.pl::3d638ea4-2586-4d1a-a8fd-db8a3798db81" providerId="AD" clId="Web-{8357A3F0-9BB2-927E-B4C9-95DF170317DF}" dt="2026-06-28T11:57:53.671" v="545" actId="20577"/>
          <ac:spMkLst>
            <pc:docMk/>
            <pc:sldMk cId="1444233022" sldId="317"/>
            <ac:spMk id="13" creationId="{00000000-0000-0000-0000-000000000000}"/>
          </ac:spMkLst>
        </pc:spChg>
        <pc:spChg chg="mod">
          <ac:chgData name="Mateusz Pomianek" userId="S::mpomianek@o365.prz.edu.pl::3d638ea4-2586-4d1a-a8fd-db8a3798db81" providerId="AD" clId="Web-{8357A3F0-9BB2-927E-B4C9-95DF170317DF}" dt="2026-06-28T11:57:49.359" v="542" actId="20577"/>
          <ac:spMkLst>
            <pc:docMk/>
            <pc:sldMk cId="1444233022" sldId="317"/>
            <ac:spMk id="14" creationId="{00000000-0000-0000-0000-000000000000}"/>
          </ac:spMkLst>
        </pc:spChg>
      </pc:sldChg>
      <pc:sldChg chg="modSp modNotes">
        <pc:chgData name="Mateusz Pomianek" userId="S::mpomianek@o365.prz.edu.pl::3d638ea4-2586-4d1a-a8fd-db8a3798db81" providerId="AD" clId="Web-{8357A3F0-9BB2-927E-B4C9-95DF170317DF}" dt="2026-06-28T11:38:44.986" v="15"/>
        <pc:sldMkLst>
          <pc:docMk/>
          <pc:sldMk cId="4268409134" sldId="318"/>
        </pc:sldMkLst>
        <pc:spChg chg="mod">
          <ac:chgData name="Mateusz Pomianek" userId="S::mpomianek@o365.prz.edu.pl::3d638ea4-2586-4d1a-a8fd-db8a3798db81" providerId="AD" clId="Web-{8357A3F0-9BB2-927E-B4C9-95DF170317DF}" dt="2026-06-28T11:38:44.986" v="15"/>
          <ac:spMkLst>
            <pc:docMk/>
            <pc:sldMk cId="4268409134" sldId="318"/>
            <ac:spMk id="32" creationId="{00000000-0000-0000-0000-000000000000}"/>
          </ac:spMkLst>
        </pc:spChg>
      </pc:sldChg>
      <pc:sldChg chg="modNotes">
        <pc:chgData name="Mateusz Pomianek" userId="S::mpomianek@o365.prz.edu.pl::3d638ea4-2586-4d1a-a8fd-db8a3798db81" providerId="AD" clId="Web-{8357A3F0-9BB2-927E-B4C9-95DF170317DF}" dt="2026-06-28T11:38:44.986" v="15"/>
        <pc:sldMkLst>
          <pc:docMk/>
          <pc:sldMk cId="757004000" sldId="319"/>
        </pc:sldMkLst>
      </pc:sldChg>
      <pc:sldChg chg="modSp modNotes">
        <pc:chgData name="Mateusz Pomianek" userId="S::mpomianek@o365.prz.edu.pl::3d638ea4-2586-4d1a-a8fd-db8a3798db81" providerId="AD" clId="Web-{8357A3F0-9BB2-927E-B4C9-95DF170317DF}" dt="2026-06-28T11:38:44.986" v="15"/>
        <pc:sldMkLst>
          <pc:docMk/>
          <pc:sldMk cId="3281398045" sldId="320"/>
        </pc:sldMkLst>
        <pc:spChg chg="mod">
          <ac:chgData name="Mateusz Pomianek" userId="S::mpomianek@o365.prz.edu.pl::3d638ea4-2586-4d1a-a8fd-db8a3798db81" providerId="AD" clId="Web-{8357A3F0-9BB2-927E-B4C9-95DF170317DF}" dt="2026-06-28T11:38:44.986" v="15"/>
          <ac:spMkLst>
            <pc:docMk/>
            <pc:sldMk cId="3281398045" sldId="320"/>
            <ac:spMk id="27" creationId="{00000000-0000-0000-0000-000000000000}"/>
          </ac:spMkLst>
        </pc:spChg>
      </pc:sldChg>
      <pc:sldChg chg="addSp delSp modSp add ord replId">
        <pc:chgData name="Mateusz Pomianek" userId="S::mpomianek@o365.prz.edu.pl::3d638ea4-2586-4d1a-a8fd-db8a3798db81" providerId="AD" clId="Web-{8357A3F0-9BB2-927E-B4C9-95DF170317DF}" dt="2026-06-28T12:34:05.663" v="896"/>
        <pc:sldMkLst>
          <pc:docMk/>
          <pc:sldMk cId="2069432866" sldId="321"/>
        </pc:sldMkLst>
        <pc:spChg chg="mod">
          <ac:chgData name="Mateusz Pomianek" userId="S::mpomianek@o365.prz.edu.pl::3d638ea4-2586-4d1a-a8fd-db8a3798db81" providerId="AD" clId="Web-{8357A3F0-9BB2-927E-B4C9-95DF170317DF}" dt="2026-06-28T11:58:57.063" v="565" actId="14100"/>
          <ac:spMkLst>
            <pc:docMk/>
            <pc:sldMk cId="2069432866" sldId="321"/>
            <ac:spMk id="2" creationId="{0B756B20-265D-72E9-15BE-F870E831A713}"/>
          </ac:spMkLst>
        </pc:spChg>
        <pc:spChg chg="mod">
          <ac:chgData name="Mateusz Pomianek" userId="S::mpomianek@o365.prz.edu.pl::3d638ea4-2586-4d1a-a8fd-db8a3798db81" providerId="AD" clId="Web-{8357A3F0-9BB2-927E-B4C9-95DF170317DF}" dt="2026-06-28T11:59:00.204" v="566" actId="1076"/>
          <ac:spMkLst>
            <pc:docMk/>
            <pc:sldMk cId="2069432866" sldId="321"/>
            <ac:spMk id="3" creationId="{6A8AE544-DAC4-3AAA-0CBC-8823BACA1F55}"/>
          </ac:spMkLst>
        </pc:spChg>
        <pc:spChg chg="del">
          <ac:chgData name="Mateusz Pomianek" userId="S::mpomianek@o365.prz.edu.pl::3d638ea4-2586-4d1a-a8fd-db8a3798db81" providerId="AD" clId="Web-{8357A3F0-9BB2-927E-B4C9-95DF170317DF}" dt="2026-06-28T11:59:03.079" v="567"/>
          <ac:spMkLst>
            <pc:docMk/>
            <pc:sldMk cId="2069432866" sldId="321"/>
            <ac:spMk id="4" creationId="{54544C47-5767-6F96-45CB-8221D728C80C}"/>
          </ac:spMkLst>
        </pc:spChg>
        <pc:spChg chg="del mod">
          <ac:chgData name="Mateusz Pomianek" userId="S::mpomianek@o365.prz.edu.pl::3d638ea4-2586-4d1a-a8fd-db8a3798db81" providerId="AD" clId="Web-{8357A3F0-9BB2-927E-B4C9-95DF170317DF}" dt="2026-06-28T12:23:30.112" v="802"/>
          <ac:spMkLst>
            <pc:docMk/>
            <pc:sldMk cId="2069432866" sldId="321"/>
            <ac:spMk id="5" creationId="{50FC263F-1182-0CB1-2645-E55AD44D0E14}"/>
          </ac:spMkLst>
        </pc:spChg>
        <pc:spChg chg="del mod">
          <ac:chgData name="Mateusz Pomianek" userId="S::mpomianek@o365.prz.edu.pl::3d638ea4-2586-4d1a-a8fd-db8a3798db81" providerId="AD" clId="Web-{8357A3F0-9BB2-927E-B4C9-95DF170317DF}" dt="2026-06-28T12:11:01.614" v="623"/>
          <ac:spMkLst>
            <pc:docMk/>
            <pc:sldMk cId="2069432866" sldId="321"/>
            <ac:spMk id="6" creationId="{345E7BE9-E4E9-1E58-DFC9-C188E05CCA58}"/>
          </ac:spMkLst>
        </pc:spChg>
        <pc:spChg chg="del mod">
          <ac:chgData name="Mateusz Pomianek" userId="S::mpomianek@o365.prz.edu.pl::3d638ea4-2586-4d1a-a8fd-db8a3798db81" providerId="AD" clId="Web-{8357A3F0-9BB2-927E-B4C9-95DF170317DF}" dt="2026-06-28T12:11:03.520" v="624"/>
          <ac:spMkLst>
            <pc:docMk/>
            <pc:sldMk cId="2069432866" sldId="321"/>
            <ac:spMk id="7" creationId="{C8ED90E0-C917-4C50-6266-B724AD2B1223}"/>
          </ac:spMkLst>
        </pc:spChg>
        <pc:spChg chg="del">
          <ac:chgData name="Mateusz Pomianek" userId="S::mpomianek@o365.prz.edu.pl::3d638ea4-2586-4d1a-a8fd-db8a3798db81" providerId="AD" clId="Web-{8357A3F0-9BB2-927E-B4C9-95DF170317DF}" dt="2026-06-28T11:58:50.531" v="564"/>
          <ac:spMkLst>
            <pc:docMk/>
            <pc:sldMk cId="2069432866" sldId="321"/>
            <ac:spMk id="8" creationId="{F360E4D2-0611-667F-1457-B2C9DA041FAE}"/>
          </ac:spMkLst>
        </pc:spChg>
        <pc:spChg chg="del">
          <ac:chgData name="Mateusz Pomianek" userId="S::mpomianek@o365.prz.edu.pl::3d638ea4-2586-4d1a-a8fd-db8a3798db81" providerId="AD" clId="Web-{8357A3F0-9BB2-927E-B4C9-95DF170317DF}" dt="2026-06-28T11:58:50.531" v="563"/>
          <ac:spMkLst>
            <pc:docMk/>
            <pc:sldMk cId="2069432866" sldId="321"/>
            <ac:spMk id="9" creationId="{F3D5B733-20A4-4359-17F4-02E61C6BDB72}"/>
          </ac:spMkLst>
        </pc:spChg>
        <pc:spChg chg="del">
          <ac:chgData name="Mateusz Pomianek" userId="S::mpomianek@o365.prz.edu.pl::3d638ea4-2586-4d1a-a8fd-db8a3798db81" providerId="AD" clId="Web-{8357A3F0-9BB2-927E-B4C9-95DF170317DF}" dt="2026-06-28T11:58:50.531" v="562"/>
          <ac:spMkLst>
            <pc:docMk/>
            <pc:sldMk cId="2069432866" sldId="321"/>
            <ac:spMk id="10" creationId="{833B3323-2CC4-AAFF-A952-850BE996626D}"/>
          </ac:spMkLst>
        </pc:spChg>
        <pc:spChg chg="del">
          <ac:chgData name="Mateusz Pomianek" userId="S::mpomianek@o365.prz.edu.pl::3d638ea4-2586-4d1a-a8fd-db8a3798db81" providerId="AD" clId="Web-{8357A3F0-9BB2-927E-B4C9-95DF170317DF}" dt="2026-06-28T11:58:26.344" v="551"/>
          <ac:spMkLst>
            <pc:docMk/>
            <pc:sldMk cId="2069432866" sldId="321"/>
            <ac:spMk id="11" creationId="{FD569B7D-74EA-4671-03EA-6648ADFF645A}"/>
          </ac:spMkLst>
        </pc:spChg>
        <pc:spChg chg="del">
          <ac:chgData name="Mateusz Pomianek" userId="S::mpomianek@o365.prz.edu.pl::3d638ea4-2586-4d1a-a8fd-db8a3798db81" providerId="AD" clId="Web-{8357A3F0-9BB2-927E-B4C9-95DF170317DF}" dt="2026-06-28T11:58:27.328" v="552"/>
          <ac:spMkLst>
            <pc:docMk/>
            <pc:sldMk cId="2069432866" sldId="321"/>
            <ac:spMk id="12" creationId="{8DD894A0-7B02-D0EC-25C4-C019323ADBBF}"/>
          </ac:spMkLst>
        </pc:spChg>
        <pc:spChg chg="del mod">
          <ac:chgData name="Mateusz Pomianek" userId="S::mpomianek@o365.prz.edu.pl::3d638ea4-2586-4d1a-a8fd-db8a3798db81" providerId="AD" clId="Web-{8357A3F0-9BB2-927E-B4C9-95DF170317DF}" dt="2026-06-28T12:17:54.575" v="731"/>
          <ac:spMkLst>
            <pc:docMk/>
            <pc:sldMk cId="2069432866" sldId="321"/>
            <ac:spMk id="13" creationId="{D824FB7A-EB6F-F613-0D21-280E4D912F8B}"/>
          </ac:spMkLst>
        </pc:spChg>
        <pc:spChg chg="del">
          <ac:chgData name="Mateusz Pomianek" userId="S::mpomianek@o365.prz.edu.pl::3d638ea4-2586-4d1a-a8fd-db8a3798db81" providerId="AD" clId="Web-{8357A3F0-9BB2-927E-B4C9-95DF170317DF}" dt="2026-06-28T11:58:25.109" v="550"/>
          <ac:spMkLst>
            <pc:docMk/>
            <pc:sldMk cId="2069432866" sldId="321"/>
            <ac:spMk id="14" creationId="{6622B776-47F3-6C20-A54C-CC1B094E7EE6}"/>
          </ac:spMkLst>
        </pc:spChg>
        <pc:spChg chg="del">
          <ac:chgData name="Mateusz Pomianek" userId="S::mpomianek@o365.prz.edu.pl::3d638ea4-2586-4d1a-a8fd-db8a3798db81" providerId="AD" clId="Web-{8357A3F0-9BB2-927E-B4C9-95DF170317DF}" dt="2026-06-28T11:58:28.484" v="553"/>
          <ac:spMkLst>
            <pc:docMk/>
            <pc:sldMk cId="2069432866" sldId="321"/>
            <ac:spMk id="15" creationId="{E84DD976-BF8B-41A9-9642-B8AFFB317D08}"/>
          </ac:spMkLst>
        </pc:spChg>
        <pc:spChg chg="del">
          <ac:chgData name="Mateusz Pomianek" userId="S::mpomianek@o365.prz.edu.pl::3d638ea4-2586-4d1a-a8fd-db8a3798db81" providerId="AD" clId="Web-{8357A3F0-9BB2-927E-B4C9-95DF170317DF}" dt="2026-06-28T11:58:29.734" v="554"/>
          <ac:spMkLst>
            <pc:docMk/>
            <pc:sldMk cId="2069432866" sldId="321"/>
            <ac:spMk id="16" creationId="{EC72645E-E6A5-D395-E4FE-C6B18FCC627B}"/>
          </ac:spMkLst>
        </pc:spChg>
        <pc:spChg chg="del">
          <ac:chgData name="Mateusz Pomianek" userId="S::mpomianek@o365.prz.edu.pl::3d638ea4-2586-4d1a-a8fd-db8a3798db81" providerId="AD" clId="Web-{8357A3F0-9BB2-927E-B4C9-95DF170317DF}" dt="2026-06-28T11:58:35" v="560"/>
          <ac:spMkLst>
            <pc:docMk/>
            <pc:sldMk cId="2069432866" sldId="321"/>
            <ac:spMk id="17" creationId="{7FE3201C-EBF1-9176-4706-93FBCDC3D9BC}"/>
          </ac:spMkLst>
        </pc:spChg>
        <pc:spChg chg="del">
          <ac:chgData name="Mateusz Pomianek" userId="S::mpomianek@o365.prz.edu.pl::3d638ea4-2586-4d1a-a8fd-db8a3798db81" providerId="AD" clId="Web-{8357A3F0-9BB2-927E-B4C9-95DF170317DF}" dt="2026-06-28T11:58:35" v="559"/>
          <ac:spMkLst>
            <pc:docMk/>
            <pc:sldMk cId="2069432866" sldId="321"/>
            <ac:spMk id="18" creationId="{1CF519A6-37E3-D31C-A757-45A774AC1FE5}"/>
          </ac:spMkLst>
        </pc:spChg>
        <pc:spChg chg="del">
          <ac:chgData name="Mateusz Pomianek" userId="S::mpomianek@o365.prz.edu.pl::3d638ea4-2586-4d1a-a8fd-db8a3798db81" providerId="AD" clId="Web-{8357A3F0-9BB2-927E-B4C9-95DF170317DF}" dt="2026-06-28T11:58:35" v="558"/>
          <ac:spMkLst>
            <pc:docMk/>
            <pc:sldMk cId="2069432866" sldId="321"/>
            <ac:spMk id="19" creationId="{3322AE50-423B-67ED-5A4B-79C19E8D1976}"/>
          </ac:spMkLst>
        </pc:spChg>
        <pc:spChg chg="del">
          <ac:chgData name="Mateusz Pomianek" userId="S::mpomianek@o365.prz.edu.pl::3d638ea4-2586-4d1a-a8fd-db8a3798db81" providerId="AD" clId="Web-{8357A3F0-9BB2-927E-B4C9-95DF170317DF}" dt="2026-06-28T11:58:35" v="557"/>
          <ac:spMkLst>
            <pc:docMk/>
            <pc:sldMk cId="2069432866" sldId="321"/>
            <ac:spMk id="20" creationId="{E9D95A23-9BB2-74E8-24BB-B8D79E1BD2F4}"/>
          </ac:spMkLst>
        </pc:spChg>
        <pc:spChg chg="del">
          <ac:chgData name="Mateusz Pomianek" userId="S::mpomianek@o365.prz.edu.pl::3d638ea4-2586-4d1a-a8fd-db8a3798db81" providerId="AD" clId="Web-{8357A3F0-9BB2-927E-B4C9-95DF170317DF}" dt="2026-06-28T11:58:35" v="556"/>
          <ac:spMkLst>
            <pc:docMk/>
            <pc:sldMk cId="2069432866" sldId="321"/>
            <ac:spMk id="21" creationId="{8DE66971-BA1D-32D1-E111-62B2190F1AA7}"/>
          </ac:spMkLst>
        </pc:spChg>
        <pc:spChg chg="del">
          <ac:chgData name="Mateusz Pomianek" userId="S::mpomianek@o365.prz.edu.pl::3d638ea4-2586-4d1a-a8fd-db8a3798db81" providerId="AD" clId="Web-{8357A3F0-9BB2-927E-B4C9-95DF170317DF}" dt="2026-06-28T11:58:35" v="555"/>
          <ac:spMkLst>
            <pc:docMk/>
            <pc:sldMk cId="2069432866" sldId="321"/>
            <ac:spMk id="22" creationId="{6B625544-A279-5D71-5BFF-53B4F0563EEF}"/>
          </ac:spMkLst>
        </pc:spChg>
        <pc:spChg chg="del">
          <ac:chgData name="Mateusz Pomianek" userId="S::mpomianek@o365.prz.edu.pl::3d638ea4-2586-4d1a-a8fd-db8a3798db81" providerId="AD" clId="Web-{8357A3F0-9BB2-927E-B4C9-95DF170317DF}" dt="2026-06-28T12:23:55.956" v="815"/>
          <ac:spMkLst>
            <pc:docMk/>
            <pc:sldMk cId="2069432866" sldId="321"/>
            <ac:spMk id="23" creationId="{DE89C338-ACA7-7113-7E1A-27CAD7559F62}"/>
          </ac:spMkLst>
        </pc:spChg>
        <pc:spChg chg="add mod">
          <ac:chgData name="Mateusz Pomianek" userId="S::mpomianek@o365.prz.edu.pl::3d638ea4-2586-4d1a-a8fd-db8a3798db81" providerId="AD" clId="Web-{8357A3F0-9BB2-927E-B4C9-95DF170317DF}" dt="2026-06-28T12:22:13.235" v="786" actId="20577"/>
          <ac:spMkLst>
            <pc:docMk/>
            <pc:sldMk cId="2069432866" sldId="321"/>
            <ac:spMk id="24" creationId="{DD6CCC13-B259-305D-E2F5-F8D34E059706}"/>
          </ac:spMkLst>
        </pc:spChg>
        <pc:spChg chg="add del mod">
          <ac:chgData name="Mateusz Pomianek" userId="S::mpomianek@o365.prz.edu.pl::3d638ea4-2586-4d1a-a8fd-db8a3798db81" providerId="AD" clId="Web-{8357A3F0-9BB2-927E-B4C9-95DF170317DF}" dt="2026-06-28T12:09:57.580" v="598"/>
          <ac:spMkLst>
            <pc:docMk/>
            <pc:sldMk cId="2069432866" sldId="321"/>
            <ac:spMk id="25" creationId="{FC0081E7-52FB-63A5-B811-F1B0FA631B15}"/>
          </ac:spMkLst>
        </pc:spChg>
        <pc:spChg chg="add del mod">
          <ac:chgData name="Mateusz Pomianek" userId="S::mpomianek@o365.prz.edu.pl::3d638ea4-2586-4d1a-a8fd-db8a3798db81" providerId="AD" clId="Web-{8357A3F0-9BB2-927E-B4C9-95DF170317DF}" dt="2026-06-28T12:17:16.278" v="713"/>
          <ac:spMkLst>
            <pc:docMk/>
            <pc:sldMk cId="2069432866" sldId="321"/>
            <ac:spMk id="26" creationId="{8FF480D9-C4EA-1C74-8595-90F5E104CD4A}"/>
          </ac:spMkLst>
        </pc:spChg>
        <pc:spChg chg="add mod">
          <ac:chgData name="Mateusz Pomianek" userId="S::mpomianek@o365.prz.edu.pl::3d638ea4-2586-4d1a-a8fd-db8a3798db81" providerId="AD" clId="Web-{8357A3F0-9BB2-927E-B4C9-95DF170317DF}" dt="2026-06-28T12:21:59.594" v="781" actId="20577"/>
          <ac:spMkLst>
            <pc:docMk/>
            <pc:sldMk cId="2069432866" sldId="321"/>
            <ac:spMk id="27" creationId="{165CC8B1-E22D-F9B5-915F-A13866BEDD8A}"/>
          </ac:spMkLst>
        </pc:spChg>
        <pc:spChg chg="add mod">
          <ac:chgData name="Mateusz Pomianek" userId="S::mpomianek@o365.prz.edu.pl::3d638ea4-2586-4d1a-a8fd-db8a3798db81" providerId="AD" clId="Web-{8357A3F0-9BB2-927E-B4C9-95DF170317DF}" dt="2026-06-28T12:21:25.703" v="771" actId="20577"/>
          <ac:spMkLst>
            <pc:docMk/>
            <pc:sldMk cId="2069432866" sldId="321"/>
            <ac:spMk id="28" creationId="{9D31CF72-5D1D-47F4-9566-C16B9C763C37}"/>
          </ac:spMkLst>
        </pc:spChg>
        <pc:spChg chg="add mod">
          <ac:chgData name="Mateusz Pomianek" userId="S::mpomianek@o365.prz.edu.pl::3d638ea4-2586-4d1a-a8fd-db8a3798db81" providerId="AD" clId="Web-{8357A3F0-9BB2-927E-B4C9-95DF170317DF}" dt="2026-06-28T12:21:25.734" v="772" actId="20577"/>
          <ac:spMkLst>
            <pc:docMk/>
            <pc:sldMk cId="2069432866" sldId="321"/>
            <ac:spMk id="29" creationId="{42249BB2-8D50-B171-95F6-6498BCC5B490}"/>
          </ac:spMkLst>
        </pc:spChg>
        <pc:spChg chg="add mod">
          <ac:chgData name="Mateusz Pomianek" userId="S::mpomianek@o365.prz.edu.pl::3d638ea4-2586-4d1a-a8fd-db8a3798db81" providerId="AD" clId="Web-{8357A3F0-9BB2-927E-B4C9-95DF170317DF}" dt="2026-06-28T12:21:25.750" v="773" actId="20577"/>
          <ac:spMkLst>
            <pc:docMk/>
            <pc:sldMk cId="2069432866" sldId="321"/>
            <ac:spMk id="30" creationId="{838F79DA-5144-2AB0-E5C6-F7AB9F2337FE}"/>
          </ac:spMkLst>
        </pc:spChg>
        <pc:spChg chg="mod">
          <ac:chgData name="Mateusz Pomianek" userId="S::mpomianek@o365.prz.edu.pl::3d638ea4-2586-4d1a-a8fd-db8a3798db81" providerId="AD" clId="Web-{8357A3F0-9BB2-927E-B4C9-95DF170317DF}" dt="2026-06-28T12:26:34.746" v="840" actId="20577"/>
          <ac:spMkLst>
            <pc:docMk/>
            <pc:sldMk cId="2069432866" sldId="321"/>
            <ac:spMk id="33" creationId="{442B6BA3-79B0-F3B0-E9E1-56BEBF3EE46D}"/>
          </ac:spMkLst>
        </pc:spChg>
        <pc:spChg chg="mod">
          <ac:chgData name="Mateusz Pomianek" userId="S::mpomianek@o365.prz.edu.pl::3d638ea4-2586-4d1a-a8fd-db8a3798db81" providerId="AD" clId="Web-{8357A3F0-9BB2-927E-B4C9-95DF170317DF}" dt="2026-06-28T12:26:22.448" v="838"/>
          <ac:spMkLst>
            <pc:docMk/>
            <pc:sldMk cId="2069432866" sldId="321"/>
            <ac:spMk id="34" creationId="{7160C207-E9EC-6850-55DB-CBDC72E515BB}"/>
          </ac:spMkLst>
        </pc:spChg>
        <pc:spChg chg="mod">
          <ac:chgData name="Mateusz Pomianek" userId="S::mpomianek@o365.prz.edu.pl::3d638ea4-2586-4d1a-a8fd-db8a3798db81" providerId="AD" clId="Web-{8357A3F0-9BB2-927E-B4C9-95DF170317DF}" dt="2026-06-28T12:25:37.743" v="833"/>
          <ac:spMkLst>
            <pc:docMk/>
            <pc:sldMk cId="2069432866" sldId="321"/>
            <ac:spMk id="35" creationId="{71E7C0B7-8D12-A68E-6E5E-CE7993D625CA}"/>
          </ac:spMkLst>
        </pc:spChg>
        <pc:spChg chg="mod">
          <ac:chgData name="Mateusz Pomianek" userId="S::mpomianek@o365.prz.edu.pl::3d638ea4-2586-4d1a-a8fd-db8a3798db81" providerId="AD" clId="Web-{8357A3F0-9BB2-927E-B4C9-95DF170317DF}" dt="2026-06-28T12:25:55.885" v="835"/>
          <ac:spMkLst>
            <pc:docMk/>
            <pc:sldMk cId="2069432866" sldId="321"/>
            <ac:spMk id="36" creationId="{7EF6FCA8-C822-994D-26DC-9748A7EC5480}"/>
          </ac:spMkLst>
        </pc:spChg>
        <pc:spChg chg="mod">
          <ac:chgData name="Mateusz Pomianek" userId="S::mpomianek@o365.prz.edu.pl::3d638ea4-2586-4d1a-a8fd-db8a3798db81" providerId="AD" clId="Web-{8357A3F0-9BB2-927E-B4C9-95DF170317DF}" dt="2026-06-28T12:26:16.636" v="837"/>
          <ac:spMkLst>
            <pc:docMk/>
            <pc:sldMk cId="2069432866" sldId="321"/>
            <ac:spMk id="37" creationId="{AA402B7A-84EA-8A93-0891-AE89DA3FB4E7}"/>
          </ac:spMkLst>
        </pc:spChg>
        <pc:spChg chg="mod topLvl">
          <ac:chgData name="Mateusz Pomianek" userId="S::mpomianek@o365.prz.edu.pl::3d638ea4-2586-4d1a-a8fd-db8a3798db81" providerId="AD" clId="Web-{8357A3F0-9BB2-927E-B4C9-95DF170317DF}" dt="2026-06-28T12:34:05.663" v="896"/>
          <ac:spMkLst>
            <pc:docMk/>
            <pc:sldMk cId="2069432866" sldId="321"/>
            <ac:spMk id="39" creationId="{9CFD0E75-2CFC-33FC-E23C-9A27BC8D7582}"/>
          </ac:spMkLst>
        </pc:spChg>
        <pc:spChg chg="mod topLvl">
          <ac:chgData name="Mateusz Pomianek" userId="S::mpomianek@o365.prz.edu.pl::3d638ea4-2586-4d1a-a8fd-db8a3798db81" providerId="AD" clId="Web-{8357A3F0-9BB2-927E-B4C9-95DF170317DF}" dt="2026-06-28T12:34:05.663" v="896"/>
          <ac:spMkLst>
            <pc:docMk/>
            <pc:sldMk cId="2069432866" sldId="321"/>
            <ac:spMk id="40" creationId="{107F6644-6198-BED2-E804-990E6FA403EA}"/>
          </ac:spMkLst>
        </pc:spChg>
        <pc:spChg chg="mod topLvl">
          <ac:chgData name="Mateusz Pomianek" userId="S::mpomianek@o365.prz.edu.pl::3d638ea4-2586-4d1a-a8fd-db8a3798db81" providerId="AD" clId="Web-{8357A3F0-9BB2-927E-B4C9-95DF170317DF}" dt="2026-06-28T12:34:05.663" v="896"/>
          <ac:spMkLst>
            <pc:docMk/>
            <pc:sldMk cId="2069432866" sldId="321"/>
            <ac:spMk id="41" creationId="{5C4AA403-8EA1-C026-C5D3-9DCBE629C232}"/>
          </ac:spMkLst>
        </pc:spChg>
        <pc:spChg chg="mod topLvl">
          <ac:chgData name="Mateusz Pomianek" userId="S::mpomianek@o365.prz.edu.pl::3d638ea4-2586-4d1a-a8fd-db8a3798db81" providerId="AD" clId="Web-{8357A3F0-9BB2-927E-B4C9-95DF170317DF}" dt="2026-06-28T12:34:05.663" v="896"/>
          <ac:spMkLst>
            <pc:docMk/>
            <pc:sldMk cId="2069432866" sldId="321"/>
            <ac:spMk id="42" creationId="{7D1C3A46-52C5-FD0A-8834-285599086177}"/>
          </ac:spMkLst>
        </pc:spChg>
        <pc:spChg chg="mod topLvl">
          <ac:chgData name="Mateusz Pomianek" userId="S::mpomianek@o365.prz.edu.pl::3d638ea4-2586-4d1a-a8fd-db8a3798db81" providerId="AD" clId="Web-{8357A3F0-9BB2-927E-B4C9-95DF170317DF}" dt="2026-06-28T12:34:05.663" v="896"/>
          <ac:spMkLst>
            <pc:docMk/>
            <pc:sldMk cId="2069432866" sldId="321"/>
            <ac:spMk id="43" creationId="{CD89DB68-C6CD-5C9E-C1CE-485F0DF583B8}"/>
          </ac:spMkLst>
        </pc:spChg>
        <pc:spChg chg="add">
          <ac:chgData name="Mateusz Pomianek" userId="S::mpomianek@o365.prz.edu.pl::3d638ea4-2586-4d1a-a8fd-db8a3798db81" providerId="AD" clId="Web-{8357A3F0-9BB2-927E-B4C9-95DF170317DF}" dt="2026-06-28T12:23:57.066" v="816"/>
          <ac:spMkLst>
            <pc:docMk/>
            <pc:sldMk cId="2069432866" sldId="321"/>
            <ac:spMk id="65" creationId="{C78E7C6F-29F9-BA4D-B5CC-3F53D7AB3769}"/>
          </ac:spMkLst>
        </pc:spChg>
        <pc:spChg chg="add">
          <ac:chgData name="Mateusz Pomianek" userId="S::mpomianek@o365.prz.edu.pl::3d638ea4-2586-4d1a-a8fd-db8a3798db81" providerId="AD" clId="Web-{8357A3F0-9BB2-927E-B4C9-95DF170317DF}" dt="2026-06-28T12:23:57.066" v="816"/>
          <ac:spMkLst>
            <pc:docMk/>
            <pc:sldMk cId="2069432866" sldId="321"/>
            <ac:spMk id="66" creationId="{96E56E37-83D0-A02E-7885-3BF322AFE97B}"/>
          </ac:spMkLst>
        </pc:spChg>
        <pc:spChg chg="add">
          <ac:chgData name="Mateusz Pomianek" userId="S::mpomianek@o365.prz.edu.pl::3d638ea4-2586-4d1a-a8fd-db8a3798db81" providerId="AD" clId="Web-{8357A3F0-9BB2-927E-B4C9-95DF170317DF}" dt="2026-06-28T12:23:57.066" v="816"/>
          <ac:spMkLst>
            <pc:docMk/>
            <pc:sldMk cId="2069432866" sldId="321"/>
            <ac:spMk id="67" creationId="{00DAB3BC-3A8E-F1D4-09CC-1FF4B301417B}"/>
          </ac:spMkLst>
        </pc:spChg>
        <pc:spChg chg="add">
          <ac:chgData name="Mateusz Pomianek" userId="S::mpomianek@o365.prz.edu.pl::3d638ea4-2586-4d1a-a8fd-db8a3798db81" providerId="AD" clId="Web-{8357A3F0-9BB2-927E-B4C9-95DF170317DF}" dt="2026-06-28T12:23:57.066" v="816"/>
          <ac:spMkLst>
            <pc:docMk/>
            <pc:sldMk cId="2069432866" sldId="321"/>
            <ac:spMk id="70" creationId="{64AF8928-6FB4-03F0-1A98-69C798023FAC}"/>
          </ac:spMkLst>
        </pc:spChg>
        <pc:spChg chg="add">
          <ac:chgData name="Mateusz Pomianek" userId="S::mpomianek@o365.prz.edu.pl::3d638ea4-2586-4d1a-a8fd-db8a3798db81" providerId="AD" clId="Web-{8357A3F0-9BB2-927E-B4C9-95DF170317DF}" dt="2026-06-28T12:23:57.066" v="816"/>
          <ac:spMkLst>
            <pc:docMk/>
            <pc:sldMk cId="2069432866" sldId="321"/>
            <ac:spMk id="72" creationId="{A9B6E4CF-355F-5CB1-E3D2-DE840B42D0E8}"/>
          </ac:spMkLst>
        </pc:spChg>
        <pc:spChg chg="add">
          <ac:chgData name="Mateusz Pomianek" userId="S::mpomianek@o365.prz.edu.pl::3d638ea4-2586-4d1a-a8fd-db8a3798db81" providerId="AD" clId="Web-{8357A3F0-9BB2-927E-B4C9-95DF170317DF}" dt="2026-06-28T12:23:57.066" v="816"/>
          <ac:spMkLst>
            <pc:docMk/>
            <pc:sldMk cId="2069432866" sldId="321"/>
            <ac:spMk id="73" creationId="{E21B0F17-033B-2A03-C8F0-6371CD467F17}"/>
          </ac:spMkLst>
        </pc:spChg>
        <pc:spChg chg="add">
          <ac:chgData name="Mateusz Pomianek" userId="S::mpomianek@o365.prz.edu.pl::3d638ea4-2586-4d1a-a8fd-db8a3798db81" providerId="AD" clId="Web-{8357A3F0-9BB2-927E-B4C9-95DF170317DF}" dt="2026-06-28T12:23:57.066" v="816"/>
          <ac:spMkLst>
            <pc:docMk/>
            <pc:sldMk cId="2069432866" sldId="321"/>
            <ac:spMk id="75" creationId="{4E2CABF7-A10F-9EAC-48F2-5EFF35A3C420}"/>
          </ac:spMkLst>
        </pc:spChg>
        <pc:spChg chg="add">
          <ac:chgData name="Mateusz Pomianek" userId="S::mpomianek@o365.prz.edu.pl::3d638ea4-2586-4d1a-a8fd-db8a3798db81" providerId="AD" clId="Web-{8357A3F0-9BB2-927E-B4C9-95DF170317DF}" dt="2026-06-28T12:23:57.066" v="816"/>
          <ac:spMkLst>
            <pc:docMk/>
            <pc:sldMk cId="2069432866" sldId="321"/>
            <ac:spMk id="76" creationId="{F075259D-B974-3B75-6265-7FBBA2FEFCDD}"/>
          </ac:spMkLst>
        </pc:spChg>
        <pc:spChg chg="add">
          <ac:chgData name="Mateusz Pomianek" userId="S::mpomianek@o365.prz.edu.pl::3d638ea4-2586-4d1a-a8fd-db8a3798db81" providerId="AD" clId="Web-{8357A3F0-9BB2-927E-B4C9-95DF170317DF}" dt="2026-06-28T12:23:57.066" v="816"/>
          <ac:spMkLst>
            <pc:docMk/>
            <pc:sldMk cId="2069432866" sldId="321"/>
            <ac:spMk id="77" creationId="{94376159-B41F-CD46-E080-0858B9E92031}"/>
          </ac:spMkLst>
        </pc:spChg>
        <pc:spChg chg="add">
          <ac:chgData name="Mateusz Pomianek" userId="S::mpomianek@o365.prz.edu.pl::3d638ea4-2586-4d1a-a8fd-db8a3798db81" providerId="AD" clId="Web-{8357A3F0-9BB2-927E-B4C9-95DF170317DF}" dt="2026-06-28T12:23:57.066" v="816"/>
          <ac:spMkLst>
            <pc:docMk/>
            <pc:sldMk cId="2069432866" sldId="321"/>
            <ac:spMk id="79" creationId="{CA586470-8637-91F1-5470-19F475920D07}"/>
          </ac:spMkLst>
        </pc:spChg>
        <pc:grpChg chg="add mod">
          <ac:chgData name="Mateusz Pomianek" userId="S::mpomianek@o365.prz.edu.pl::3d638ea4-2586-4d1a-a8fd-db8a3798db81" providerId="AD" clId="Web-{8357A3F0-9BB2-927E-B4C9-95DF170317DF}" dt="2026-06-28T12:23:40.206" v="803" actId="1076"/>
          <ac:grpSpMkLst>
            <pc:docMk/>
            <pc:sldMk cId="2069432866" sldId="321"/>
            <ac:grpSpMk id="31" creationId="{E266D092-9559-45AE-C61F-6A5CF9A0B155}"/>
          </ac:grpSpMkLst>
        </pc:grpChg>
        <pc:grpChg chg="add mod">
          <ac:chgData name="Mateusz Pomianek" userId="S::mpomianek@o365.prz.edu.pl::3d638ea4-2586-4d1a-a8fd-db8a3798db81" providerId="AD" clId="Web-{8357A3F0-9BB2-927E-B4C9-95DF170317DF}" dt="2026-06-28T12:23:40.253" v="804" actId="1076"/>
          <ac:grpSpMkLst>
            <pc:docMk/>
            <pc:sldMk cId="2069432866" sldId="321"/>
            <ac:grpSpMk id="32" creationId="{447747BB-A120-3050-0883-7CB9EFD57F2F}"/>
          </ac:grpSpMkLst>
        </pc:grpChg>
        <pc:grpChg chg="add del mod">
          <ac:chgData name="Mateusz Pomianek" userId="S::mpomianek@o365.prz.edu.pl::3d638ea4-2586-4d1a-a8fd-db8a3798db81" providerId="AD" clId="Web-{8357A3F0-9BB2-927E-B4C9-95DF170317DF}" dt="2026-06-28T12:34:05.663" v="896"/>
          <ac:grpSpMkLst>
            <pc:docMk/>
            <pc:sldMk cId="2069432866" sldId="321"/>
            <ac:grpSpMk id="38" creationId="{D105296C-1B04-0915-449D-E0FAD33F6067}"/>
          </ac:grpSpMkLst>
        </pc:grpChg>
        <pc:grpChg chg="add del mod">
          <ac:chgData name="Mateusz Pomianek" userId="S::mpomianek@o365.prz.edu.pl::3d638ea4-2586-4d1a-a8fd-db8a3798db81" providerId="AD" clId="Web-{8357A3F0-9BB2-927E-B4C9-95DF170317DF}" dt="2026-06-28T12:23:51.800" v="814"/>
          <ac:grpSpMkLst>
            <pc:docMk/>
            <pc:sldMk cId="2069432866" sldId="321"/>
            <ac:grpSpMk id="44" creationId="{CBEF5534-2A6F-09AF-FF92-FAD082279FEF}"/>
          </ac:grpSpMkLst>
        </pc:grpChg>
        <pc:grpChg chg="add del mod">
          <ac:chgData name="Mateusz Pomianek" userId="S::mpomianek@o365.prz.edu.pl::3d638ea4-2586-4d1a-a8fd-db8a3798db81" providerId="AD" clId="Web-{8357A3F0-9BB2-927E-B4C9-95DF170317DF}" dt="2026-06-28T12:23:51.800" v="813"/>
          <ac:grpSpMkLst>
            <pc:docMk/>
            <pc:sldMk cId="2069432866" sldId="321"/>
            <ac:grpSpMk id="50" creationId="{1AC45FCE-A6C6-025E-BB7C-32718F64C0E9}"/>
          </ac:grpSpMkLst>
        </pc:grpChg>
        <pc:grpChg chg="add del mod">
          <ac:chgData name="Mateusz Pomianek" userId="S::mpomianek@o365.prz.edu.pl::3d638ea4-2586-4d1a-a8fd-db8a3798db81" providerId="AD" clId="Web-{8357A3F0-9BB2-927E-B4C9-95DF170317DF}" dt="2026-06-28T12:23:51.800" v="812"/>
          <ac:grpSpMkLst>
            <pc:docMk/>
            <pc:sldMk cId="2069432866" sldId="321"/>
            <ac:grpSpMk id="56" creationId="{88E143B8-D725-000F-9E01-00AB028979F1}"/>
          </ac:grpSpMkLst>
        </pc:grpChg>
      </pc:sldChg>
      <pc:sldChg chg="addSp delSp modSp add replId">
        <pc:chgData name="Mateusz Pomianek" userId="S::mpomianek@o365.prz.edu.pl::3d638ea4-2586-4d1a-a8fd-db8a3798db81" providerId="AD" clId="Web-{8357A3F0-9BB2-927E-B4C9-95DF170317DF}" dt="2026-06-28T13:46:29.091" v="1164" actId="20577"/>
        <pc:sldMkLst>
          <pc:docMk/>
          <pc:sldMk cId="2103009173" sldId="322"/>
        </pc:sldMkLst>
        <pc:spChg chg="mod">
          <ac:chgData name="Mateusz Pomianek" userId="S::mpomianek@o365.prz.edu.pl::3d638ea4-2586-4d1a-a8fd-db8a3798db81" providerId="AD" clId="Web-{8357A3F0-9BB2-927E-B4C9-95DF170317DF}" dt="2026-06-28T12:38:22.885" v="959" actId="14100"/>
          <ac:spMkLst>
            <pc:docMk/>
            <pc:sldMk cId="2103009173" sldId="322"/>
            <ac:spMk id="6" creationId="{8526A05F-0E6A-2DA0-7404-B496CA966E42}"/>
          </ac:spMkLst>
        </pc:spChg>
        <pc:spChg chg="mod">
          <ac:chgData name="Mateusz Pomianek" userId="S::mpomianek@o365.prz.edu.pl::3d638ea4-2586-4d1a-a8fd-db8a3798db81" providerId="AD" clId="Web-{8357A3F0-9BB2-927E-B4C9-95DF170317DF}" dt="2026-06-28T12:39:12.058" v="1000" actId="14100"/>
          <ac:spMkLst>
            <pc:docMk/>
            <pc:sldMk cId="2103009173" sldId="322"/>
            <ac:spMk id="7" creationId="{BF77398A-3384-3CE5-94A3-05A158FF2885}"/>
          </ac:spMkLst>
        </pc:spChg>
        <pc:spChg chg="mod">
          <ac:chgData name="Mateusz Pomianek" userId="S::mpomianek@o365.prz.edu.pl::3d638ea4-2586-4d1a-a8fd-db8a3798db81" providerId="AD" clId="Web-{8357A3F0-9BB2-927E-B4C9-95DF170317DF}" dt="2026-06-28T12:39:40.465" v="1006" actId="1076"/>
          <ac:spMkLst>
            <pc:docMk/>
            <pc:sldMk cId="2103009173" sldId="322"/>
            <ac:spMk id="8" creationId="{1C7668CD-10EB-846C-250C-F9470F859212}"/>
          </ac:spMkLst>
        </pc:spChg>
        <pc:spChg chg="mod">
          <ac:chgData name="Mateusz Pomianek" userId="S::mpomianek@o365.prz.edu.pl::3d638ea4-2586-4d1a-a8fd-db8a3798db81" providerId="AD" clId="Web-{8357A3F0-9BB2-927E-B4C9-95DF170317DF}" dt="2026-06-28T12:39:54.855" v="1008" actId="1076"/>
          <ac:spMkLst>
            <pc:docMk/>
            <pc:sldMk cId="2103009173" sldId="322"/>
            <ac:spMk id="9" creationId="{16214DF9-C8F2-AD03-B903-58CFEC2B8740}"/>
          </ac:spMkLst>
        </pc:spChg>
        <pc:spChg chg="mod">
          <ac:chgData name="Mateusz Pomianek" userId="S::mpomianek@o365.prz.edu.pl::3d638ea4-2586-4d1a-a8fd-db8a3798db81" providerId="AD" clId="Web-{8357A3F0-9BB2-927E-B4C9-95DF170317DF}" dt="2026-06-28T13:45:44.076" v="1160" actId="1076"/>
          <ac:spMkLst>
            <pc:docMk/>
            <pc:sldMk cId="2103009173" sldId="322"/>
            <ac:spMk id="10" creationId="{91220357-02AE-D445-BADE-843D364D752E}"/>
          </ac:spMkLst>
        </pc:spChg>
        <pc:spChg chg="mod">
          <ac:chgData name="Mateusz Pomianek" userId="S::mpomianek@o365.prz.edu.pl::3d638ea4-2586-4d1a-a8fd-db8a3798db81" providerId="AD" clId="Web-{8357A3F0-9BB2-927E-B4C9-95DF170317DF}" dt="2026-06-28T13:45:49.544" v="1161" actId="20577"/>
          <ac:spMkLst>
            <pc:docMk/>
            <pc:sldMk cId="2103009173" sldId="322"/>
            <ac:spMk id="12" creationId="{597B8626-3FC5-4A7B-8604-C7698F3DF55C}"/>
          </ac:spMkLst>
        </pc:spChg>
        <pc:spChg chg="mod">
          <ac:chgData name="Mateusz Pomianek" userId="S::mpomianek@o365.prz.edu.pl::3d638ea4-2586-4d1a-a8fd-db8a3798db81" providerId="AD" clId="Web-{8357A3F0-9BB2-927E-B4C9-95DF170317DF}" dt="2026-06-28T12:41:26.328" v="1018" actId="20577"/>
          <ac:spMkLst>
            <pc:docMk/>
            <pc:sldMk cId="2103009173" sldId="322"/>
            <ac:spMk id="13" creationId="{631DFD38-DE47-A050-BD85-CA4CEBFEB48B}"/>
          </ac:spMkLst>
        </pc:spChg>
        <pc:spChg chg="mod">
          <ac:chgData name="Mateusz Pomianek" userId="S::mpomianek@o365.prz.edu.pl::3d638ea4-2586-4d1a-a8fd-db8a3798db81" providerId="AD" clId="Web-{8357A3F0-9BB2-927E-B4C9-95DF170317DF}" dt="2026-06-28T12:41:35.047" v="1020" actId="20577"/>
          <ac:spMkLst>
            <pc:docMk/>
            <pc:sldMk cId="2103009173" sldId="322"/>
            <ac:spMk id="14" creationId="{4352E75D-DA50-DD39-93D9-B76F395CEAEF}"/>
          </ac:spMkLst>
        </pc:spChg>
        <pc:spChg chg="mod">
          <ac:chgData name="Mateusz Pomianek" userId="S::mpomianek@o365.prz.edu.pl::3d638ea4-2586-4d1a-a8fd-db8a3798db81" providerId="AD" clId="Web-{8357A3F0-9BB2-927E-B4C9-95DF170317DF}" dt="2026-06-28T12:41:43.782" v="1022" actId="20577"/>
          <ac:spMkLst>
            <pc:docMk/>
            <pc:sldMk cId="2103009173" sldId="322"/>
            <ac:spMk id="15" creationId="{29DFCC7F-BE14-AB42-008B-358DC132EDD9}"/>
          </ac:spMkLst>
        </pc:spChg>
        <pc:spChg chg="mod">
          <ac:chgData name="Mateusz Pomianek" userId="S::mpomianek@o365.prz.edu.pl::3d638ea4-2586-4d1a-a8fd-db8a3798db81" providerId="AD" clId="Web-{8357A3F0-9BB2-927E-B4C9-95DF170317DF}" dt="2026-06-28T13:45:39.794" v="1159" actId="1076"/>
          <ac:spMkLst>
            <pc:docMk/>
            <pc:sldMk cId="2103009173" sldId="322"/>
            <ac:spMk id="16" creationId="{BE948F1C-977D-19FE-3426-5F2B31CCC8D9}"/>
          </ac:spMkLst>
        </pc:spChg>
        <pc:spChg chg="mod">
          <ac:chgData name="Mateusz Pomianek" userId="S::mpomianek@o365.prz.edu.pl::3d638ea4-2586-4d1a-a8fd-db8a3798db81" providerId="AD" clId="Web-{8357A3F0-9BB2-927E-B4C9-95DF170317DF}" dt="2026-06-28T13:35:17.122" v="1042" actId="20577"/>
          <ac:spMkLst>
            <pc:docMk/>
            <pc:sldMk cId="2103009173" sldId="322"/>
            <ac:spMk id="18" creationId="{41149BB5-0607-F939-D06A-7B4EDE3FCF86}"/>
          </ac:spMkLst>
        </pc:spChg>
        <pc:spChg chg="mod">
          <ac:chgData name="Mateusz Pomianek" userId="S::mpomianek@o365.prz.edu.pl::3d638ea4-2586-4d1a-a8fd-db8a3798db81" providerId="AD" clId="Web-{8357A3F0-9BB2-927E-B4C9-95DF170317DF}" dt="2026-06-28T13:36:58.262" v="1048" actId="20577"/>
          <ac:spMkLst>
            <pc:docMk/>
            <pc:sldMk cId="2103009173" sldId="322"/>
            <ac:spMk id="19" creationId="{A5387435-06A6-D08D-4488-E922CE9A20B9}"/>
          </ac:spMkLst>
        </pc:spChg>
        <pc:spChg chg="mod">
          <ac:chgData name="Mateusz Pomianek" userId="S::mpomianek@o365.prz.edu.pl::3d638ea4-2586-4d1a-a8fd-db8a3798db81" providerId="AD" clId="Web-{8357A3F0-9BB2-927E-B4C9-95DF170317DF}" dt="2026-06-28T13:39:47.464" v="1074" actId="20577"/>
          <ac:spMkLst>
            <pc:docMk/>
            <pc:sldMk cId="2103009173" sldId="322"/>
            <ac:spMk id="20" creationId="{8AC24C3B-C83C-CCF9-F986-4B6BB21932C1}"/>
          </ac:spMkLst>
        </pc:spChg>
        <pc:spChg chg="mod">
          <ac:chgData name="Mateusz Pomianek" userId="S::mpomianek@o365.prz.edu.pl::3d638ea4-2586-4d1a-a8fd-db8a3798db81" providerId="AD" clId="Web-{8357A3F0-9BB2-927E-B4C9-95DF170317DF}" dt="2026-06-28T13:37:32.543" v="1053" actId="20577"/>
          <ac:spMkLst>
            <pc:docMk/>
            <pc:sldMk cId="2103009173" sldId="322"/>
            <ac:spMk id="21" creationId="{B3E5A8C8-A650-208E-26AD-5154389972F4}"/>
          </ac:spMkLst>
        </pc:spChg>
        <pc:spChg chg="mod">
          <ac:chgData name="Mateusz Pomianek" userId="S::mpomianek@o365.prz.edu.pl::3d638ea4-2586-4d1a-a8fd-db8a3798db81" providerId="AD" clId="Web-{8357A3F0-9BB2-927E-B4C9-95DF170317DF}" dt="2026-06-28T13:45:33.650" v="1158" actId="1076"/>
          <ac:spMkLst>
            <pc:docMk/>
            <pc:sldMk cId="2103009173" sldId="322"/>
            <ac:spMk id="22" creationId="{C5C242E2-D5C5-295A-52A9-A665D2D7C881}"/>
          </ac:spMkLst>
        </pc:spChg>
        <pc:spChg chg="mod">
          <ac:chgData name="Mateusz Pomianek" userId="S::mpomianek@o365.prz.edu.pl::3d638ea4-2586-4d1a-a8fd-db8a3798db81" providerId="AD" clId="Web-{8357A3F0-9BB2-927E-B4C9-95DF170317DF}" dt="2026-06-28T13:40:32.901" v="1085" actId="1076"/>
          <ac:spMkLst>
            <pc:docMk/>
            <pc:sldMk cId="2103009173" sldId="322"/>
            <ac:spMk id="24" creationId="{710EE49B-B30B-5E99-B01D-76B7974FD56F}"/>
          </ac:spMkLst>
        </pc:spChg>
        <pc:spChg chg="mod">
          <ac:chgData name="Mateusz Pomianek" userId="S::mpomianek@o365.prz.edu.pl::3d638ea4-2586-4d1a-a8fd-db8a3798db81" providerId="AD" clId="Web-{8357A3F0-9BB2-927E-B4C9-95DF170317DF}" dt="2026-06-28T13:38:35.199" v="1061" actId="20577"/>
          <ac:spMkLst>
            <pc:docMk/>
            <pc:sldMk cId="2103009173" sldId="322"/>
            <ac:spMk id="25" creationId="{3F7ADA27-59D6-C2EF-C533-77D9DAF1F7CF}"/>
          </ac:spMkLst>
        </pc:spChg>
        <pc:spChg chg="mod">
          <ac:chgData name="Mateusz Pomianek" userId="S::mpomianek@o365.prz.edu.pl::3d638ea4-2586-4d1a-a8fd-db8a3798db81" providerId="AD" clId="Web-{8357A3F0-9BB2-927E-B4C9-95DF170317DF}" dt="2026-06-28T13:38:56.433" v="1066" actId="20577"/>
          <ac:spMkLst>
            <pc:docMk/>
            <pc:sldMk cId="2103009173" sldId="322"/>
            <ac:spMk id="26" creationId="{8088614B-B5E5-AF40-534B-01253A78E8B6}"/>
          </ac:spMkLst>
        </pc:spChg>
        <pc:spChg chg="mod">
          <ac:chgData name="Mateusz Pomianek" userId="S::mpomianek@o365.prz.edu.pl::3d638ea4-2586-4d1a-a8fd-db8a3798db81" providerId="AD" clId="Web-{8357A3F0-9BB2-927E-B4C9-95DF170317DF}" dt="2026-06-28T13:38:49.027" v="1064" actId="20577"/>
          <ac:spMkLst>
            <pc:docMk/>
            <pc:sldMk cId="2103009173" sldId="322"/>
            <ac:spMk id="27" creationId="{5AAEC9AF-E4B8-184F-DD55-693413AC7F62}"/>
          </ac:spMkLst>
        </pc:spChg>
        <pc:spChg chg="mod">
          <ac:chgData name="Mateusz Pomianek" userId="S::mpomianek@o365.prz.edu.pl::3d638ea4-2586-4d1a-a8fd-db8a3798db81" providerId="AD" clId="Web-{8357A3F0-9BB2-927E-B4C9-95DF170317DF}" dt="2026-06-28T13:45:27.979" v="1157" actId="1076"/>
          <ac:spMkLst>
            <pc:docMk/>
            <pc:sldMk cId="2103009173" sldId="322"/>
            <ac:spMk id="28" creationId="{B7963587-54A9-5560-C0E9-98FDC4CBDA6D}"/>
          </ac:spMkLst>
        </pc:spChg>
        <pc:spChg chg="mod">
          <ac:chgData name="Mateusz Pomianek" userId="S::mpomianek@o365.prz.edu.pl::3d638ea4-2586-4d1a-a8fd-db8a3798db81" providerId="AD" clId="Web-{8357A3F0-9BB2-927E-B4C9-95DF170317DF}" dt="2026-06-28T13:45:54.857" v="1162" actId="20577"/>
          <ac:spMkLst>
            <pc:docMk/>
            <pc:sldMk cId="2103009173" sldId="322"/>
            <ac:spMk id="30" creationId="{6884129E-702A-2E29-DFB2-45966B2FE407}"/>
          </ac:spMkLst>
        </pc:spChg>
        <pc:spChg chg="mod">
          <ac:chgData name="Mateusz Pomianek" userId="S::mpomianek@o365.prz.edu.pl::3d638ea4-2586-4d1a-a8fd-db8a3798db81" providerId="AD" clId="Web-{8357A3F0-9BB2-927E-B4C9-95DF170317DF}" dt="2026-06-28T13:39:11.949" v="1067" actId="20577"/>
          <ac:spMkLst>
            <pc:docMk/>
            <pc:sldMk cId="2103009173" sldId="322"/>
            <ac:spMk id="31" creationId="{075760BB-1C28-89ED-2960-352B41F7E1F0}"/>
          </ac:spMkLst>
        </pc:spChg>
        <pc:spChg chg="mod">
          <ac:chgData name="Mateusz Pomianek" userId="S::mpomianek@o365.prz.edu.pl::3d638ea4-2586-4d1a-a8fd-db8a3798db81" providerId="AD" clId="Web-{8357A3F0-9BB2-927E-B4C9-95DF170317DF}" dt="2026-06-28T13:39:21.449" v="1069" actId="20577"/>
          <ac:spMkLst>
            <pc:docMk/>
            <pc:sldMk cId="2103009173" sldId="322"/>
            <ac:spMk id="32" creationId="{279E07FB-0219-3E35-BB16-F2A1A372A30F}"/>
          </ac:spMkLst>
        </pc:spChg>
        <pc:spChg chg="mod">
          <ac:chgData name="Mateusz Pomianek" userId="S::mpomianek@o365.prz.edu.pl::3d638ea4-2586-4d1a-a8fd-db8a3798db81" providerId="AD" clId="Web-{8357A3F0-9BB2-927E-B4C9-95DF170317DF}" dt="2026-06-28T13:39:32.417" v="1071" actId="20577"/>
          <ac:spMkLst>
            <pc:docMk/>
            <pc:sldMk cId="2103009173" sldId="322"/>
            <ac:spMk id="33" creationId="{6E7E0C80-EBC5-E91E-2F07-02ECE45CBA3D}"/>
          </ac:spMkLst>
        </pc:spChg>
        <pc:spChg chg="mod">
          <ac:chgData name="Mateusz Pomianek" userId="S::mpomianek@o365.prz.edu.pl::3d638ea4-2586-4d1a-a8fd-db8a3798db81" providerId="AD" clId="Web-{8357A3F0-9BB2-927E-B4C9-95DF170317DF}" dt="2026-06-28T13:45:22.697" v="1156" actId="1076"/>
          <ac:spMkLst>
            <pc:docMk/>
            <pc:sldMk cId="2103009173" sldId="322"/>
            <ac:spMk id="34" creationId="{D81135F1-1CEC-8208-EFF5-38EA2780F20E}"/>
          </ac:spMkLst>
        </pc:spChg>
        <pc:spChg chg="mod">
          <ac:chgData name="Mateusz Pomianek" userId="S::mpomianek@o365.prz.edu.pl::3d638ea4-2586-4d1a-a8fd-db8a3798db81" providerId="AD" clId="Web-{8357A3F0-9BB2-927E-B4C9-95DF170317DF}" dt="2026-06-28T13:41:07.182" v="1091" actId="20577"/>
          <ac:spMkLst>
            <pc:docMk/>
            <pc:sldMk cId="2103009173" sldId="322"/>
            <ac:spMk id="36" creationId="{5929C410-0BD1-110A-860D-246660365DF1}"/>
          </ac:spMkLst>
        </pc:spChg>
        <pc:spChg chg="mod">
          <ac:chgData name="Mateusz Pomianek" userId="S::mpomianek@o365.prz.edu.pl::3d638ea4-2586-4d1a-a8fd-db8a3798db81" providerId="AD" clId="Web-{8357A3F0-9BB2-927E-B4C9-95DF170317DF}" dt="2026-06-28T13:41:16.776" v="1095" actId="20577"/>
          <ac:spMkLst>
            <pc:docMk/>
            <pc:sldMk cId="2103009173" sldId="322"/>
            <ac:spMk id="37" creationId="{A952E05A-951A-7519-E268-C770BF652199}"/>
          </ac:spMkLst>
        </pc:spChg>
        <pc:spChg chg="mod">
          <ac:chgData name="Mateusz Pomianek" userId="S::mpomianek@o365.prz.edu.pl::3d638ea4-2586-4d1a-a8fd-db8a3798db81" providerId="AD" clId="Web-{8357A3F0-9BB2-927E-B4C9-95DF170317DF}" dt="2026-06-28T13:41:58.979" v="1102" actId="20577"/>
          <ac:spMkLst>
            <pc:docMk/>
            <pc:sldMk cId="2103009173" sldId="322"/>
            <ac:spMk id="38" creationId="{D54A45C1-53C7-F151-D6CA-3C15899DCC44}"/>
          </ac:spMkLst>
        </pc:spChg>
        <pc:spChg chg="mod">
          <ac:chgData name="Mateusz Pomianek" userId="S::mpomianek@o365.prz.edu.pl::3d638ea4-2586-4d1a-a8fd-db8a3798db81" providerId="AD" clId="Web-{8357A3F0-9BB2-927E-B4C9-95DF170317DF}" dt="2026-06-28T13:46:29.091" v="1164" actId="20577"/>
          <ac:spMkLst>
            <pc:docMk/>
            <pc:sldMk cId="2103009173" sldId="322"/>
            <ac:spMk id="39" creationId="{7E6169B7-8237-F10C-ACDD-4B155BC8774F}"/>
          </ac:spMkLst>
        </pc:spChg>
        <pc:spChg chg="mod">
          <ac:chgData name="Mateusz Pomianek" userId="S::mpomianek@o365.prz.edu.pl::3d638ea4-2586-4d1a-a8fd-db8a3798db81" providerId="AD" clId="Web-{8357A3F0-9BB2-927E-B4C9-95DF170317DF}" dt="2026-06-28T12:40:34.575" v="1010" actId="1076"/>
          <ac:spMkLst>
            <pc:docMk/>
            <pc:sldMk cId="2103009173" sldId="322"/>
            <ac:spMk id="40" creationId="{FD312612-244C-2ECC-DF92-2C66795D006F}"/>
          </ac:spMkLst>
        </pc:spChg>
        <pc:spChg chg="mod">
          <ac:chgData name="Mateusz Pomianek" userId="S::mpomianek@o365.prz.edu.pl::3d638ea4-2586-4d1a-a8fd-db8a3798db81" providerId="AD" clId="Web-{8357A3F0-9BB2-927E-B4C9-95DF170317DF}" dt="2026-06-28T12:40:34.591" v="1011" actId="1076"/>
          <ac:spMkLst>
            <pc:docMk/>
            <pc:sldMk cId="2103009173" sldId="322"/>
            <ac:spMk id="41" creationId="{A96CDD41-AD48-E07A-3B56-AC3DA18DEF6E}"/>
          </ac:spMkLst>
        </pc:spChg>
        <pc:spChg chg="mod">
          <ac:chgData name="Mateusz Pomianek" userId="S::mpomianek@o365.prz.edu.pl::3d638ea4-2586-4d1a-a8fd-db8a3798db81" providerId="AD" clId="Web-{8357A3F0-9BB2-927E-B4C9-95DF170317DF}" dt="2026-06-28T12:40:34.622" v="1012" actId="1076"/>
          <ac:spMkLst>
            <pc:docMk/>
            <pc:sldMk cId="2103009173" sldId="322"/>
            <ac:spMk id="42" creationId="{C09F5617-14B3-A4C3-EB71-485932B08CBD}"/>
          </ac:spMkLst>
        </pc:spChg>
        <pc:spChg chg="mod">
          <ac:chgData name="Mateusz Pomianek" userId="S::mpomianek@o365.prz.edu.pl::3d638ea4-2586-4d1a-a8fd-db8a3798db81" providerId="AD" clId="Web-{8357A3F0-9BB2-927E-B4C9-95DF170317DF}" dt="2026-06-28T12:40:34.638" v="1013" actId="1076"/>
          <ac:spMkLst>
            <pc:docMk/>
            <pc:sldMk cId="2103009173" sldId="322"/>
            <ac:spMk id="43" creationId="{A2FB365C-7979-862C-EA94-B584136E3705}"/>
          </ac:spMkLst>
        </pc:spChg>
        <pc:spChg chg="mod">
          <ac:chgData name="Mateusz Pomianek" userId="S::mpomianek@o365.prz.edu.pl::3d638ea4-2586-4d1a-a8fd-db8a3798db81" providerId="AD" clId="Web-{8357A3F0-9BB2-927E-B4C9-95DF170317DF}" dt="2026-06-28T13:41:54.901" v="1101" actId="20577"/>
          <ac:spMkLst>
            <pc:docMk/>
            <pc:sldMk cId="2103009173" sldId="322"/>
            <ac:spMk id="44" creationId="{EBED6867-0657-70FA-763C-66307A0B6D2E}"/>
          </ac:spMkLst>
        </pc:spChg>
        <pc:spChg chg="mod">
          <ac:chgData name="Mateusz Pomianek" userId="S::mpomianek@o365.prz.edu.pl::3d638ea4-2586-4d1a-a8fd-db8a3798db81" providerId="AD" clId="Web-{8357A3F0-9BB2-927E-B4C9-95DF170317DF}" dt="2026-06-28T13:45:03.229" v="1152" actId="1076"/>
          <ac:spMkLst>
            <pc:docMk/>
            <pc:sldMk cId="2103009173" sldId="322"/>
            <ac:spMk id="45" creationId="{A5989AB3-3473-F6FE-8415-A5A8B5A1AC05}"/>
          </ac:spMkLst>
        </pc:spChg>
        <pc:spChg chg="mod">
          <ac:chgData name="Mateusz Pomianek" userId="S::mpomianek@o365.prz.edu.pl::3d638ea4-2586-4d1a-a8fd-db8a3798db81" providerId="AD" clId="Web-{8357A3F0-9BB2-927E-B4C9-95DF170317DF}" dt="2026-06-28T13:42:13.745" v="1103" actId="20577"/>
          <ac:spMkLst>
            <pc:docMk/>
            <pc:sldMk cId="2103009173" sldId="322"/>
            <ac:spMk id="47" creationId="{263E8368-5D96-9E49-71AE-9EF66A0CAD6B}"/>
          </ac:spMkLst>
        </pc:spChg>
        <pc:spChg chg="mod">
          <ac:chgData name="Mateusz Pomianek" userId="S::mpomianek@o365.prz.edu.pl::3d638ea4-2586-4d1a-a8fd-db8a3798db81" providerId="AD" clId="Web-{8357A3F0-9BB2-927E-B4C9-95DF170317DF}" dt="2026-06-28T13:43:57.791" v="1124" actId="20577"/>
          <ac:spMkLst>
            <pc:docMk/>
            <pc:sldMk cId="2103009173" sldId="322"/>
            <ac:spMk id="48" creationId="{BE9E831D-DE17-AC58-805E-691C1E9C6FC5}"/>
          </ac:spMkLst>
        </pc:spChg>
        <pc:spChg chg="mod">
          <ac:chgData name="Mateusz Pomianek" userId="S::mpomianek@o365.prz.edu.pl::3d638ea4-2586-4d1a-a8fd-db8a3798db81" providerId="AD" clId="Web-{8357A3F0-9BB2-927E-B4C9-95DF170317DF}" dt="2026-06-28T13:43:23.823" v="1111" actId="20577"/>
          <ac:spMkLst>
            <pc:docMk/>
            <pc:sldMk cId="2103009173" sldId="322"/>
            <ac:spMk id="49" creationId="{A778ADEF-4AA1-FBB4-2A7B-C06C58BE45EF}"/>
          </ac:spMkLst>
        </pc:spChg>
        <pc:spChg chg="mod">
          <ac:chgData name="Mateusz Pomianek" userId="S::mpomianek@o365.prz.edu.pl::3d638ea4-2586-4d1a-a8fd-db8a3798db81" providerId="AD" clId="Web-{8357A3F0-9BB2-927E-B4C9-95DF170317DF}" dt="2026-06-28T13:43:54.510" v="1123" actId="20577"/>
          <ac:spMkLst>
            <pc:docMk/>
            <pc:sldMk cId="2103009173" sldId="322"/>
            <ac:spMk id="50" creationId="{23E52B83-8B6B-98DC-10D9-30F9766385DB}"/>
          </ac:spMkLst>
        </pc:spChg>
        <pc:spChg chg="mod">
          <ac:chgData name="Mateusz Pomianek" userId="S::mpomianek@o365.prz.edu.pl::3d638ea4-2586-4d1a-a8fd-db8a3798db81" providerId="AD" clId="Web-{8357A3F0-9BB2-927E-B4C9-95DF170317DF}" dt="2026-06-28T13:44:59.088" v="1151" actId="1076"/>
          <ac:spMkLst>
            <pc:docMk/>
            <pc:sldMk cId="2103009173" sldId="322"/>
            <ac:spMk id="51" creationId="{73500950-FB80-2E35-EE84-2716730B68C2}"/>
          </ac:spMkLst>
        </pc:spChg>
        <pc:spChg chg="mod">
          <ac:chgData name="Mateusz Pomianek" userId="S::mpomianek@o365.prz.edu.pl::3d638ea4-2586-4d1a-a8fd-db8a3798db81" providerId="AD" clId="Web-{8357A3F0-9BB2-927E-B4C9-95DF170317DF}" dt="2026-06-28T13:42:20.057" v="1104" actId="20577"/>
          <ac:spMkLst>
            <pc:docMk/>
            <pc:sldMk cId="2103009173" sldId="322"/>
            <ac:spMk id="53" creationId="{64965363-4F5F-22B9-AEFF-78688A55B074}"/>
          </ac:spMkLst>
        </pc:spChg>
        <pc:spChg chg="mod">
          <ac:chgData name="Mateusz Pomianek" userId="S::mpomianek@o365.prz.edu.pl::3d638ea4-2586-4d1a-a8fd-db8a3798db81" providerId="AD" clId="Web-{8357A3F0-9BB2-927E-B4C9-95DF170317DF}" dt="2026-06-28T13:42:31.604" v="1105" actId="20577"/>
          <ac:spMkLst>
            <pc:docMk/>
            <pc:sldMk cId="2103009173" sldId="322"/>
            <ac:spMk id="54" creationId="{9F0F4E2D-3F51-2810-9E51-FA5E6685DEDA}"/>
          </ac:spMkLst>
        </pc:spChg>
        <pc:spChg chg="mod">
          <ac:chgData name="Mateusz Pomianek" userId="S::mpomianek@o365.prz.edu.pl::3d638ea4-2586-4d1a-a8fd-db8a3798db81" providerId="AD" clId="Web-{8357A3F0-9BB2-927E-B4C9-95DF170317DF}" dt="2026-06-28T13:42:42.167" v="1106" actId="20577"/>
          <ac:spMkLst>
            <pc:docMk/>
            <pc:sldMk cId="2103009173" sldId="322"/>
            <ac:spMk id="55" creationId="{53446EE2-2633-3EE4-F6E4-897727E6DC56}"/>
          </ac:spMkLst>
        </pc:spChg>
        <pc:spChg chg="mod">
          <ac:chgData name="Mateusz Pomianek" userId="S::mpomianek@o365.prz.edu.pl::3d638ea4-2586-4d1a-a8fd-db8a3798db81" providerId="AD" clId="Web-{8357A3F0-9BB2-927E-B4C9-95DF170317DF}" dt="2026-06-28T13:43:03.807" v="1108" actId="20577"/>
          <ac:spMkLst>
            <pc:docMk/>
            <pc:sldMk cId="2103009173" sldId="322"/>
            <ac:spMk id="56" creationId="{4E71483C-1532-6687-0E47-DB5B1D3DDF58}"/>
          </ac:spMkLst>
        </pc:spChg>
        <pc:spChg chg="mod">
          <ac:chgData name="Mateusz Pomianek" userId="S::mpomianek@o365.prz.edu.pl::3d638ea4-2586-4d1a-a8fd-db8a3798db81" providerId="AD" clId="Web-{8357A3F0-9BB2-927E-B4C9-95DF170317DF}" dt="2026-06-28T13:45:09.072" v="1153" actId="1076"/>
          <ac:spMkLst>
            <pc:docMk/>
            <pc:sldMk cId="2103009173" sldId="322"/>
            <ac:spMk id="57" creationId="{6CA61747-FF7B-1782-27FD-4F638E0F5157}"/>
          </ac:spMkLst>
        </pc:spChg>
        <pc:grpChg chg="add mod">
          <ac:chgData name="Mateusz Pomianek" userId="S::mpomianek@o365.prz.edu.pl::3d638ea4-2586-4d1a-a8fd-db8a3798db81" providerId="AD" clId="Web-{8357A3F0-9BB2-927E-B4C9-95DF170317DF}" dt="2026-06-28T13:44:52.744" v="1142" actId="1076"/>
          <ac:grpSpMkLst>
            <pc:docMk/>
            <pc:sldMk cId="2103009173" sldId="322"/>
            <ac:grpSpMk id="4" creationId="{E21888FA-C8EF-5863-E835-455525D24FA2}"/>
          </ac:grpSpMkLst>
        </pc:grpChg>
        <pc:grpChg chg="add mod">
          <ac:chgData name="Mateusz Pomianek" userId="S::mpomianek@o365.prz.edu.pl::3d638ea4-2586-4d1a-a8fd-db8a3798db81" providerId="AD" clId="Web-{8357A3F0-9BB2-927E-B4C9-95DF170317DF}" dt="2026-06-28T13:44:52.791" v="1143" actId="1076"/>
          <ac:grpSpMkLst>
            <pc:docMk/>
            <pc:sldMk cId="2103009173" sldId="322"/>
            <ac:grpSpMk id="5" creationId="{94BE85E5-7C5E-2D95-5C55-E80B8C6AB460}"/>
          </ac:grpSpMkLst>
        </pc:grpChg>
        <pc:grpChg chg="add mod">
          <ac:chgData name="Mateusz Pomianek" userId="S::mpomianek@o365.prz.edu.pl::3d638ea4-2586-4d1a-a8fd-db8a3798db81" providerId="AD" clId="Web-{8357A3F0-9BB2-927E-B4C9-95DF170317DF}" dt="2026-06-28T13:44:52.823" v="1144" actId="1076"/>
          <ac:grpSpMkLst>
            <pc:docMk/>
            <pc:sldMk cId="2103009173" sldId="322"/>
            <ac:grpSpMk id="11" creationId="{A337E656-86AC-96E0-1E87-3D59B3302C2A}"/>
          </ac:grpSpMkLst>
        </pc:grpChg>
        <pc:grpChg chg="add mod">
          <ac:chgData name="Mateusz Pomianek" userId="S::mpomianek@o365.prz.edu.pl::3d638ea4-2586-4d1a-a8fd-db8a3798db81" providerId="AD" clId="Web-{8357A3F0-9BB2-927E-B4C9-95DF170317DF}" dt="2026-06-28T13:44:52.869" v="1145" actId="1076"/>
          <ac:grpSpMkLst>
            <pc:docMk/>
            <pc:sldMk cId="2103009173" sldId="322"/>
            <ac:grpSpMk id="17" creationId="{B7368FCC-F844-8F35-095E-CC19AC1F57B7}"/>
          </ac:grpSpMkLst>
        </pc:grpChg>
        <pc:grpChg chg="add mod">
          <ac:chgData name="Mateusz Pomianek" userId="S::mpomianek@o365.prz.edu.pl::3d638ea4-2586-4d1a-a8fd-db8a3798db81" providerId="AD" clId="Web-{8357A3F0-9BB2-927E-B4C9-95DF170317DF}" dt="2026-06-28T13:44:52.916" v="1146" actId="1076"/>
          <ac:grpSpMkLst>
            <pc:docMk/>
            <pc:sldMk cId="2103009173" sldId="322"/>
            <ac:grpSpMk id="23" creationId="{EC604483-C3D6-1E3A-EAB9-B1F205ABB413}"/>
          </ac:grpSpMkLst>
        </pc:grpChg>
        <pc:grpChg chg="add mod">
          <ac:chgData name="Mateusz Pomianek" userId="S::mpomianek@o365.prz.edu.pl::3d638ea4-2586-4d1a-a8fd-db8a3798db81" providerId="AD" clId="Web-{8357A3F0-9BB2-927E-B4C9-95DF170317DF}" dt="2026-06-28T13:44:52.963" v="1147" actId="1076"/>
          <ac:grpSpMkLst>
            <pc:docMk/>
            <pc:sldMk cId="2103009173" sldId="322"/>
            <ac:grpSpMk id="29" creationId="{4CC51A86-B332-375B-363D-902D38BE6CF2}"/>
          </ac:grpSpMkLst>
        </pc:grpChg>
        <pc:grpChg chg="del">
          <ac:chgData name="Mateusz Pomianek" userId="S::mpomianek@o365.prz.edu.pl::3d638ea4-2586-4d1a-a8fd-db8a3798db81" providerId="AD" clId="Web-{8357A3F0-9BB2-927E-B4C9-95DF170317DF}" dt="2026-06-28T12:34:17.460" v="901"/>
          <ac:grpSpMkLst>
            <pc:docMk/>
            <pc:sldMk cId="2103009173" sldId="322"/>
            <ac:grpSpMk id="31" creationId="{59DB0642-7DAE-0FB1-25D4-12D3D68D88AB}"/>
          </ac:grpSpMkLst>
        </pc:grpChg>
        <pc:grpChg chg="del">
          <ac:chgData name="Mateusz Pomianek" userId="S::mpomianek@o365.prz.edu.pl::3d638ea4-2586-4d1a-a8fd-db8a3798db81" providerId="AD" clId="Web-{8357A3F0-9BB2-927E-B4C9-95DF170317DF}" dt="2026-06-28T12:34:17.460" v="900"/>
          <ac:grpSpMkLst>
            <pc:docMk/>
            <pc:sldMk cId="2103009173" sldId="322"/>
            <ac:grpSpMk id="32" creationId="{8B36A2B2-1901-4030-4E60-12D53EADE819}"/>
          </ac:grpSpMkLst>
        </pc:grpChg>
        <pc:grpChg chg="add mod">
          <ac:chgData name="Mateusz Pomianek" userId="S::mpomianek@o365.prz.edu.pl::3d638ea4-2586-4d1a-a8fd-db8a3798db81" providerId="AD" clId="Web-{8357A3F0-9BB2-927E-B4C9-95DF170317DF}" dt="2026-06-28T13:44:53.010" v="1148" actId="1076"/>
          <ac:grpSpMkLst>
            <pc:docMk/>
            <pc:sldMk cId="2103009173" sldId="322"/>
            <ac:grpSpMk id="35" creationId="{04149C2E-C248-F2AD-88D4-7409EF87A14E}"/>
          </ac:grpSpMkLst>
        </pc:grpChg>
        <pc:grpChg chg="add mod">
          <ac:chgData name="Mateusz Pomianek" userId="S::mpomianek@o365.prz.edu.pl::3d638ea4-2586-4d1a-a8fd-db8a3798db81" providerId="AD" clId="Web-{8357A3F0-9BB2-927E-B4C9-95DF170317DF}" dt="2026-06-28T13:44:53.057" v="1149" actId="1076"/>
          <ac:grpSpMkLst>
            <pc:docMk/>
            <pc:sldMk cId="2103009173" sldId="322"/>
            <ac:grpSpMk id="46" creationId="{767357BA-7E7C-1A79-11C3-1E73D6D6713E}"/>
          </ac:grpSpMkLst>
        </pc:grpChg>
        <pc:grpChg chg="add mod">
          <ac:chgData name="Mateusz Pomianek" userId="S::mpomianek@o365.prz.edu.pl::3d638ea4-2586-4d1a-a8fd-db8a3798db81" providerId="AD" clId="Web-{8357A3F0-9BB2-927E-B4C9-95DF170317DF}" dt="2026-06-28T13:44:53.104" v="1150" actId="1076"/>
          <ac:grpSpMkLst>
            <pc:docMk/>
            <pc:sldMk cId="2103009173" sldId="322"/>
            <ac:grpSpMk id="52" creationId="{EAD56296-5004-82A1-D53F-59D1C3EDEACC}"/>
          </ac:grpSpMkLst>
        </pc:grpChg>
        <pc:grpChg chg="del">
          <ac:chgData name="Mateusz Pomianek" userId="S::mpomianek@o365.prz.edu.pl::3d638ea4-2586-4d1a-a8fd-db8a3798db81" providerId="AD" clId="Web-{8357A3F0-9BB2-927E-B4C9-95DF170317DF}" dt="2026-06-28T12:34:17.460" v="899"/>
          <ac:grpSpMkLst>
            <pc:docMk/>
            <pc:sldMk cId="2103009173" sldId="322"/>
            <ac:grpSpMk id="62" creationId="{59FE12BA-2555-C6C2-5011-7811A916766F}"/>
          </ac:grpSpMkLst>
        </pc:grpChg>
        <pc:grpChg chg="del">
          <ac:chgData name="Mateusz Pomianek" userId="S::mpomianek@o365.prz.edu.pl::3d638ea4-2586-4d1a-a8fd-db8a3798db81" providerId="AD" clId="Web-{8357A3F0-9BB2-927E-B4C9-95DF170317DF}" dt="2026-06-28T12:34:17.460" v="898"/>
          <ac:grpSpMkLst>
            <pc:docMk/>
            <pc:sldMk cId="2103009173" sldId="322"/>
            <ac:grpSpMk id="63" creationId="{8426E9BF-E4BD-CD66-939A-8D9E7DF28ECE}"/>
          </ac:grpSpMkLst>
        </pc:grpChg>
        <pc:grpChg chg="del">
          <ac:chgData name="Mateusz Pomianek" userId="S::mpomianek@o365.prz.edu.pl::3d638ea4-2586-4d1a-a8fd-db8a3798db81" providerId="AD" clId="Web-{8357A3F0-9BB2-927E-B4C9-95DF170317DF}" dt="2026-06-28T12:34:21.117" v="902"/>
          <ac:grpSpMkLst>
            <pc:docMk/>
            <pc:sldMk cId="2103009173" sldId="322"/>
            <ac:grpSpMk id="64" creationId="{7860C56E-56F2-DFB0-C6C0-28FEB69FBE14}"/>
          </ac:grpSpMkLst>
        </pc:grpChg>
      </pc:sldChg>
    </pc:docChg>
  </pc:docChgLst>
  <pc:docChgLst>
    <pc:chgData name="Mateusz Pomianek" userId="S::mpomianek@o365.prz.edu.pl::3d638ea4-2586-4d1a-a8fd-db8a3798db81" providerId="AD" clId="Web-{10335023-BD9F-1DDE-FBE3-FC0C2E1F8890}"/>
    <pc:docChg chg="modSld">
      <pc:chgData name="Mateusz Pomianek" userId="S::mpomianek@o365.prz.edu.pl::3d638ea4-2586-4d1a-a8fd-db8a3798db81" providerId="AD" clId="Web-{10335023-BD9F-1DDE-FBE3-FC0C2E1F8890}" dt="2026-06-26T10:40:54.021" v="382" actId="14100"/>
      <pc:docMkLst>
        <pc:docMk/>
      </pc:docMkLst>
      <pc:sldChg chg="modSp">
        <pc:chgData name="Mateusz Pomianek" userId="S::mpomianek@o365.prz.edu.pl::3d638ea4-2586-4d1a-a8fd-db8a3798db81" providerId="AD" clId="Web-{10335023-BD9F-1DDE-FBE3-FC0C2E1F8890}" dt="2026-06-26T10:37:12.981" v="336" actId="20577"/>
        <pc:sldMkLst>
          <pc:docMk/>
          <pc:sldMk cId="26351679" sldId="284"/>
        </pc:sldMkLst>
        <pc:spChg chg="mod">
          <ac:chgData name="Mateusz Pomianek" userId="S::mpomianek@o365.prz.edu.pl::3d638ea4-2586-4d1a-a8fd-db8a3798db81" providerId="AD" clId="Web-{10335023-BD9F-1DDE-FBE3-FC0C2E1F8890}" dt="2026-06-26T10:35:26.477" v="322" actId="20577"/>
          <ac:spMkLst>
            <pc:docMk/>
            <pc:sldMk cId="26351679" sldId="284"/>
            <ac:spMk id="3" creationId="{00000000-0000-0000-0000-000000000000}"/>
          </ac:spMkLst>
        </pc:spChg>
        <pc:spChg chg="mod">
          <ac:chgData name="Mateusz Pomianek" userId="S::mpomianek@o365.prz.edu.pl::3d638ea4-2586-4d1a-a8fd-db8a3798db81" providerId="AD" clId="Web-{10335023-BD9F-1DDE-FBE3-FC0C2E1F8890}" dt="2026-06-26T10:37:12.981" v="336" actId="20577"/>
          <ac:spMkLst>
            <pc:docMk/>
            <pc:sldMk cId="26351679" sldId="284"/>
            <ac:spMk id="4" creationId="{00000000-0000-0000-0000-000000000000}"/>
          </ac:spMkLst>
        </pc:spChg>
        <pc:spChg chg="mod">
          <ac:chgData name="Mateusz Pomianek" userId="S::mpomianek@o365.prz.edu.pl::3d638ea4-2586-4d1a-a8fd-db8a3798db81" providerId="AD" clId="Web-{10335023-BD9F-1DDE-FBE3-FC0C2E1F8890}" dt="2026-06-26T10:36:01.119" v="327" actId="20577"/>
          <ac:spMkLst>
            <pc:docMk/>
            <pc:sldMk cId="26351679" sldId="284"/>
            <ac:spMk id="7" creationId="{00000000-0000-0000-0000-000000000000}"/>
          </ac:spMkLst>
        </pc:spChg>
        <pc:spChg chg="mod">
          <ac:chgData name="Mateusz Pomianek" userId="S::mpomianek@o365.prz.edu.pl::3d638ea4-2586-4d1a-a8fd-db8a3798db81" providerId="AD" clId="Web-{10335023-BD9F-1DDE-FBE3-FC0C2E1F8890}" dt="2026-06-26T10:36:10.259" v="328" actId="20577"/>
          <ac:spMkLst>
            <pc:docMk/>
            <pc:sldMk cId="26351679" sldId="284"/>
            <ac:spMk id="9" creationId="{00000000-0000-0000-0000-000000000000}"/>
          </ac:spMkLst>
        </pc:spChg>
        <pc:spChg chg="mod">
          <ac:chgData name="Mateusz Pomianek" userId="S::mpomianek@o365.prz.edu.pl::3d638ea4-2586-4d1a-a8fd-db8a3798db81" providerId="AD" clId="Web-{10335023-BD9F-1DDE-FBE3-FC0C2E1F8890}" dt="2026-06-26T10:36:15.728" v="329" actId="20577"/>
          <ac:spMkLst>
            <pc:docMk/>
            <pc:sldMk cId="26351679" sldId="284"/>
            <ac:spMk id="11" creationId="{00000000-0000-0000-0000-000000000000}"/>
          </ac:spMkLst>
        </pc:spChg>
        <pc:spChg chg="mod">
          <ac:chgData name="Mateusz Pomianek" userId="S::mpomianek@o365.prz.edu.pl::3d638ea4-2586-4d1a-a8fd-db8a3798db81" providerId="AD" clId="Web-{10335023-BD9F-1DDE-FBE3-FC0C2E1F8890}" dt="2026-06-26T10:37:00.262" v="335" actId="20577"/>
          <ac:spMkLst>
            <pc:docMk/>
            <pc:sldMk cId="26351679" sldId="284"/>
            <ac:spMk id="12" creationId="{00000000-0000-0000-0000-000000000000}"/>
          </ac:spMkLst>
        </pc:spChg>
        <pc:spChg chg="mod">
          <ac:chgData name="Mateusz Pomianek" userId="S::mpomianek@o365.prz.edu.pl::3d638ea4-2586-4d1a-a8fd-db8a3798db81" providerId="AD" clId="Web-{10335023-BD9F-1DDE-FBE3-FC0C2E1F8890}" dt="2026-06-26T10:35:40.134" v="324" actId="20577"/>
          <ac:spMkLst>
            <pc:docMk/>
            <pc:sldMk cId="26351679" sldId="284"/>
            <ac:spMk id="16" creationId="{00000000-0000-0000-0000-000000000000}"/>
          </ac:spMkLst>
        </pc:spChg>
        <pc:spChg chg="mod">
          <ac:chgData name="Mateusz Pomianek" userId="S::mpomianek@o365.prz.edu.pl::3d638ea4-2586-4d1a-a8fd-db8a3798db81" providerId="AD" clId="Web-{10335023-BD9F-1DDE-FBE3-FC0C2E1F8890}" dt="2026-06-26T10:36:34.808" v="332" actId="20577"/>
          <ac:spMkLst>
            <pc:docMk/>
            <pc:sldMk cId="26351679" sldId="284"/>
            <ac:spMk id="18" creationId="{00000000-0000-0000-0000-000000000000}"/>
          </ac:spMkLst>
        </pc:spChg>
        <pc:spChg chg="mod">
          <ac:chgData name="Mateusz Pomianek" userId="S::mpomianek@o365.prz.edu.pl::3d638ea4-2586-4d1a-a8fd-db8a3798db81" providerId="AD" clId="Web-{10335023-BD9F-1DDE-FBE3-FC0C2E1F8890}" dt="2026-06-26T10:35:46.415" v="325" actId="20577"/>
          <ac:spMkLst>
            <pc:docMk/>
            <pc:sldMk cId="26351679" sldId="284"/>
            <ac:spMk id="20" creationId="{00000000-0000-0000-0000-000000000000}"/>
          </ac:spMkLst>
        </pc:spChg>
        <pc:spChg chg="mod">
          <ac:chgData name="Mateusz Pomianek" userId="S::mpomianek@o365.prz.edu.pl::3d638ea4-2586-4d1a-a8fd-db8a3798db81" providerId="AD" clId="Web-{10335023-BD9F-1DDE-FBE3-FC0C2E1F8890}" dt="2026-06-26T10:36:23.072" v="330" actId="20577"/>
          <ac:spMkLst>
            <pc:docMk/>
            <pc:sldMk cId="26351679" sldId="284"/>
            <ac:spMk id="21" creationId="{00000000-0000-0000-0000-000000000000}"/>
          </ac:spMkLst>
        </pc:spChg>
      </pc:sldChg>
      <pc:sldChg chg="modSp">
        <pc:chgData name="Mateusz Pomianek" userId="S::mpomianek@o365.prz.edu.pl::3d638ea4-2586-4d1a-a8fd-db8a3798db81" providerId="AD" clId="Web-{10335023-BD9F-1DDE-FBE3-FC0C2E1F8890}" dt="2026-06-26T10:38:09.266" v="342" actId="20577"/>
        <pc:sldMkLst>
          <pc:docMk/>
          <pc:sldMk cId="3786528302" sldId="285"/>
        </pc:sldMkLst>
        <pc:spChg chg="mod">
          <ac:chgData name="Mateusz Pomianek" userId="S::mpomianek@o365.prz.edu.pl::3d638ea4-2586-4d1a-a8fd-db8a3798db81" providerId="AD" clId="Web-{10335023-BD9F-1DDE-FBE3-FC0C2E1F8890}" dt="2026-06-26T10:35:22.571" v="321" actId="20577"/>
          <ac:spMkLst>
            <pc:docMk/>
            <pc:sldMk cId="3786528302" sldId="285"/>
            <ac:spMk id="3" creationId="{00000000-0000-0000-0000-000000000000}"/>
          </ac:spMkLst>
        </pc:spChg>
        <pc:spChg chg="mod">
          <ac:chgData name="Mateusz Pomianek" userId="S::mpomianek@o365.prz.edu.pl::3d638ea4-2586-4d1a-a8fd-db8a3798db81" providerId="AD" clId="Web-{10335023-BD9F-1DDE-FBE3-FC0C2E1F8890}" dt="2026-06-26T10:37:28.715" v="337" actId="20577"/>
          <ac:spMkLst>
            <pc:docMk/>
            <pc:sldMk cId="3786528302" sldId="285"/>
            <ac:spMk id="4" creationId="{00000000-0000-0000-0000-000000000000}"/>
          </ac:spMkLst>
        </pc:spChg>
        <pc:spChg chg="mod">
          <ac:chgData name="Mateusz Pomianek" userId="S::mpomianek@o365.prz.edu.pl::3d638ea4-2586-4d1a-a8fd-db8a3798db81" providerId="AD" clId="Web-{10335023-BD9F-1DDE-FBE3-FC0C2E1F8890}" dt="2026-06-26T10:20:19.070" v="16" actId="1076"/>
          <ac:spMkLst>
            <pc:docMk/>
            <pc:sldMk cId="3786528302" sldId="285"/>
            <ac:spMk id="6" creationId="{00000000-0000-0000-0000-000000000000}"/>
          </ac:spMkLst>
        </pc:spChg>
        <pc:spChg chg="mod">
          <ac:chgData name="Mateusz Pomianek" userId="S::mpomianek@o365.prz.edu.pl::3d638ea4-2586-4d1a-a8fd-db8a3798db81" providerId="AD" clId="Web-{10335023-BD9F-1DDE-FBE3-FC0C2E1F8890}" dt="2026-06-26T10:37:57.216" v="340" actId="20577"/>
          <ac:spMkLst>
            <pc:docMk/>
            <pc:sldMk cId="3786528302" sldId="285"/>
            <ac:spMk id="11" creationId="{00000000-0000-0000-0000-000000000000}"/>
          </ac:spMkLst>
        </pc:spChg>
        <pc:spChg chg="mod">
          <ac:chgData name="Mateusz Pomianek" userId="S::mpomianek@o365.prz.edu.pl::3d638ea4-2586-4d1a-a8fd-db8a3798db81" providerId="AD" clId="Web-{10335023-BD9F-1DDE-FBE3-FC0C2E1F8890}" dt="2026-06-26T10:37:47.122" v="339" actId="20577"/>
          <ac:spMkLst>
            <pc:docMk/>
            <pc:sldMk cId="3786528302" sldId="285"/>
            <ac:spMk id="13" creationId="{00000000-0000-0000-0000-000000000000}"/>
          </ac:spMkLst>
        </pc:spChg>
        <pc:spChg chg="mod">
          <ac:chgData name="Mateusz Pomianek" userId="S::mpomianek@o365.prz.edu.pl::3d638ea4-2586-4d1a-a8fd-db8a3798db81" providerId="AD" clId="Web-{10335023-BD9F-1DDE-FBE3-FC0C2E1F8890}" dt="2026-06-26T10:38:09.266" v="342" actId="20577"/>
          <ac:spMkLst>
            <pc:docMk/>
            <pc:sldMk cId="3786528302" sldId="285"/>
            <ac:spMk id="15" creationId="{00000000-0000-0000-0000-000000000000}"/>
          </ac:spMkLst>
        </pc:spChg>
        <pc:spChg chg="mod">
          <ac:chgData name="Mateusz Pomianek" userId="S::mpomianek@o365.prz.edu.pl::3d638ea4-2586-4d1a-a8fd-db8a3798db81" providerId="AD" clId="Web-{10335023-BD9F-1DDE-FBE3-FC0C2E1F8890}" dt="2026-06-26T10:37:36.450" v="338" actId="20577"/>
          <ac:spMkLst>
            <pc:docMk/>
            <pc:sldMk cId="3786528302" sldId="285"/>
            <ac:spMk id="17" creationId="{00000000-0000-0000-0000-000000000000}"/>
          </ac:spMkLst>
        </pc:spChg>
        <pc:spChg chg="mod">
          <ac:chgData name="Mateusz Pomianek" userId="S::mpomianek@o365.prz.edu.pl::3d638ea4-2586-4d1a-a8fd-db8a3798db81" providerId="AD" clId="Web-{10335023-BD9F-1DDE-FBE3-FC0C2E1F8890}" dt="2026-06-26T10:38:01.669" v="341" actId="20577"/>
          <ac:spMkLst>
            <pc:docMk/>
            <pc:sldMk cId="3786528302" sldId="285"/>
            <ac:spMk id="19" creationId="{00000000-0000-0000-0000-000000000000}"/>
          </ac:spMkLst>
        </pc:spChg>
      </pc:sldChg>
      <pc:sldChg chg="modSp">
        <pc:chgData name="Mateusz Pomianek" userId="S::mpomianek@o365.prz.edu.pl::3d638ea4-2586-4d1a-a8fd-db8a3798db81" providerId="AD" clId="Web-{10335023-BD9F-1DDE-FBE3-FC0C2E1F8890}" dt="2026-06-26T10:40:17.832" v="377" actId="1076"/>
        <pc:sldMkLst>
          <pc:docMk/>
          <pc:sldMk cId="169146595" sldId="286"/>
        </pc:sldMkLst>
        <pc:spChg chg="mod">
          <ac:chgData name="Mateusz Pomianek" userId="S::mpomianek@o365.prz.edu.pl::3d638ea4-2586-4d1a-a8fd-db8a3798db81" providerId="AD" clId="Web-{10335023-BD9F-1DDE-FBE3-FC0C2E1F8890}" dt="2026-06-26T10:34:46.649" v="317" actId="20577"/>
          <ac:spMkLst>
            <pc:docMk/>
            <pc:sldMk cId="169146595" sldId="286"/>
            <ac:spMk id="3" creationId="{00000000-0000-0000-0000-000000000000}"/>
          </ac:spMkLst>
        </pc:spChg>
        <pc:spChg chg="mod">
          <ac:chgData name="Mateusz Pomianek" userId="S::mpomianek@o365.prz.edu.pl::3d638ea4-2586-4d1a-a8fd-db8a3798db81" providerId="AD" clId="Web-{10335023-BD9F-1DDE-FBE3-FC0C2E1F8890}" dt="2026-06-26T10:38:20.922" v="343" actId="20577"/>
          <ac:spMkLst>
            <pc:docMk/>
            <pc:sldMk cId="169146595" sldId="286"/>
            <ac:spMk id="4" creationId="{00000000-0000-0000-0000-000000000000}"/>
          </ac:spMkLst>
        </pc:spChg>
        <pc:spChg chg="mod">
          <ac:chgData name="Mateusz Pomianek" userId="S::mpomianek@o365.prz.edu.pl::3d638ea4-2586-4d1a-a8fd-db8a3798db81" providerId="AD" clId="Web-{10335023-BD9F-1DDE-FBE3-FC0C2E1F8890}" dt="2026-06-26T10:39:34.378" v="361" actId="20577"/>
          <ac:spMkLst>
            <pc:docMk/>
            <pc:sldMk cId="169146595" sldId="286"/>
            <ac:spMk id="6" creationId="{00000000-0000-0000-0000-000000000000}"/>
          </ac:spMkLst>
        </pc:spChg>
        <pc:spChg chg="mod">
          <ac:chgData name="Mateusz Pomianek" userId="S::mpomianek@o365.prz.edu.pl::3d638ea4-2586-4d1a-a8fd-db8a3798db81" providerId="AD" clId="Web-{10335023-BD9F-1DDE-FBE3-FC0C2E1F8890}" dt="2026-06-26T10:39:23.112" v="358" actId="20577"/>
          <ac:spMkLst>
            <pc:docMk/>
            <pc:sldMk cId="169146595" sldId="286"/>
            <ac:spMk id="8" creationId="{00000000-0000-0000-0000-000000000000}"/>
          </ac:spMkLst>
        </pc:spChg>
        <pc:spChg chg="mod">
          <ac:chgData name="Mateusz Pomianek" userId="S::mpomianek@o365.prz.edu.pl::3d638ea4-2586-4d1a-a8fd-db8a3798db81" providerId="AD" clId="Web-{10335023-BD9F-1DDE-FBE3-FC0C2E1F8890}" dt="2026-06-26T10:39:30.800" v="360" actId="1076"/>
          <ac:spMkLst>
            <pc:docMk/>
            <pc:sldMk cId="169146595" sldId="286"/>
            <ac:spMk id="9" creationId="{00000000-0000-0000-0000-000000000000}"/>
          </ac:spMkLst>
        </pc:spChg>
        <pc:spChg chg="mod">
          <ac:chgData name="Mateusz Pomianek" userId="S::mpomianek@o365.prz.edu.pl::3d638ea4-2586-4d1a-a8fd-db8a3798db81" providerId="AD" clId="Web-{10335023-BD9F-1DDE-FBE3-FC0C2E1F8890}" dt="2026-06-26T10:39:25.127" v="359" actId="20577"/>
          <ac:spMkLst>
            <pc:docMk/>
            <pc:sldMk cId="169146595" sldId="286"/>
            <ac:spMk id="10" creationId="{00000000-0000-0000-0000-000000000000}"/>
          </ac:spMkLst>
        </pc:spChg>
        <pc:spChg chg="mod">
          <ac:chgData name="Mateusz Pomianek" userId="S::mpomianek@o365.prz.edu.pl::3d638ea4-2586-4d1a-a8fd-db8a3798db81" providerId="AD" clId="Web-{10335023-BD9F-1DDE-FBE3-FC0C2E1F8890}" dt="2026-06-26T10:40:14.473" v="372" actId="1076"/>
          <ac:spMkLst>
            <pc:docMk/>
            <pc:sldMk cId="169146595" sldId="286"/>
            <ac:spMk id="12" creationId="{00000000-0000-0000-0000-000000000000}"/>
          </ac:spMkLst>
        </pc:spChg>
        <pc:spChg chg="mod">
          <ac:chgData name="Mateusz Pomianek" userId="S::mpomianek@o365.prz.edu.pl::3d638ea4-2586-4d1a-a8fd-db8a3798db81" providerId="AD" clId="Web-{10335023-BD9F-1DDE-FBE3-FC0C2E1F8890}" dt="2026-06-26T10:40:17.801" v="375" actId="1076"/>
          <ac:spMkLst>
            <pc:docMk/>
            <pc:sldMk cId="169146595" sldId="286"/>
            <ac:spMk id="14" creationId="{00000000-0000-0000-0000-000000000000}"/>
          </ac:spMkLst>
        </pc:spChg>
        <pc:spChg chg="mod">
          <ac:chgData name="Mateusz Pomianek" userId="S::mpomianek@o365.prz.edu.pl::3d638ea4-2586-4d1a-a8fd-db8a3798db81" providerId="AD" clId="Web-{10335023-BD9F-1DDE-FBE3-FC0C2E1F8890}" dt="2026-06-26T10:40:14.488" v="373" actId="1076"/>
          <ac:spMkLst>
            <pc:docMk/>
            <pc:sldMk cId="169146595" sldId="286"/>
            <ac:spMk id="16" creationId="{00000000-0000-0000-0000-000000000000}"/>
          </ac:spMkLst>
        </pc:spChg>
        <pc:spChg chg="mod">
          <ac:chgData name="Mateusz Pomianek" userId="S::mpomianek@o365.prz.edu.pl::3d638ea4-2586-4d1a-a8fd-db8a3798db81" providerId="AD" clId="Web-{10335023-BD9F-1DDE-FBE3-FC0C2E1F8890}" dt="2026-06-26T10:40:17.816" v="376" actId="1076"/>
          <ac:spMkLst>
            <pc:docMk/>
            <pc:sldMk cId="169146595" sldId="286"/>
            <ac:spMk id="18" creationId="{00000000-0000-0000-0000-000000000000}"/>
          </ac:spMkLst>
        </pc:spChg>
        <pc:spChg chg="ord">
          <ac:chgData name="Mateusz Pomianek" userId="S::mpomianek@o365.prz.edu.pl::3d638ea4-2586-4d1a-a8fd-db8a3798db81" providerId="AD" clId="Web-{10335023-BD9F-1DDE-FBE3-FC0C2E1F8890}" dt="2026-06-26T10:39:55.191" v="367"/>
          <ac:spMkLst>
            <pc:docMk/>
            <pc:sldMk cId="169146595" sldId="286"/>
            <ac:spMk id="19" creationId="{00000000-0000-0000-0000-000000000000}"/>
          </ac:spMkLst>
        </pc:spChg>
        <pc:spChg chg="mod">
          <ac:chgData name="Mateusz Pomianek" userId="S::mpomianek@o365.prz.edu.pl::3d638ea4-2586-4d1a-a8fd-db8a3798db81" providerId="AD" clId="Web-{10335023-BD9F-1DDE-FBE3-FC0C2E1F8890}" dt="2026-06-26T10:40:14.504" v="374" actId="1076"/>
          <ac:spMkLst>
            <pc:docMk/>
            <pc:sldMk cId="169146595" sldId="286"/>
            <ac:spMk id="20" creationId="{00000000-0000-0000-0000-000000000000}"/>
          </ac:spMkLst>
        </pc:spChg>
        <pc:spChg chg="mod">
          <ac:chgData name="Mateusz Pomianek" userId="S::mpomianek@o365.prz.edu.pl::3d638ea4-2586-4d1a-a8fd-db8a3798db81" providerId="AD" clId="Web-{10335023-BD9F-1DDE-FBE3-FC0C2E1F8890}" dt="2026-06-26T10:40:17.832" v="377" actId="1076"/>
          <ac:spMkLst>
            <pc:docMk/>
            <pc:sldMk cId="169146595" sldId="286"/>
            <ac:spMk id="22" creationId="{00000000-0000-0000-0000-000000000000}"/>
          </ac:spMkLst>
        </pc:spChg>
        <pc:spChg chg="ord">
          <ac:chgData name="Mateusz Pomianek" userId="S::mpomianek@o365.prz.edu.pl::3d638ea4-2586-4d1a-a8fd-db8a3798db81" providerId="AD" clId="Web-{10335023-BD9F-1DDE-FBE3-FC0C2E1F8890}" dt="2026-06-26T10:39:55.253" v="368"/>
          <ac:spMkLst>
            <pc:docMk/>
            <pc:sldMk cId="169146595" sldId="286"/>
            <ac:spMk id="23" creationId="{00000000-0000-0000-0000-000000000000}"/>
          </ac:spMkLst>
        </pc:spChg>
        <pc:spChg chg="mod">
          <ac:chgData name="Mateusz Pomianek" userId="S::mpomianek@o365.prz.edu.pl::3d638ea4-2586-4d1a-a8fd-db8a3798db81" providerId="AD" clId="Web-{10335023-BD9F-1DDE-FBE3-FC0C2E1F8890}" dt="2026-06-26T10:38:47.283" v="347" actId="20577"/>
          <ac:spMkLst>
            <pc:docMk/>
            <pc:sldMk cId="169146595" sldId="286"/>
            <ac:spMk id="24" creationId="{00000000-0000-0000-0000-000000000000}"/>
          </ac:spMkLst>
        </pc:spChg>
        <pc:spChg chg="mod">
          <ac:chgData name="Mateusz Pomianek" userId="S::mpomianek@o365.prz.edu.pl::3d638ea4-2586-4d1a-a8fd-db8a3798db81" providerId="AD" clId="Web-{10335023-BD9F-1DDE-FBE3-FC0C2E1F8890}" dt="2026-06-26T10:39:07.689" v="352" actId="20577"/>
          <ac:spMkLst>
            <pc:docMk/>
            <pc:sldMk cId="169146595" sldId="286"/>
            <ac:spMk id="25" creationId="{00000000-0000-0000-0000-000000000000}"/>
          </ac:spMkLst>
        </pc:spChg>
        <pc:spChg chg="mod">
          <ac:chgData name="Mateusz Pomianek" userId="S::mpomianek@o365.prz.edu.pl::3d638ea4-2586-4d1a-a8fd-db8a3798db81" providerId="AD" clId="Web-{10335023-BD9F-1DDE-FBE3-FC0C2E1F8890}" dt="2026-06-26T10:38:56.080" v="349" actId="20577"/>
          <ac:spMkLst>
            <pc:docMk/>
            <pc:sldMk cId="169146595" sldId="286"/>
            <ac:spMk id="27" creationId="{00000000-0000-0000-0000-000000000000}"/>
          </ac:spMkLst>
        </pc:spChg>
        <pc:spChg chg="mod">
          <ac:chgData name="Mateusz Pomianek" userId="S::mpomianek@o365.prz.edu.pl::3d638ea4-2586-4d1a-a8fd-db8a3798db81" providerId="AD" clId="Web-{10335023-BD9F-1DDE-FBE3-FC0C2E1F8890}" dt="2026-06-26T10:39:03.345" v="351" actId="20577"/>
          <ac:spMkLst>
            <pc:docMk/>
            <pc:sldMk cId="169146595" sldId="286"/>
            <ac:spMk id="28" creationId="{00000000-0000-0000-0000-000000000000}"/>
          </ac:spMkLst>
        </pc:spChg>
      </pc:sldChg>
      <pc:sldChg chg="modSp">
        <pc:chgData name="Mateusz Pomianek" userId="S::mpomianek@o365.prz.edu.pl::3d638ea4-2586-4d1a-a8fd-db8a3798db81" providerId="AD" clId="Web-{10335023-BD9F-1DDE-FBE3-FC0C2E1F8890}" dt="2026-06-26T10:34:31.446" v="316" actId="20577"/>
        <pc:sldMkLst>
          <pc:docMk/>
          <pc:sldMk cId="2286279424" sldId="287"/>
        </pc:sldMkLst>
        <pc:spChg chg="mod">
          <ac:chgData name="Mateusz Pomianek" userId="S::mpomianek@o365.prz.edu.pl::3d638ea4-2586-4d1a-a8fd-db8a3798db81" providerId="AD" clId="Web-{10335023-BD9F-1DDE-FBE3-FC0C2E1F8890}" dt="2026-06-26T10:34:31.446" v="316" actId="20577"/>
          <ac:spMkLst>
            <pc:docMk/>
            <pc:sldMk cId="2286279424" sldId="287"/>
            <ac:spMk id="4" creationId="{00000000-0000-0000-0000-000000000000}"/>
          </ac:spMkLst>
        </pc:spChg>
      </pc:sldChg>
      <pc:sldChg chg="addSp delSp modSp">
        <pc:chgData name="Mateusz Pomianek" userId="S::mpomianek@o365.prz.edu.pl::3d638ea4-2586-4d1a-a8fd-db8a3798db81" providerId="AD" clId="Web-{10335023-BD9F-1DDE-FBE3-FC0C2E1F8890}" dt="2026-06-26T10:40:54.021" v="382" actId="14100"/>
        <pc:sldMkLst>
          <pc:docMk/>
          <pc:sldMk cId="836047181" sldId="288"/>
        </pc:sldMkLst>
        <pc:spChg chg="mod">
          <ac:chgData name="Mateusz Pomianek" userId="S::mpomianek@o365.prz.edu.pl::3d638ea4-2586-4d1a-a8fd-db8a3798db81" providerId="AD" clId="Web-{10335023-BD9F-1DDE-FBE3-FC0C2E1F8890}" dt="2026-06-26T10:40:36.161" v="380" actId="20577"/>
          <ac:spMkLst>
            <pc:docMk/>
            <pc:sldMk cId="836047181" sldId="288"/>
            <ac:spMk id="3" creationId="{00000000-0000-0000-0000-000000000000}"/>
          </ac:spMkLst>
        </pc:spChg>
        <pc:spChg chg="mod">
          <ac:chgData name="Mateusz Pomianek" userId="S::mpomianek@o365.prz.edu.pl::3d638ea4-2586-4d1a-a8fd-db8a3798db81" providerId="AD" clId="Web-{10335023-BD9F-1DDE-FBE3-FC0C2E1F8890}" dt="2026-06-26T10:33:59.273" v="313" actId="20577"/>
          <ac:spMkLst>
            <pc:docMk/>
            <pc:sldMk cId="836047181" sldId="288"/>
            <ac:spMk id="4" creationId="{00000000-0000-0000-0000-000000000000}"/>
          </ac:spMkLst>
        </pc:spChg>
        <pc:spChg chg="mod">
          <ac:chgData name="Mateusz Pomianek" userId="S::mpomianek@o365.prz.edu.pl::3d638ea4-2586-4d1a-a8fd-db8a3798db81" providerId="AD" clId="Web-{10335023-BD9F-1DDE-FBE3-FC0C2E1F8890}" dt="2026-06-26T10:22:38.855" v="55" actId="1076"/>
          <ac:spMkLst>
            <pc:docMk/>
            <pc:sldMk cId="836047181" sldId="288"/>
            <ac:spMk id="5" creationId="{00000000-0000-0000-0000-000000000000}"/>
          </ac:spMkLst>
        </pc:spChg>
        <pc:spChg chg="mod">
          <ac:chgData name="Mateusz Pomianek" userId="S::mpomianek@o365.prz.edu.pl::3d638ea4-2586-4d1a-a8fd-db8a3798db81" providerId="AD" clId="Web-{10335023-BD9F-1DDE-FBE3-FC0C2E1F8890}" dt="2026-06-26T10:22:38.855" v="56" actId="1076"/>
          <ac:spMkLst>
            <pc:docMk/>
            <pc:sldMk cId="836047181" sldId="288"/>
            <ac:spMk id="12" creationId="{00000000-0000-0000-0000-000000000000}"/>
          </ac:spMkLst>
        </pc:spChg>
        <pc:spChg chg="mod">
          <ac:chgData name="Mateusz Pomianek" userId="S::mpomianek@o365.prz.edu.pl::3d638ea4-2586-4d1a-a8fd-db8a3798db81" providerId="AD" clId="Web-{10335023-BD9F-1DDE-FBE3-FC0C2E1F8890}" dt="2026-06-26T10:40:47.489" v="381" actId="20577"/>
          <ac:spMkLst>
            <pc:docMk/>
            <pc:sldMk cId="836047181" sldId="288"/>
            <ac:spMk id="13" creationId="{00000000-0000-0000-0000-000000000000}"/>
          </ac:spMkLst>
        </pc:spChg>
        <pc:spChg chg="mod">
          <ac:chgData name="Mateusz Pomianek" userId="S::mpomianek@o365.prz.edu.pl::3d638ea4-2586-4d1a-a8fd-db8a3798db81" providerId="AD" clId="Web-{10335023-BD9F-1DDE-FBE3-FC0C2E1F8890}" dt="2026-06-26T10:22:38.887" v="58" actId="1076"/>
          <ac:spMkLst>
            <pc:docMk/>
            <pc:sldMk cId="836047181" sldId="288"/>
            <ac:spMk id="14" creationId="{00000000-0000-0000-0000-000000000000}"/>
          </ac:spMkLst>
        </pc:spChg>
        <pc:spChg chg="mod">
          <ac:chgData name="Mateusz Pomianek" userId="S::mpomianek@o365.prz.edu.pl::3d638ea4-2586-4d1a-a8fd-db8a3798db81" providerId="AD" clId="Web-{10335023-BD9F-1DDE-FBE3-FC0C2E1F8890}" dt="2026-06-26T10:22:48.309" v="65" actId="20577"/>
          <ac:spMkLst>
            <pc:docMk/>
            <pc:sldMk cId="836047181" sldId="288"/>
            <ac:spMk id="15" creationId="{00000000-0000-0000-0000-000000000000}"/>
          </ac:spMkLst>
        </pc:spChg>
        <pc:spChg chg="mod">
          <ac:chgData name="Mateusz Pomianek" userId="S::mpomianek@o365.prz.edu.pl::3d638ea4-2586-4d1a-a8fd-db8a3798db81" providerId="AD" clId="Web-{10335023-BD9F-1DDE-FBE3-FC0C2E1F8890}" dt="2026-06-26T10:22:38.902" v="60" actId="1076"/>
          <ac:spMkLst>
            <pc:docMk/>
            <pc:sldMk cId="836047181" sldId="288"/>
            <ac:spMk id="16" creationId="{00000000-0000-0000-0000-000000000000}"/>
          </ac:spMkLst>
        </pc:spChg>
        <pc:spChg chg="mod">
          <ac:chgData name="Mateusz Pomianek" userId="S::mpomianek@o365.prz.edu.pl::3d638ea4-2586-4d1a-a8fd-db8a3798db81" providerId="AD" clId="Web-{10335023-BD9F-1DDE-FBE3-FC0C2E1F8890}" dt="2026-06-26T10:22:38.933" v="61" actId="1076"/>
          <ac:spMkLst>
            <pc:docMk/>
            <pc:sldMk cId="836047181" sldId="288"/>
            <ac:spMk id="17" creationId="{00000000-0000-0000-0000-000000000000}"/>
          </ac:spMkLst>
        </pc:spChg>
        <pc:spChg chg="mod">
          <ac:chgData name="Mateusz Pomianek" userId="S::mpomianek@o365.prz.edu.pl::3d638ea4-2586-4d1a-a8fd-db8a3798db81" providerId="AD" clId="Web-{10335023-BD9F-1DDE-FBE3-FC0C2E1F8890}" dt="2026-06-26T10:40:54.021" v="382" actId="14100"/>
          <ac:spMkLst>
            <pc:docMk/>
            <pc:sldMk cId="836047181" sldId="288"/>
            <ac:spMk id="19" creationId="{00000000-0000-0000-0000-000000000000}"/>
          </ac:spMkLst>
        </pc:spChg>
        <pc:spChg chg="add mod">
          <ac:chgData name="Mateusz Pomianek" userId="S::mpomianek@o365.prz.edu.pl::3d638ea4-2586-4d1a-a8fd-db8a3798db81" providerId="AD" clId="Web-{10335023-BD9F-1DDE-FBE3-FC0C2E1F8890}" dt="2026-06-26T10:22:38.949" v="62" actId="1076"/>
          <ac:spMkLst>
            <pc:docMk/>
            <pc:sldMk cId="836047181" sldId="288"/>
            <ac:spMk id="22" creationId="{2CBB940C-BEFE-9D71-4D84-D9679CBDDFB0}"/>
          </ac:spMkLst>
        </pc:spChg>
        <pc:spChg chg="add mod">
          <ac:chgData name="Mateusz Pomianek" userId="S::mpomianek@o365.prz.edu.pl::3d638ea4-2586-4d1a-a8fd-db8a3798db81" providerId="AD" clId="Web-{10335023-BD9F-1DDE-FBE3-FC0C2E1F8890}" dt="2026-06-26T10:22:38.965" v="63" actId="1076"/>
          <ac:spMkLst>
            <pc:docMk/>
            <pc:sldMk cId="836047181" sldId="288"/>
            <ac:spMk id="23" creationId="{EFEE067D-166C-1A46-DC04-8C9DBEAE2B50}"/>
          </ac:spMkLst>
        </pc:spChg>
        <pc:spChg chg="add mod">
          <ac:chgData name="Mateusz Pomianek" userId="S::mpomianek@o365.prz.edu.pl::3d638ea4-2586-4d1a-a8fd-db8a3798db81" providerId="AD" clId="Web-{10335023-BD9F-1DDE-FBE3-FC0C2E1F8890}" dt="2026-06-26T10:22:38.965" v="64" actId="1076"/>
          <ac:spMkLst>
            <pc:docMk/>
            <pc:sldMk cId="836047181" sldId="288"/>
            <ac:spMk id="24" creationId="{66DB00C1-35AD-2647-5507-4B21974B7B9F}"/>
          </ac:spMkLst>
        </pc:spChg>
      </pc:sldChg>
      <pc:sldChg chg="modSp">
        <pc:chgData name="Mateusz Pomianek" userId="S::mpomianek@o365.prz.edu.pl::3d638ea4-2586-4d1a-a8fd-db8a3798db81" providerId="AD" clId="Web-{10335023-BD9F-1DDE-FBE3-FC0C2E1F8890}" dt="2026-06-26T10:32:36.741" v="311" actId="20577"/>
        <pc:sldMkLst>
          <pc:docMk/>
          <pc:sldMk cId="3609650893" sldId="289"/>
        </pc:sldMkLst>
        <pc:spChg chg="mod">
          <ac:chgData name="Mateusz Pomianek" userId="S::mpomianek@o365.prz.edu.pl::3d638ea4-2586-4d1a-a8fd-db8a3798db81" providerId="AD" clId="Web-{10335023-BD9F-1DDE-FBE3-FC0C2E1F8890}" dt="2026-06-26T10:29:49.629" v="235" actId="20577"/>
          <ac:spMkLst>
            <pc:docMk/>
            <pc:sldMk cId="3609650893" sldId="289"/>
            <ac:spMk id="3" creationId="{00000000-0000-0000-0000-000000000000}"/>
          </ac:spMkLst>
        </pc:spChg>
        <pc:spChg chg="mod">
          <ac:chgData name="Mateusz Pomianek" userId="S::mpomianek@o365.prz.edu.pl::3d638ea4-2586-4d1a-a8fd-db8a3798db81" providerId="AD" clId="Web-{10335023-BD9F-1DDE-FBE3-FC0C2E1F8890}" dt="2026-06-26T10:29:57.426" v="237" actId="20577"/>
          <ac:spMkLst>
            <pc:docMk/>
            <pc:sldMk cId="3609650893" sldId="289"/>
            <ac:spMk id="4" creationId="{00000000-0000-0000-0000-000000000000}"/>
          </ac:spMkLst>
        </pc:spChg>
        <pc:spChg chg="mod">
          <ac:chgData name="Mateusz Pomianek" userId="S::mpomianek@o365.prz.edu.pl::3d638ea4-2586-4d1a-a8fd-db8a3798db81" providerId="AD" clId="Web-{10335023-BD9F-1DDE-FBE3-FC0C2E1F8890}" dt="2026-06-26T10:30:50.021" v="271" actId="20577"/>
          <ac:spMkLst>
            <pc:docMk/>
            <pc:sldMk cId="3609650893" sldId="289"/>
            <ac:spMk id="6" creationId="{00000000-0000-0000-0000-000000000000}"/>
          </ac:spMkLst>
        </pc:spChg>
        <pc:spChg chg="mod">
          <ac:chgData name="Mateusz Pomianek" userId="S::mpomianek@o365.prz.edu.pl::3d638ea4-2586-4d1a-a8fd-db8a3798db81" providerId="AD" clId="Web-{10335023-BD9F-1DDE-FBE3-FC0C2E1F8890}" dt="2026-06-26T10:30:56.583" v="273" actId="20577"/>
          <ac:spMkLst>
            <pc:docMk/>
            <pc:sldMk cId="3609650893" sldId="289"/>
            <ac:spMk id="8" creationId="{00000000-0000-0000-0000-000000000000}"/>
          </ac:spMkLst>
        </pc:spChg>
        <pc:spChg chg="mod">
          <ac:chgData name="Mateusz Pomianek" userId="S::mpomianek@o365.prz.edu.pl::3d638ea4-2586-4d1a-a8fd-db8a3798db81" providerId="AD" clId="Web-{10335023-BD9F-1DDE-FBE3-FC0C2E1F8890}" dt="2026-06-26T10:31:10.427" v="277" actId="20577"/>
          <ac:spMkLst>
            <pc:docMk/>
            <pc:sldMk cId="3609650893" sldId="289"/>
            <ac:spMk id="10" creationId="{00000000-0000-0000-0000-000000000000}"/>
          </ac:spMkLst>
        </pc:spChg>
        <pc:spChg chg="mod">
          <ac:chgData name="Mateusz Pomianek" userId="S::mpomianek@o365.prz.edu.pl::3d638ea4-2586-4d1a-a8fd-db8a3798db81" providerId="AD" clId="Web-{10335023-BD9F-1DDE-FBE3-FC0C2E1F8890}" dt="2026-06-26T10:31:02.615" v="275" actId="20577"/>
          <ac:spMkLst>
            <pc:docMk/>
            <pc:sldMk cId="3609650893" sldId="289"/>
            <ac:spMk id="12" creationId="{00000000-0000-0000-0000-000000000000}"/>
          </ac:spMkLst>
        </pc:spChg>
        <pc:spChg chg="mod">
          <ac:chgData name="Mateusz Pomianek" userId="S::mpomianek@o365.prz.edu.pl::3d638ea4-2586-4d1a-a8fd-db8a3798db81" providerId="AD" clId="Web-{10335023-BD9F-1DDE-FBE3-FC0C2E1F8890}" dt="2026-06-26T10:31:18.225" v="280" actId="20577"/>
          <ac:spMkLst>
            <pc:docMk/>
            <pc:sldMk cId="3609650893" sldId="289"/>
            <ac:spMk id="14" creationId="{00000000-0000-0000-0000-000000000000}"/>
          </ac:spMkLst>
        </pc:spChg>
        <pc:spChg chg="mod">
          <ac:chgData name="Mateusz Pomianek" userId="S::mpomianek@o365.prz.edu.pl::3d638ea4-2586-4d1a-a8fd-db8a3798db81" providerId="AD" clId="Web-{10335023-BD9F-1DDE-FBE3-FC0C2E1F8890}" dt="2026-06-26T10:31:23.506" v="281" actId="20577"/>
          <ac:spMkLst>
            <pc:docMk/>
            <pc:sldMk cId="3609650893" sldId="289"/>
            <ac:spMk id="16" creationId="{00000000-0000-0000-0000-000000000000}"/>
          </ac:spMkLst>
        </pc:spChg>
        <pc:spChg chg="mod">
          <ac:chgData name="Mateusz Pomianek" userId="S::mpomianek@o365.prz.edu.pl::3d638ea4-2586-4d1a-a8fd-db8a3798db81" providerId="AD" clId="Web-{10335023-BD9F-1DDE-FBE3-FC0C2E1F8890}" dt="2026-06-26T10:32:11.756" v="296" actId="20577"/>
          <ac:spMkLst>
            <pc:docMk/>
            <pc:sldMk cId="3609650893" sldId="289"/>
            <ac:spMk id="17" creationId="{00000000-0000-0000-0000-000000000000}"/>
          </ac:spMkLst>
        </pc:spChg>
        <pc:spChg chg="mod">
          <ac:chgData name="Mateusz Pomianek" userId="S::mpomianek@o365.prz.edu.pl::3d638ea4-2586-4d1a-a8fd-db8a3798db81" providerId="AD" clId="Web-{10335023-BD9F-1DDE-FBE3-FC0C2E1F8890}" dt="2026-06-26T10:32:17.178" v="297" actId="20577"/>
          <ac:spMkLst>
            <pc:docMk/>
            <pc:sldMk cId="3609650893" sldId="289"/>
            <ac:spMk id="18" creationId="{00000000-0000-0000-0000-000000000000}"/>
          </ac:spMkLst>
        </pc:spChg>
        <pc:spChg chg="mod">
          <ac:chgData name="Mateusz Pomianek" userId="S::mpomianek@o365.prz.edu.pl::3d638ea4-2586-4d1a-a8fd-db8a3798db81" providerId="AD" clId="Web-{10335023-BD9F-1DDE-FBE3-FC0C2E1F8890}" dt="2026-06-26T10:30:41.271" v="256" actId="1076"/>
          <ac:spMkLst>
            <pc:docMk/>
            <pc:sldMk cId="3609650893" sldId="289"/>
            <ac:spMk id="20" creationId="{00000000-0000-0000-0000-000000000000}"/>
          </ac:spMkLst>
        </pc:spChg>
        <pc:spChg chg="mod">
          <ac:chgData name="Mateusz Pomianek" userId="S::mpomianek@o365.prz.edu.pl::3d638ea4-2586-4d1a-a8fd-db8a3798db81" providerId="AD" clId="Web-{10335023-BD9F-1DDE-FBE3-FC0C2E1F8890}" dt="2026-06-26T10:32:30.366" v="304" actId="14100"/>
          <ac:spMkLst>
            <pc:docMk/>
            <pc:sldMk cId="3609650893" sldId="289"/>
            <ac:spMk id="21" creationId="{00000000-0000-0000-0000-000000000000}"/>
          </ac:spMkLst>
        </pc:spChg>
        <pc:spChg chg="mod">
          <ac:chgData name="Mateusz Pomianek" userId="S::mpomianek@o365.prz.edu.pl::3d638ea4-2586-4d1a-a8fd-db8a3798db81" providerId="AD" clId="Web-{10335023-BD9F-1DDE-FBE3-FC0C2E1F8890}" dt="2026-06-26T10:30:41.318" v="258" actId="1076"/>
          <ac:spMkLst>
            <pc:docMk/>
            <pc:sldMk cId="3609650893" sldId="289"/>
            <ac:spMk id="23" creationId="{00000000-0000-0000-0000-000000000000}"/>
          </ac:spMkLst>
        </pc:spChg>
        <pc:spChg chg="mod">
          <ac:chgData name="Mateusz Pomianek" userId="S::mpomianek@o365.prz.edu.pl::3d638ea4-2586-4d1a-a8fd-db8a3798db81" providerId="AD" clId="Web-{10335023-BD9F-1DDE-FBE3-FC0C2E1F8890}" dt="2026-06-26T10:32:36.741" v="311" actId="20577"/>
          <ac:spMkLst>
            <pc:docMk/>
            <pc:sldMk cId="3609650893" sldId="289"/>
            <ac:spMk id="24" creationId="{00000000-0000-0000-0000-000000000000}"/>
          </ac:spMkLst>
        </pc:spChg>
        <pc:spChg chg="mod">
          <ac:chgData name="Mateusz Pomianek" userId="S::mpomianek@o365.prz.edu.pl::3d638ea4-2586-4d1a-a8fd-db8a3798db81" providerId="AD" clId="Web-{10335023-BD9F-1DDE-FBE3-FC0C2E1F8890}" dt="2026-06-26T10:30:41.349" v="260" actId="1076"/>
          <ac:spMkLst>
            <pc:docMk/>
            <pc:sldMk cId="3609650893" sldId="289"/>
            <ac:spMk id="26" creationId="{00000000-0000-0000-0000-000000000000}"/>
          </ac:spMkLst>
        </pc:spChg>
        <pc:spChg chg="mod">
          <ac:chgData name="Mateusz Pomianek" userId="S::mpomianek@o365.prz.edu.pl::3d638ea4-2586-4d1a-a8fd-db8a3798db81" providerId="AD" clId="Web-{10335023-BD9F-1DDE-FBE3-FC0C2E1F8890}" dt="2026-06-26T10:32:30.397" v="306" actId="14100"/>
          <ac:spMkLst>
            <pc:docMk/>
            <pc:sldMk cId="3609650893" sldId="289"/>
            <ac:spMk id="27" creationId="{00000000-0000-0000-0000-000000000000}"/>
          </ac:spMkLst>
        </pc:spChg>
        <pc:spChg chg="mod">
          <ac:chgData name="Mateusz Pomianek" userId="S::mpomianek@o365.prz.edu.pl::3d638ea4-2586-4d1a-a8fd-db8a3798db81" providerId="AD" clId="Web-{10335023-BD9F-1DDE-FBE3-FC0C2E1F8890}" dt="2026-06-26T10:30:41.380" v="262" actId="1076"/>
          <ac:spMkLst>
            <pc:docMk/>
            <pc:sldMk cId="3609650893" sldId="289"/>
            <ac:spMk id="29" creationId="{00000000-0000-0000-0000-000000000000}"/>
          </ac:spMkLst>
        </pc:spChg>
        <pc:spChg chg="mod">
          <ac:chgData name="Mateusz Pomianek" userId="S::mpomianek@o365.prz.edu.pl::3d638ea4-2586-4d1a-a8fd-db8a3798db81" providerId="AD" clId="Web-{10335023-BD9F-1DDE-FBE3-FC0C2E1F8890}" dt="2026-06-26T10:32:30.413" v="307" actId="14100"/>
          <ac:spMkLst>
            <pc:docMk/>
            <pc:sldMk cId="3609650893" sldId="289"/>
            <ac:spMk id="30" creationId="{00000000-0000-0000-0000-000000000000}"/>
          </ac:spMkLst>
        </pc:spChg>
        <pc:spChg chg="mod">
          <ac:chgData name="Mateusz Pomianek" userId="S::mpomianek@o365.prz.edu.pl::3d638ea4-2586-4d1a-a8fd-db8a3798db81" providerId="AD" clId="Web-{10335023-BD9F-1DDE-FBE3-FC0C2E1F8890}" dt="2026-06-26T10:30:41.411" v="264" actId="1076"/>
          <ac:spMkLst>
            <pc:docMk/>
            <pc:sldMk cId="3609650893" sldId="289"/>
            <ac:spMk id="32" creationId="{00000000-0000-0000-0000-000000000000}"/>
          </ac:spMkLst>
        </pc:spChg>
        <pc:spChg chg="mod">
          <ac:chgData name="Mateusz Pomianek" userId="S::mpomianek@o365.prz.edu.pl::3d638ea4-2586-4d1a-a8fd-db8a3798db81" providerId="AD" clId="Web-{10335023-BD9F-1DDE-FBE3-FC0C2E1F8890}" dt="2026-06-26T10:32:30.428" v="308" actId="14100"/>
          <ac:spMkLst>
            <pc:docMk/>
            <pc:sldMk cId="3609650893" sldId="289"/>
            <ac:spMk id="33" creationId="{00000000-0000-0000-0000-000000000000}"/>
          </ac:spMkLst>
        </pc:spChg>
        <pc:spChg chg="mod">
          <ac:chgData name="Mateusz Pomianek" userId="S::mpomianek@o365.prz.edu.pl::3d638ea4-2586-4d1a-a8fd-db8a3798db81" providerId="AD" clId="Web-{10335023-BD9F-1DDE-FBE3-FC0C2E1F8890}" dt="2026-06-26T10:30:41.443" v="266" actId="1076"/>
          <ac:spMkLst>
            <pc:docMk/>
            <pc:sldMk cId="3609650893" sldId="289"/>
            <ac:spMk id="35" creationId="{00000000-0000-0000-0000-000000000000}"/>
          </ac:spMkLst>
        </pc:spChg>
        <pc:spChg chg="mod">
          <ac:chgData name="Mateusz Pomianek" userId="S::mpomianek@o365.prz.edu.pl::3d638ea4-2586-4d1a-a8fd-db8a3798db81" providerId="AD" clId="Web-{10335023-BD9F-1DDE-FBE3-FC0C2E1F8890}" dt="2026-06-26T10:32:30.444" v="309" actId="14100"/>
          <ac:spMkLst>
            <pc:docMk/>
            <pc:sldMk cId="3609650893" sldId="289"/>
            <ac:spMk id="36" creationId="{00000000-0000-0000-0000-000000000000}"/>
          </ac:spMkLst>
        </pc:spChg>
      </pc:sldChg>
      <pc:sldChg chg="modSp">
        <pc:chgData name="Mateusz Pomianek" userId="S::mpomianek@o365.prz.edu.pl::3d638ea4-2586-4d1a-a8fd-db8a3798db81" providerId="AD" clId="Web-{10335023-BD9F-1DDE-FBE3-FC0C2E1F8890}" dt="2026-06-26T10:29:45.270" v="234" actId="20577"/>
        <pc:sldMkLst>
          <pc:docMk/>
          <pc:sldMk cId="1903968976" sldId="290"/>
        </pc:sldMkLst>
        <pc:spChg chg="mod">
          <ac:chgData name="Mateusz Pomianek" userId="S::mpomianek@o365.prz.edu.pl::3d638ea4-2586-4d1a-a8fd-db8a3798db81" providerId="AD" clId="Web-{10335023-BD9F-1DDE-FBE3-FC0C2E1F8890}" dt="2026-06-26T10:29:45.270" v="234" actId="20577"/>
          <ac:spMkLst>
            <pc:docMk/>
            <pc:sldMk cId="1903968976" sldId="290"/>
            <ac:spMk id="3" creationId="{00000000-0000-0000-0000-000000000000}"/>
          </ac:spMkLst>
        </pc:spChg>
        <pc:spChg chg="mod">
          <ac:chgData name="Mateusz Pomianek" userId="S::mpomianek@o365.prz.edu.pl::3d638ea4-2586-4d1a-a8fd-db8a3798db81" providerId="AD" clId="Web-{10335023-BD9F-1DDE-FBE3-FC0C2E1F8890}" dt="2026-06-26T10:24:47.999" v="105" actId="20577"/>
          <ac:spMkLst>
            <pc:docMk/>
            <pc:sldMk cId="1903968976" sldId="290"/>
            <ac:spMk id="4" creationId="{00000000-0000-0000-0000-000000000000}"/>
          </ac:spMkLst>
        </pc:spChg>
        <pc:spChg chg="mod">
          <ac:chgData name="Mateusz Pomianek" userId="S::mpomianek@o365.prz.edu.pl::3d638ea4-2586-4d1a-a8fd-db8a3798db81" providerId="AD" clId="Web-{10335023-BD9F-1DDE-FBE3-FC0C2E1F8890}" dt="2026-06-26T10:23:11.747" v="73" actId="20577"/>
          <ac:spMkLst>
            <pc:docMk/>
            <pc:sldMk cId="1903968976" sldId="290"/>
            <ac:spMk id="12" creationId="{00000000-0000-0000-0000-000000000000}"/>
          </ac:spMkLst>
        </pc:spChg>
        <pc:spChg chg="mod">
          <ac:chgData name="Mateusz Pomianek" userId="S::mpomianek@o365.prz.edu.pl::3d638ea4-2586-4d1a-a8fd-db8a3798db81" providerId="AD" clId="Web-{10335023-BD9F-1DDE-FBE3-FC0C2E1F8890}" dt="2026-06-26T10:23:24.606" v="79" actId="20577"/>
          <ac:spMkLst>
            <pc:docMk/>
            <pc:sldMk cId="1903968976" sldId="290"/>
            <ac:spMk id="14" creationId="{00000000-0000-0000-0000-000000000000}"/>
          </ac:spMkLst>
        </pc:spChg>
        <pc:spChg chg="mod">
          <ac:chgData name="Mateusz Pomianek" userId="S::mpomianek@o365.prz.edu.pl::3d638ea4-2586-4d1a-a8fd-db8a3798db81" providerId="AD" clId="Web-{10335023-BD9F-1DDE-FBE3-FC0C2E1F8890}" dt="2026-06-26T10:23:18.700" v="77" actId="20577"/>
          <ac:spMkLst>
            <pc:docMk/>
            <pc:sldMk cId="1903968976" sldId="290"/>
            <ac:spMk id="16" creationId="{00000000-0000-0000-0000-000000000000}"/>
          </ac:spMkLst>
        </pc:spChg>
        <pc:spChg chg="mod">
          <ac:chgData name="Mateusz Pomianek" userId="S::mpomianek@o365.prz.edu.pl::3d638ea4-2586-4d1a-a8fd-db8a3798db81" providerId="AD" clId="Web-{10335023-BD9F-1DDE-FBE3-FC0C2E1F8890}" dt="2026-06-26T10:23:15.700" v="75" actId="20577"/>
          <ac:spMkLst>
            <pc:docMk/>
            <pc:sldMk cId="1903968976" sldId="290"/>
            <ac:spMk id="18" creationId="{00000000-0000-0000-0000-000000000000}"/>
          </ac:spMkLst>
        </pc:spChg>
        <pc:spChg chg="mod">
          <ac:chgData name="Mateusz Pomianek" userId="S::mpomianek@o365.prz.edu.pl::3d638ea4-2586-4d1a-a8fd-db8a3798db81" providerId="AD" clId="Web-{10335023-BD9F-1DDE-FBE3-FC0C2E1F8890}" dt="2026-06-26T10:23:23.075" v="78" actId="20577"/>
          <ac:spMkLst>
            <pc:docMk/>
            <pc:sldMk cId="1903968976" sldId="290"/>
            <ac:spMk id="20" creationId="{00000000-0000-0000-0000-000000000000}"/>
          </ac:spMkLst>
        </pc:spChg>
        <pc:spChg chg="mod">
          <ac:chgData name="Mateusz Pomianek" userId="S::mpomianek@o365.prz.edu.pl::3d638ea4-2586-4d1a-a8fd-db8a3798db81" providerId="AD" clId="Web-{10335023-BD9F-1DDE-FBE3-FC0C2E1F8890}" dt="2026-06-26T10:24:02.154" v="92" actId="1076"/>
          <ac:spMkLst>
            <pc:docMk/>
            <pc:sldMk cId="1903968976" sldId="290"/>
            <ac:spMk id="21" creationId="{00000000-0000-0000-0000-000000000000}"/>
          </ac:spMkLst>
        </pc:spChg>
        <pc:spChg chg="mod">
          <ac:chgData name="Mateusz Pomianek" userId="S::mpomianek@o365.prz.edu.pl::3d638ea4-2586-4d1a-a8fd-db8a3798db81" providerId="AD" clId="Web-{10335023-BD9F-1DDE-FBE3-FC0C2E1F8890}" dt="2026-06-26T10:24:02.170" v="93" actId="1076"/>
          <ac:spMkLst>
            <pc:docMk/>
            <pc:sldMk cId="1903968976" sldId="290"/>
            <ac:spMk id="22" creationId="{00000000-0000-0000-0000-000000000000}"/>
          </ac:spMkLst>
        </pc:spChg>
        <pc:spChg chg="mod">
          <ac:chgData name="Mateusz Pomianek" userId="S::mpomianek@o365.prz.edu.pl::3d638ea4-2586-4d1a-a8fd-db8a3798db81" providerId="AD" clId="Web-{10335023-BD9F-1DDE-FBE3-FC0C2E1F8890}" dt="2026-06-26T10:24:02.170" v="94" actId="1076"/>
          <ac:spMkLst>
            <pc:docMk/>
            <pc:sldMk cId="1903968976" sldId="290"/>
            <ac:spMk id="23" creationId="{00000000-0000-0000-0000-000000000000}"/>
          </ac:spMkLst>
        </pc:spChg>
        <pc:spChg chg="mod">
          <ac:chgData name="Mateusz Pomianek" userId="S::mpomianek@o365.prz.edu.pl::3d638ea4-2586-4d1a-a8fd-db8a3798db81" providerId="AD" clId="Web-{10335023-BD9F-1DDE-FBE3-FC0C2E1F8890}" dt="2026-06-26T10:24:02.186" v="95" actId="1076"/>
          <ac:spMkLst>
            <pc:docMk/>
            <pc:sldMk cId="1903968976" sldId="290"/>
            <ac:spMk id="24" creationId="{00000000-0000-0000-0000-000000000000}"/>
          </ac:spMkLst>
        </pc:spChg>
        <pc:spChg chg="mod">
          <ac:chgData name="Mateusz Pomianek" userId="S::mpomianek@o365.prz.edu.pl::3d638ea4-2586-4d1a-a8fd-db8a3798db81" providerId="AD" clId="Web-{10335023-BD9F-1DDE-FBE3-FC0C2E1F8890}" dt="2026-06-26T10:24:02.201" v="96" actId="1076"/>
          <ac:spMkLst>
            <pc:docMk/>
            <pc:sldMk cId="1903968976" sldId="290"/>
            <ac:spMk id="25" creationId="{00000000-0000-0000-0000-000000000000}"/>
          </ac:spMkLst>
        </pc:spChg>
        <pc:spChg chg="mod">
          <ac:chgData name="Mateusz Pomianek" userId="S::mpomianek@o365.prz.edu.pl::3d638ea4-2586-4d1a-a8fd-db8a3798db81" providerId="AD" clId="Web-{10335023-BD9F-1DDE-FBE3-FC0C2E1F8890}" dt="2026-06-26T10:24:02.217" v="97" actId="1076"/>
          <ac:spMkLst>
            <pc:docMk/>
            <pc:sldMk cId="1903968976" sldId="290"/>
            <ac:spMk id="26" creationId="{00000000-0000-0000-0000-000000000000}"/>
          </ac:spMkLst>
        </pc:spChg>
        <pc:spChg chg="mod">
          <ac:chgData name="Mateusz Pomianek" userId="S::mpomianek@o365.prz.edu.pl::3d638ea4-2586-4d1a-a8fd-db8a3798db81" providerId="AD" clId="Web-{10335023-BD9F-1DDE-FBE3-FC0C2E1F8890}" dt="2026-06-26T10:25:54.219" v="124" actId="20577"/>
          <ac:spMkLst>
            <pc:docMk/>
            <pc:sldMk cId="1903968976" sldId="290"/>
            <ac:spMk id="28" creationId="{00000000-0000-0000-0000-000000000000}"/>
          </ac:spMkLst>
        </pc:spChg>
        <pc:spChg chg="mod">
          <ac:chgData name="Mateusz Pomianek" userId="S::mpomianek@o365.prz.edu.pl::3d638ea4-2586-4d1a-a8fd-db8a3798db81" providerId="AD" clId="Web-{10335023-BD9F-1DDE-FBE3-FC0C2E1F8890}" dt="2026-06-26T10:25:35.516" v="121" actId="14100"/>
          <ac:spMkLst>
            <pc:docMk/>
            <pc:sldMk cId="1903968976" sldId="290"/>
            <ac:spMk id="29" creationId="{00000000-0000-0000-0000-000000000000}"/>
          </ac:spMkLst>
        </pc:spChg>
      </pc:sldChg>
      <pc:sldChg chg="modSp">
        <pc:chgData name="Mateusz Pomianek" userId="S::mpomianek@o365.prz.edu.pl::3d638ea4-2586-4d1a-a8fd-db8a3798db81" providerId="AD" clId="Web-{10335023-BD9F-1DDE-FBE3-FC0C2E1F8890}" dt="2026-06-26T10:29:40.426" v="232" actId="20577"/>
        <pc:sldMkLst>
          <pc:docMk/>
          <pc:sldMk cId="4164089319" sldId="291"/>
        </pc:sldMkLst>
        <pc:spChg chg="mod">
          <ac:chgData name="Mateusz Pomianek" userId="S::mpomianek@o365.prz.edu.pl::3d638ea4-2586-4d1a-a8fd-db8a3798db81" providerId="AD" clId="Web-{10335023-BD9F-1DDE-FBE3-FC0C2E1F8890}" dt="2026-06-26T10:29:40.426" v="232" actId="20577"/>
          <ac:spMkLst>
            <pc:docMk/>
            <pc:sldMk cId="4164089319" sldId="291"/>
            <ac:spMk id="3" creationId="{00000000-0000-0000-0000-000000000000}"/>
          </ac:spMkLst>
        </pc:spChg>
        <pc:spChg chg="mod">
          <ac:chgData name="Mateusz Pomianek" userId="S::mpomianek@o365.prz.edu.pl::3d638ea4-2586-4d1a-a8fd-db8a3798db81" providerId="AD" clId="Web-{10335023-BD9F-1DDE-FBE3-FC0C2E1F8890}" dt="2026-06-26T10:29:35.129" v="231" actId="20577"/>
          <ac:spMkLst>
            <pc:docMk/>
            <pc:sldMk cId="4164089319" sldId="291"/>
            <ac:spMk id="4" creationId="{00000000-0000-0000-0000-000000000000}"/>
          </ac:spMkLst>
        </pc:spChg>
        <pc:spChg chg="mod">
          <ac:chgData name="Mateusz Pomianek" userId="S::mpomianek@o365.prz.edu.pl::3d638ea4-2586-4d1a-a8fd-db8a3798db81" providerId="AD" clId="Web-{10335023-BD9F-1DDE-FBE3-FC0C2E1F8890}" dt="2026-06-26T10:28:44.644" v="220" actId="1076"/>
          <ac:spMkLst>
            <pc:docMk/>
            <pc:sldMk cId="4164089319" sldId="291"/>
            <ac:spMk id="6" creationId="{00000000-0000-0000-0000-000000000000}"/>
          </ac:spMkLst>
        </pc:spChg>
        <pc:spChg chg="mod">
          <ac:chgData name="Mateusz Pomianek" userId="S::mpomianek@o365.prz.edu.pl::3d638ea4-2586-4d1a-a8fd-db8a3798db81" providerId="AD" clId="Web-{10335023-BD9F-1DDE-FBE3-FC0C2E1F8890}" dt="2026-06-26T10:26:07.938" v="174" actId="20577"/>
          <ac:spMkLst>
            <pc:docMk/>
            <pc:sldMk cId="4164089319" sldId="291"/>
            <ac:spMk id="7" creationId="{00000000-0000-0000-0000-000000000000}"/>
          </ac:spMkLst>
        </pc:spChg>
        <pc:spChg chg="mod">
          <ac:chgData name="Mateusz Pomianek" userId="S::mpomianek@o365.prz.edu.pl::3d638ea4-2586-4d1a-a8fd-db8a3798db81" providerId="AD" clId="Web-{10335023-BD9F-1DDE-FBE3-FC0C2E1F8890}" dt="2026-06-26T10:29:21.004" v="230" actId="20577"/>
          <ac:spMkLst>
            <pc:docMk/>
            <pc:sldMk cId="4164089319" sldId="291"/>
            <ac:spMk id="8" creationId="{00000000-0000-0000-0000-000000000000}"/>
          </ac:spMkLst>
        </pc:spChg>
        <pc:spChg chg="mod">
          <ac:chgData name="Mateusz Pomianek" userId="S::mpomianek@o365.prz.edu.pl::3d638ea4-2586-4d1a-a8fd-db8a3798db81" providerId="AD" clId="Web-{10335023-BD9F-1DDE-FBE3-FC0C2E1F8890}" dt="2026-06-26T10:28:44.660" v="221" actId="1076"/>
          <ac:spMkLst>
            <pc:docMk/>
            <pc:sldMk cId="4164089319" sldId="291"/>
            <ac:spMk id="10" creationId="{00000000-0000-0000-0000-000000000000}"/>
          </ac:spMkLst>
        </pc:spChg>
        <pc:spChg chg="mod">
          <ac:chgData name="Mateusz Pomianek" userId="S::mpomianek@o365.prz.edu.pl::3d638ea4-2586-4d1a-a8fd-db8a3798db81" providerId="AD" clId="Web-{10335023-BD9F-1DDE-FBE3-FC0C2E1F8890}" dt="2026-06-26T10:26:26.985" v="182" actId="20577"/>
          <ac:spMkLst>
            <pc:docMk/>
            <pc:sldMk cId="4164089319" sldId="291"/>
            <ac:spMk id="11" creationId="{00000000-0000-0000-0000-000000000000}"/>
          </ac:spMkLst>
        </pc:spChg>
        <pc:spChg chg="mod">
          <ac:chgData name="Mateusz Pomianek" userId="S::mpomianek@o365.prz.edu.pl::3d638ea4-2586-4d1a-a8fd-db8a3798db81" providerId="AD" clId="Web-{10335023-BD9F-1DDE-FBE3-FC0C2E1F8890}" dt="2026-06-26T10:29:14.785" v="229" actId="20577"/>
          <ac:spMkLst>
            <pc:docMk/>
            <pc:sldMk cId="4164089319" sldId="291"/>
            <ac:spMk id="12" creationId="{00000000-0000-0000-0000-000000000000}"/>
          </ac:spMkLst>
        </pc:spChg>
        <pc:spChg chg="mod">
          <ac:chgData name="Mateusz Pomianek" userId="S::mpomianek@o365.prz.edu.pl::3d638ea4-2586-4d1a-a8fd-db8a3798db81" providerId="AD" clId="Web-{10335023-BD9F-1DDE-FBE3-FC0C2E1F8890}" dt="2026-06-26T10:28:44.675" v="222" actId="1076"/>
          <ac:spMkLst>
            <pc:docMk/>
            <pc:sldMk cId="4164089319" sldId="291"/>
            <ac:spMk id="14" creationId="{00000000-0000-0000-0000-000000000000}"/>
          </ac:spMkLst>
        </pc:spChg>
        <pc:spChg chg="mod">
          <ac:chgData name="Mateusz Pomianek" userId="S::mpomianek@o365.prz.edu.pl::3d638ea4-2586-4d1a-a8fd-db8a3798db81" providerId="AD" clId="Web-{10335023-BD9F-1DDE-FBE3-FC0C2E1F8890}" dt="2026-06-26T10:28:31.519" v="219" actId="14100"/>
          <ac:spMkLst>
            <pc:docMk/>
            <pc:sldMk cId="4164089319" sldId="291"/>
            <ac:spMk id="15" creationId="{00000000-0000-0000-0000-000000000000}"/>
          </ac:spMkLst>
        </pc:spChg>
        <pc:spChg chg="mod">
          <ac:chgData name="Mateusz Pomianek" userId="S::mpomianek@o365.prz.edu.pl::3d638ea4-2586-4d1a-a8fd-db8a3798db81" providerId="AD" clId="Web-{10335023-BD9F-1DDE-FBE3-FC0C2E1F8890}" dt="2026-06-26T10:27:41.502" v="209" actId="20577"/>
          <ac:spMkLst>
            <pc:docMk/>
            <pc:sldMk cId="4164089319" sldId="291"/>
            <ac:spMk id="16" creationId="{00000000-0000-0000-0000-000000000000}"/>
          </ac:spMkLst>
        </pc:spChg>
        <pc:spChg chg="mod">
          <ac:chgData name="Mateusz Pomianek" userId="S::mpomianek@o365.prz.edu.pl::3d638ea4-2586-4d1a-a8fd-db8a3798db81" providerId="AD" clId="Web-{10335023-BD9F-1DDE-FBE3-FC0C2E1F8890}" dt="2026-06-26T10:28:44.691" v="223" actId="1076"/>
          <ac:spMkLst>
            <pc:docMk/>
            <pc:sldMk cId="4164089319" sldId="291"/>
            <ac:spMk id="18" creationId="{00000000-0000-0000-0000-000000000000}"/>
          </ac:spMkLst>
        </pc:spChg>
        <pc:spChg chg="mod">
          <ac:chgData name="Mateusz Pomianek" userId="S::mpomianek@o365.prz.edu.pl::3d638ea4-2586-4d1a-a8fd-db8a3798db81" providerId="AD" clId="Web-{10335023-BD9F-1DDE-FBE3-FC0C2E1F8890}" dt="2026-06-26T10:26:31.407" v="184" actId="20577"/>
          <ac:spMkLst>
            <pc:docMk/>
            <pc:sldMk cId="4164089319" sldId="291"/>
            <ac:spMk id="19" creationId="{00000000-0000-0000-0000-000000000000}"/>
          </ac:spMkLst>
        </pc:spChg>
        <pc:spChg chg="mod">
          <ac:chgData name="Mateusz Pomianek" userId="S::mpomianek@o365.prz.edu.pl::3d638ea4-2586-4d1a-a8fd-db8a3798db81" providerId="AD" clId="Web-{10335023-BD9F-1DDE-FBE3-FC0C2E1F8890}" dt="2026-06-26T10:28:52.613" v="226" actId="20577"/>
          <ac:spMkLst>
            <pc:docMk/>
            <pc:sldMk cId="4164089319" sldId="291"/>
            <ac:spMk id="20" creationId="{00000000-0000-0000-0000-000000000000}"/>
          </ac:spMkLst>
        </pc:spChg>
        <pc:spChg chg="mod">
          <ac:chgData name="Mateusz Pomianek" userId="S::mpomianek@o365.prz.edu.pl::3d638ea4-2586-4d1a-a8fd-db8a3798db81" providerId="AD" clId="Web-{10335023-BD9F-1DDE-FBE3-FC0C2E1F8890}" dt="2026-06-26T10:28:44.706" v="224" actId="1076"/>
          <ac:spMkLst>
            <pc:docMk/>
            <pc:sldMk cId="4164089319" sldId="291"/>
            <ac:spMk id="22" creationId="{00000000-0000-0000-0000-000000000000}"/>
          </ac:spMkLst>
        </pc:spChg>
        <pc:spChg chg="mod">
          <ac:chgData name="Mateusz Pomianek" userId="S::mpomianek@o365.prz.edu.pl::3d638ea4-2586-4d1a-a8fd-db8a3798db81" providerId="AD" clId="Web-{10335023-BD9F-1DDE-FBE3-FC0C2E1F8890}" dt="2026-06-26T10:26:36.032" v="186" actId="20577"/>
          <ac:spMkLst>
            <pc:docMk/>
            <pc:sldMk cId="4164089319" sldId="291"/>
            <ac:spMk id="23" creationId="{00000000-0000-0000-0000-000000000000}"/>
          </ac:spMkLst>
        </pc:spChg>
        <pc:spChg chg="mod">
          <ac:chgData name="Mateusz Pomianek" userId="S::mpomianek@o365.prz.edu.pl::3d638ea4-2586-4d1a-a8fd-db8a3798db81" providerId="AD" clId="Web-{10335023-BD9F-1DDE-FBE3-FC0C2E1F8890}" dt="2026-06-26T10:29:02.894" v="227" actId="20577"/>
          <ac:spMkLst>
            <pc:docMk/>
            <pc:sldMk cId="4164089319" sldId="291"/>
            <ac:spMk id="24" creationId="{00000000-0000-0000-0000-000000000000}"/>
          </ac:spMkLst>
        </pc:spChg>
        <pc:spChg chg="mod">
          <ac:chgData name="Mateusz Pomianek" userId="S::mpomianek@o365.prz.edu.pl::3d638ea4-2586-4d1a-a8fd-db8a3798db81" providerId="AD" clId="Web-{10335023-BD9F-1DDE-FBE3-FC0C2E1F8890}" dt="2026-06-26T10:28:44.722" v="225" actId="1076"/>
          <ac:spMkLst>
            <pc:docMk/>
            <pc:sldMk cId="4164089319" sldId="291"/>
            <ac:spMk id="26" creationId="{00000000-0000-0000-0000-000000000000}"/>
          </ac:spMkLst>
        </pc:spChg>
        <pc:spChg chg="mod">
          <ac:chgData name="Mateusz Pomianek" userId="S::mpomianek@o365.prz.edu.pl::3d638ea4-2586-4d1a-a8fd-db8a3798db81" providerId="AD" clId="Web-{10335023-BD9F-1DDE-FBE3-FC0C2E1F8890}" dt="2026-06-26T10:26:42.548" v="189" actId="14100"/>
          <ac:spMkLst>
            <pc:docMk/>
            <pc:sldMk cId="4164089319" sldId="291"/>
            <ac:spMk id="27" creationId="{00000000-0000-0000-0000-000000000000}"/>
          </ac:spMkLst>
        </pc:spChg>
        <pc:spChg chg="mod">
          <ac:chgData name="Mateusz Pomianek" userId="S::mpomianek@o365.prz.edu.pl::3d638ea4-2586-4d1a-a8fd-db8a3798db81" providerId="AD" clId="Web-{10335023-BD9F-1DDE-FBE3-FC0C2E1F8890}" dt="2026-06-26T10:29:09.519" v="228" actId="20577"/>
          <ac:spMkLst>
            <pc:docMk/>
            <pc:sldMk cId="4164089319" sldId="291"/>
            <ac:spMk id="28" creationId="{00000000-0000-0000-0000-000000000000}"/>
          </ac:spMkLst>
        </pc:spChg>
        <pc:spChg chg="ord">
          <ac:chgData name="Mateusz Pomianek" userId="S::mpomianek@o365.prz.edu.pl::3d638ea4-2586-4d1a-a8fd-db8a3798db81" providerId="AD" clId="Web-{10335023-BD9F-1DDE-FBE3-FC0C2E1F8890}" dt="2026-06-26T10:26:01.985" v="148"/>
          <ac:spMkLst>
            <pc:docMk/>
            <pc:sldMk cId="4164089319" sldId="291"/>
            <ac:spMk id="29" creationId="{00000000-0000-0000-0000-000000000000}"/>
          </ac:spMkLst>
        </pc:spChg>
        <pc:spChg chg="mod ord">
          <ac:chgData name="Mateusz Pomianek" userId="S::mpomianek@o365.prz.edu.pl::3d638ea4-2586-4d1a-a8fd-db8a3798db81" providerId="AD" clId="Web-{10335023-BD9F-1DDE-FBE3-FC0C2E1F8890}" dt="2026-06-26T10:28:18.378" v="216" actId="20577"/>
          <ac:spMkLst>
            <pc:docMk/>
            <pc:sldMk cId="4164089319" sldId="291"/>
            <ac:spMk id="30" creationId="{00000000-0000-0000-0000-000000000000}"/>
          </ac:spMkLst>
        </pc:spChg>
      </pc:sldChg>
    </pc:docChg>
  </pc:docChgLst>
  <pc:docChgLst>
    <pc:chgData name="Mateusz Pomianek" userId="S::mpomianek@o365.prz.edu.pl::3d638ea4-2586-4d1a-a8fd-db8a3798db81" providerId="AD" clId="Web-{880FBBE1-B480-5C27-32E7-A9A8E2BCC9B9}"/>
    <pc:docChg chg="addSld modSld">
      <pc:chgData name="Mateusz Pomianek" userId="S::mpomianek@o365.prz.edu.pl::3d638ea4-2586-4d1a-a8fd-db8a3798db81" providerId="AD" clId="Web-{880FBBE1-B480-5C27-32E7-A9A8E2BCC9B9}" dt="2026-06-28T11:36:17.245" v="1097" actId="1076"/>
      <pc:docMkLst>
        <pc:docMk/>
      </pc:docMkLst>
      <pc:sldChg chg="modSp">
        <pc:chgData name="Mateusz Pomianek" userId="S::mpomianek@o365.prz.edu.pl::3d638ea4-2586-4d1a-a8fd-db8a3798db81" providerId="AD" clId="Web-{880FBBE1-B480-5C27-32E7-A9A8E2BCC9B9}" dt="2026-06-28T11:36:17.245" v="1097" actId="1076"/>
        <pc:sldMkLst>
          <pc:docMk/>
          <pc:sldMk cId="1781659464" sldId="300"/>
        </pc:sldMkLst>
        <pc:spChg chg="mod">
          <ac:chgData name="Mateusz Pomianek" userId="S::mpomianek@o365.prz.edu.pl::3d638ea4-2586-4d1a-a8fd-db8a3798db81" providerId="AD" clId="Web-{880FBBE1-B480-5C27-32E7-A9A8E2BCC9B9}" dt="2026-06-28T11:36:06.698" v="1095" actId="1076"/>
          <ac:spMkLst>
            <pc:docMk/>
            <pc:sldMk cId="1781659464" sldId="300"/>
            <ac:spMk id="2" creationId="{00000000-0000-0000-0000-000000000000}"/>
          </ac:spMkLst>
        </pc:spChg>
        <pc:spChg chg="mod">
          <ac:chgData name="Mateusz Pomianek" userId="S::mpomianek@o365.prz.edu.pl::3d638ea4-2586-4d1a-a8fd-db8a3798db81" providerId="AD" clId="Web-{880FBBE1-B480-5C27-32E7-A9A8E2BCC9B9}" dt="2026-06-28T11:33:51.242" v="1043" actId="20577"/>
          <ac:spMkLst>
            <pc:docMk/>
            <pc:sldMk cId="1781659464" sldId="300"/>
            <ac:spMk id="3" creationId="{00000000-0000-0000-0000-000000000000}"/>
          </ac:spMkLst>
        </pc:spChg>
        <pc:spChg chg="mod">
          <ac:chgData name="Mateusz Pomianek" userId="S::mpomianek@o365.prz.edu.pl::3d638ea4-2586-4d1a-a8fd-db8a3798db81" providerId="AD" clId="Web-{880FBBE1-B480-5C27-32E7-A9A8E2BCC9B9}" dt="2026-06-28T11:33:52.960" v="1044" actId="20577"/>
          <ac:spMkLst>
            <pc:docMk/>
            <pc:sldMk cId="1781659464" sldId="300"/>
            <ac:spMk id="4" creationId="{00000000-0000-0000-0000-000000000000}"/>
          </ac:spMkLst>
        </pc:spChg>
        <pc:spChg chg="mod">
          <ac:chgData name="Mateusz Pomianek" userId="S::mpomianek@o365.prz.edu.pl::3d638ea4-2586-4d1a-a8fd-db8a3798db81" providerId="AD" clId="Web-{880FBBE1-B480-5C27-32E7-A9A8E2BCC9B9}" dt="2026-06-28T11:36:03.948" v="1084" actId="1076"/>
          <ac:spMkLst>
            <pc:docMk/>
            <pc:sldMk cId="1781659464" sldId="300"/>
            <ac:spMk id="5" creationId="{00000000-0000-0000-0000-000000000000}"/>
          </ac:spMkLst>
        </pc:spChg>
        <pc:spChg chg="mod">
          <ac:chgData name="Mateusz Pomianek" userId="S::mpomianek@o365.prz.edu.pl::3d638ea4-2586-4d1a-a8fd-db8a3798db81" providerId="AD" clId="Web-{880FBBE1-B480-5C27-32E7-A9A8E2BCC9B9}" dt="2026-06-28T11:36:03.964" v="1085" actId="1076"/>
          <ac:spMkLst>
            <pc:docMk/>
            <pc:sldMk cId="1781659464" sldId="300"/>
            <ac:spMk id="6" creationId="{00000000-0000-0000-0000-000000000000}"/>
          </ac:spMkLst>
        </pc:spChg>
        <pc:spChg chg="mod">
          <ac:chgData name="Mateusz Pomianek" userId="S::mpomianek@o365.prz.edu.pl::3d638ea4-2586-4d1a-a8fd-db8a3798db81" providerId="AD" clId="Web-{880FBBE1-B480-5C27-32E7-A9A8E2BCC9B9}" dt="2026-06-28T11:36:03.980" v="1086" actId="1076"/>
          <ac:spMkLst>
            <pc:docMk/>
            <pc:sldMk cId="1781659464" sldId="300"/>
            <ac:spMk id="7" creationId="{00000000-0000-0000-0000-000000000000}"/>
          </ac:spMkLst>
        </pc:spChg>
        <pc:spChg chg="mod">
          <ac:chgData name="Mateusz Pomianek" userId="S::mpomianek@o365.prz.edu.pl::3d638ea4-2586-4d1a-a8fd-db8a3798db81" providerId="AD" clId="Web-{880FBBE1-B480-5C27-32E7-A9A8E2BCC9B9}" dt="2026-06-28T11:36:03.995" v="1087" actId="1076"/>
          <ac:spMkLst>
            <pc:docMk/>
            <pc:sldMk cId="1781659464" sldId="300"/>
            <ac:spMk id="8" creationId="{00000000-0000-0000-0000-000000000000}"/>
          </ac:spMkLst>
        </pc:spChg>
        <pc:spChg chg="mod">
          <ac:chgData name="Mateusz Pomianek" userId="S::mpomianek@o365.prz.edu.pl::3d638ea4-2586-4d1a-a8fd-db8a3798db81" providerId="AD" clId="Web-{880FBBE1-B480-5C27-32E7-A9A8E2BCC9B9}" dt="2026-06-28T11:36:04.011" v="1088" actId="1076"/>
          <ac:spMkLst>
            <pc:docMk/>
            <pc:sldMk cId="1781659464" sldId="300"/>
            <ac:spMk id="9" creationId="{00000000-0000-0000-0000-000000000000}"/>
          </ac:spMkLst>
        </pc:spChg>
        <pc:spChg chg="mod">
          <ac:chgData name="Mateusz Pomianek" userId="S::mpomianek@o365.prz.edu.pl::3d638ea4-2586-4d1a-a8fd-db8a3798db81" providerId="AD" clId="Web-{880FBBE1-B480-5C27-32E7-A9A8E2BCC9B9}" dt="2026-06-28T11:36:04.011" v="1089" actId="1076"/>
          <ac:spMkLst>
            <pc:docMk/>
            <pc:sldMk cId="1781659464" sldId="300"/>
            <ac:spMk id="10" creationId="{00000000-0000-0000-0000-000000000000}"/>
          </ac:spMkLst>
        </pc:spChg>
        <pc:spChg chg="mod">
          <ac:chgData name="Mateusz Pomianek" userId="S::mpomianek@o365.prz.edu.pl::3d638ea4-2586-4d1a-a8fd-db8a3798db81" providerId="AD" clId="Web-{880FBBE1-B480-5C27-32E7-A9A8E2BCC9B9}" dt="2026-06-28T11:36:04.027" v="1090" actId="1076"/>
          <ac:spMkLst>
            <pc:docMk/>
            <pc:sldMk cId="1781659464" sldId="300"/>
            <ac:spMk id="11" creationId="{00000000-0000-0000-0000-000000000000}"/>
          </ac:spMkLst>
        </pc:spChg>
        <pc:spChg chg="mod">
          <ac:chgData name="Mateusz Pomianek" userId="S::mpomianek@o365.prz.edu.pl::3d638ea4-2586-4d1a-a8fd-db8a3798db81" providerId="AD" clId="Web-{880FBBE1-B480-5C27-32E7-A9A8E2BCC9B9}" dt="2026-06-28T11:36:04.042" v="1091" actId="1076"/>
          <ac:spMkLst>
            <pc:docMk/>
            <pc:sldMk cId="1781659464" sldId="300"/>
            <ac:spMk id="12" creationId="{00000000-0000-0000-0000-000000000000}"/>
          </ac:spMkLst>
        </pc:spChg>
        <pc:spChg chg="mod">
          <ac:chgData name="Mateusz Pomianek" userId="S::mpomianek@o365.prz.edu.pl::3d638ea4-2586-4d1a-a8fd-db8a3798db81" providerId="AD" clId="Web-{880FBBE1-B480-5C27-32E7-A9A8E2BCC9B9}" dt="2026-06-28T11:36:04.058" v="1092" actId="1076"/>
          <ac:spMkLst>
            <pc:docMk/>
            <pc:sldMk cId="1781659464" sldId="300"/>
            <ac:spMk id="13" creationId="{00000000-0000-0000-0000-000000000000}"/>
          </ac:spMkLst>
        </pc:spChg>
        <pc:spChg chg="mod">
          <ac:chgData name="Mateusz Pomianek" userId="S::mpomianek@o365.prz.edu.pl::3d638ea4-2586-4d1a-a8fd-db8a3798db81" providerId="AD" clId="Web-{880FBBE1-B480-5C27-32E7-A9A8E2BCC9B9}" dt="2026-06-28T11:36:04.058" v="1093" actId="1076"/>
          <ac:spMkLst>
            <pc:docMk/>
            <pc:sldMk cId="1781659464" sldId="300"/>
            <ac:spMk id="14" creationId="{00000000-0000-0000-0000-000000000000}"/>
          </ac:spMkLst>
        </pc:spChg>
        <pc:spChg chg="mod">
          <ac:chgData name="Mateusz Pomianek" userId="S::mpomianek@o365.prz.edu.pl::3d638ea4-2586-4d1a-a8fd-db8a3798db81" providerId="AD" clId="Web-{880FBBE1-B480-5C27-32E7-A9A8E2BCC9B9}" dt="2026-06-28T11:36:04.073" v="1094" actId="1076"/>
          <ac:spMkLst>
            <pc:docMk/>
            <pc:sldMk cId="1781659464" sldId="300"/>
            <ac:spMk id="15" creationId="{00000000-0000-0000-0000-000000000000}"/>
          </ac:spMkLst>
        </pc:spChg>
        <pc:spChg chg="mod">
          <ac:chgData name="Mateusz Pomianek" userId="S::mpomianek@o365.prz.edu.pl::3d638ea4-2586-4d1a-a8fd-db8a3798db81" providerId="AD" clId="Web-{880FBBE1-B480-5C27-32E7-A9A8E2BCC9B9}" dt="2026-06-28T11:35:27.308" v="1068"/>
          <ac:spMkLst>
            <pc:docMk/>
            <pc:sldMk cId="1781659464" sldId="300"/>
            <ac:spMk id="18" creationId="{00000000-0000-0000-0000-000000000000}"/>
          </ac:spMkLst>
        </pc:spChg>
        <pc:spChg chg="mod">
          <ac:chgData name="Mateusz Pomianek" userId="S::mpomianek@o365.prz.edu.pl::3d638ea4-2586-4d1a-a8fd-db8a3798db81" providerId="AD" clId="Web-{880FBBE1-B480-5C27-32E7-A9A8E2BCC9B9}" dt="2026-06-28T11:34:54.308" v="1063"/>
          <ac:spMkLst>
            <pc:docMk/>
            <pc:sldMk cId="1781659464" sldId="300"/>
            <ac:spMk id="20" creationId="{00000000-0000-0000-0000-000000000000}"/>
          </ac:spMkLst>
        </pc:spChg>
        <pc:spChg chg="mod">
          <ac:chgData name="Mateusz Pomianek" userId="S::mpomianek@o365.prz.edu.pl::3d638ea4-2586-4d1a-a8fd-db8a3798db81" providerId="AD" clId="Web-{880FBBE1-B480-5C27-32E7-A9A8E2BCC9B9}" dt="2026-06-28T11:34:41.418" v="1061"/>
          <ac:spMkLst>
            <pc:docMk/>
            <pc:sldMk cId="1781659464" sldId="300"/>
            <ac:spMk id="22" creationId="{00000000-0000-0000-0000-000000000000}"/>
          </ac:spMkLst>
        </pc:spChg>
        <pc:spChg chg="mod">
          <ac:chgData name="Mateusz Pomianek" userId="S::mpomianek@o365.prz.edu.pl::3d638ea4-2586-4d1a-a8fd-db8a3798db81" providerId="AD" clId="Web-{880FBBE1-B480-5C27-32E7-A9A8E2BCC9B9}" dt="2026-06-28T11:36:17.230" v="1096" actId="1076"/>
          <ac:spMkLst>
            <pc:docMk/>
            <pc:sldMk cId="1781659464" sldId="300"/>
            <ac:spMk id="24" creationId="{00000000-0000-0000-0000-000000000000}"/>
          </ac:spMkLst>
        </pc:spChg>
        <pc:spChg chg="mod">
          <ac:chgData name="Mateusz Pomianek" userId="S::mpomianek@o365.prz.edu.pl::3d638ea4-2586-4d1a-a8fd-db8a3798db81" providerId="AD" clId="Web-{880FBBE1-B480-5C27-32E7-A9A8E2BCC9B9}" dt="2026-06-28T11:36:17.245" v="1097" actId="1076"/>
          <ac:spMkLst>
            <pc:docMk/>
            <pc:sldMk cId="1781659464" sldId="300"/>
            <ac:spMk id="25" creationId="{00000000-0000-0000-0000-000000000000}"/>
          </ac:spMkLst>
        </pc:spChg>
      </pc:sldChg>
      <pc:sldChg chg="modSp">
        <pc:chgData name="Mateusz Pomianek" userId="S::mpomianek@o365.prz.edu.pl::3d638ea4-2586-4d1a-a8fd-db8a3798db81" providerId="AD" clId="Web-{880FBBE1-B480-5C27-32E7-A9A8E2BCC9B9}" dt="2026-06-28T11:33:46.304" v="1041" actId="20577"/>
        <pc:sldMkLst>
          <pc:docMk/>
          <pc:sldMk cId="831162118" sldId="301"/>
        </pc:sldMkLst>
        <pc:spChg chg="mod">
          <ac:chgData name="Mateusz Pomianek" userId="S::mpomianek@o365.prz.edu.pl::3d638ea4-2586-4d1a-a8fd-db8a3798db81" providerId="AD" clId="Web-{880FBBE1-B480-5C27-32E7-A9A8E2BCC9B9}" dt="2026-06-28T11:33:46.304" v="1041" actId="20577"/>
          <ac:spMkLst>
            <pc:docMk/>
            <pc:sldMk cId="831162118" sldId="301"/>
            <ac:spMk id="3" creationId="{00000000-0000-0000-0000-000000000000}"/>
          </ac:spMkLst>
        </pc:spChg>
        <pc:spChg chg="mod">
          <ac:chgData name="Mateusz Pomianek" userId="S::mpomianek@o365.prz.edu.pl::3d638ea4-2586-4d1a-a8fd-db8a3798db81" providerId="AD" clId="Web-{880FBBE1-B480-5C27-32E7-A9A8E2BCC9B9}" dt="2026-06-28T11:33:44.335" v="1040" actId="20577"/>
          <ac:spMkLst>
            <pc:docMk/>
            <pc:sldMk cId="831162118" sldId="301"/>
            <ac:spMk id="4" creationId="{00000000-0000-0000-0000-000000000000}"/>
          </ac:spMkLst>
        </pc:spChg>
        <pc:spChg chg="mod">
          <ac:chgData name="Mateusz Pomianek" userId="S::mpomianek@o365.prz.edu.pl::3d638ea4-2586-4d1a-a8fd-db8a3798db81" providerId="AD" clId="Web-{880FBBE1-B480-5C27-32E7-A9A8E2BCC9B9}" dt="2026-06-28T11:33:41.742" v="1028"/>
          <ac:spMkLst>
            <pc:docMk/>
            <pc:sldMk cId="831162118" sldId="301"/>
            <ac:spMk id="6" creationId="{00000000-0000-0000-0000-000000000000}"/>
          </ac:spMkLst>
        </pc:spChg>
        <pc:spChg chg="mod">
          <ac:chgData name="Mateusz Pomianek" userId="S::mpomianek@o365.prz.edu.pl::3d638ea4-2586-4d1a-a8fd-db8a3798db81" providerId="AD" clId="Web-{880FBBE1-B480-5C27-32E7-A9A8E2BCC9B9}" dt="2026-06-28T11:33:41.757" v="1029"/>
          <ac:spMkLst>
            <pc:docMk/>
            <pc:sldMk cId="831162118" sldId="301"/>
            <ac:spMk id="7" creationId="{00000000-0000-0000-0000-000000000000}"/>
          </ac:spMkLst>
        </pc:spChg>
        <pc:spChg chg="mod">
          <ac:chgData name="Mateusz Pomianek" userId="S::mpomianek@o365.prz.edu.pl::3d638ea4-2586-4d1a-a8fd-db8a3798db81" providerId="AD" clId="Web-{880FBBE1-B480-5C27-32E7-A9A8E2BCC9B9}" dt="2026-06-28T11:33:41.757" v="1030"/>
          <ac:spMkLst>
            <pc:docMk/>
            <pc:sldMk cId="831162118" sldId="301"/>
            <ac:spMk id="9" creationId="{00000000-0000-0000-0000-000000000000}"/>
          </ac:spMkLst>
        </pc:spChg>
        <pc:spChg chg="mod">
          <ac:chgData name="Mateusz Pomianek" userId="S::mpomianek@o365.prz.edu.pl::3d638ea4-2586-4d1a-a8fd-db8a3798db81" providerId="AD" clId="Web-{880FBBE1-B480-5C27-32E7-A9A8E2BCC9B9}" dt="2026-06-28T11:33:41.757" v="1031"/>
          <ac:spMkLst>
            <pc:docMk/>
            <pc:sldMk cId="831162118" sldId="301"/>
            <ac:spMk id="10" creationId="{00000000-0000-0000-0000-000000000000}"/>
          </ac:spMkLst>
        </pc:spChg>
        <pc:spChg chg="mod">
          <ac:chgData name="Mateusz Pomianek" userId="S::mpomianek@o365.prz.edu.pl::3d638ea4-2586-4d1a-a8fd-db8a3798db81" providerId="AD" clId="Web-{880FBBE1-B480-5C27-32E7-A9A8E2BCC9B9}" dt="2026-06-28T11:33:41.757" v="1032"/>
          <ac:spMkLst>
            <pc:docMk/>
            <pc:sldMk cId="831162118" sldId="301"/>
            <ac:spMk id="12" creationId="{00000000-0000-0000-0000-000000000000}"/>
          </ac:spMkLst>
        </pc:spChg>
        <pc:spChg chg="mod">
          <ac:chgData name="Mateusz Pomianek" userId="S::mpomianek@o365.prz.edu.pl::3d638ea4-2586-4d1a-a8fd-db8a3798db81" providerId="AD" clId="Web-{880FBBE1-B480-5C27-32E7-A9A8E2BCC9B9}" dt="2026-06-28T11:33:41.757" v="1033"/>
          <ac:spMkLst>
            <pc:docMk/>
            <pc:sldMk cId="831162118" sldId="301"/>
            <ac:spMk id="13" creationId="{00000000-0000-0000-0000-000000000000}"/>
          </ac:spMkLst>
        </pc:spChg>
        <pc:spChg chg="mod">
          <ac:chgData name="Mateusz Pomianek" userId="S::mpomianek@o365.prz.edu.pl::3d638ea4-2586-4d1a-a8fd-db8a3798db81" providerId="AD" clId="Web-{880FBBE1-B480-5C27-32E7-A9A8E2BCC9B9}" dt="2026-06-28T11:33:41.757" v="1034"/>
          <ac:spMkLst>
            <pc:docMk/>
            <pc:sldMk cId="831162118" sldId="301"/>
            <ac:spMk id="15" creationId="{00000000-0000-0000-0000-000000000000}"/>
          </ac:spMkLst>
        </pc:spChg>
        <pc:spChg chg="mod">
          <ac:chgData name="Mateusz Pomianek" userId="S::mpomianek@o365.prz.edu.pl::3d638ea4-2586-4d1a-a8fd-db8a3798db81" providerId="AD" clId="Web-{880FBBE1-B480-5C27-32E7-A9A8E2BCC9B9}" dt="2026-06-28T11:33:41.757" v="1035"/>
          <ac:spMkLst>
            <pc:docMk/>
            <pc:sldMk cId="831162118" sldId="301"/>
            <ac:spMk id="16" creationId="{00000000-0000-0000-0000-000000000000}"/>
          </ac:spMkLst>
        </pc:spChg>
        <pc:spChg chg="mod">
          <ac:chgData name="Mateusz Pomianek" userId="S::mpomianek@o365.prz.edu.pl::3d638ea4-2586-4d1a-a8fd-db8a3798db81" providerId="AD" clId="Web-{880FBBE1-B480-5C27-32E7-A9A8E2BCC9B9}" dt="2026-06-28T11:33:41.757" v="1036"/>
          <ac:spMkLst>
            <pc:docMk/>
            <pc:sldMk cId="831162118" sldId="301"/>
            <ac:spMk id="18" creationId="{00000000-0000-0000-0000-000000000000}"/>
          </ac:spMkLst>
        </pc:spChg>
        <pc:spChg chg="mod">
          <ac:chgData name="Mateusz Pomianek" userId="S::mpomianek@o365.prz.edu.pl::3d638ea4-2586-4d1a-a8fd-db8a3798db81" providerId="AD" clId="Web-{880FBBE1-B480-5C27-32E7-A9A8E2BCC9B9}" dt="2026-06-28T11:33:41.757" v="1037"/>
          <ac:spMkLst>
            <pc:docMk/>
            <pc:sldMk cId="831162118" sldId="301"/>
            <ac:spMk id="19" creationId="{00000000-0000-0000-0000-000000000000}"/>
          </ac:spMkLst>
        </pc:spChg>
        <pc:spChg chg="mod">
          <ac:chgData name="Mateusz Pomianek" userId="S::mpomianek@o365.prz.edu.pl::3d638ea4-2586-4d1a-a8fd-db8a3798db81" providerId="AD" clId="Web-{880FBBE1-B480-5C27-32E7-A9A8E2BCC9B9}" dt="2026-06-28T11:33:41.757" v="1038"/>
          <ac:spMkLst>
            <pc:docMk/>
            <pc:sldMk cId="831162118" sldId="301"/>
            <ac:spMk id="21" creationId="{00000000-0000-0000-0000-000000000000}"/>
          </ac:spMkLst>
        </pc:spChg>
        <pc:spChg chg="mod">
          <ac:chgData name="Mateusz Pomianek" userId="S::mpomianek@o365.prz.edu.pl::3d638ea4-2586-4d1a-a8fd-db8a3798db81" providerId="AD" clId="Web-{880FBBE1-B480-5C27-32E7-A9A8E2BCC9B9}" dt="2026-06-28T11:33:41.913" v="1039"/>
          <ac:spMkLst>
            <pc:docMk/>
            <pc:sldMk cId="831162118" sldId="301"/>
            <ac:spMk id="22" creationId="{00000000-0000-0000-0000-000000000000}"/>
          </ac:spMkLst>
        </pc:spChg>
      </pc:sldChg>
      <pc:sldChg chg="modSp">
        <pc:chgData name="Mateusz Pomianek" userId="S::mpomianek@o365.prz.edu.pl::3d638ea4-2586-4d1a-a8fd-db8a3798db81" providerId="AD" clId="Web-{880FBBE1-B480-5C27-32E7-A9A8E2BCC9B9}" dt="2026-06-28T11:33:27.851" v="1003" actId="20577"/>
        <pc:sldMkLst>
          <pc:docMk/>
          <pc:sldMk cId="1781314527" sldId="302"/>
        </pc:sldMkLst>
        <pc:spChg chg="mod">
          <ac:chgData name="Mateusz Pomianek" userId="S::mpomianek@o365.prz.edu.pl::3d638ea4-2586-4d1a-a8fd-db8a3798db81" providerId="AD" clId="Web-{880FBBE1-B480-5C27-32E7-A9A8E2BCC9B9}" dt="2026-06-28T11:32:13.445" v="971" actId="20577"/>
          <ac:spMkLst>
            <pc:docMk/>
            <pc:sldMk cId="1781314527" sldId="302"/>
            <ac:spMk id="7" creationId="{00000000-0000-0000-0000-000000000000}"/>
          </ac:spMkLst>
        </pc:spChg>
        <pc:spChg chg="mod">
          <ac:chgData name="Mateusz Pomianek" userId="S::mpomianek@o365.prz.edu.pl::3d638ea4-2586-4d1a-a8fd-db8a3798db81" providerId="AD" clId="Web-{880FBBE1-B480-5C27-32E7-A9A8E2BCC9B9}" dt="2026-06-28T11:32:01.148" v="969"/>
          <ac:spMkLst>
            <pc:docMk/>
            <pc:sldMk cId="1781314527" sldId="302"/>
            <ac:spMk id="8" creationId="{00000000-0000-0000-0000-000000000000}"/>
          </ac:spMkLst>
        </pc:spChg>
        <pc:spChg chg="mod">
          <ac:chgData name="Mateusz Pomianek" userId="S::mpomianek@o365.prz.edu.pl::3d638ea4-2586-4d1a-a8fd-db8a3798db81" providerId="AD" clId="Web-{880FBBE1-B480-5C27-32E7-A9A8E2BCC9B9}" dt="2026-06-28T11:32:19.586" v="972" actId="20577"/>
          <ac:spMkLst>
            <pc:docMk/>
            <pc:sldMk cId="1781314527" sldId="302"/>
            <ac:spMk id="9" creationId="{00000000-0000-0000-0000-000000000000}"/>
          </ac:spMkLst>
        </pc:spChg>
        <pc:spChg chg="mod">
          <ac:chgData name="Mateusz Pomianek" userId="S::mpomianek@o365.prz.edu.pl::3d638ea4-2586-4d1a-a8fd-db8a3798db81" providerId="AD" clId="Web-{880FBBE1-B480-5C27-32E7-A9A8E2BCC9B9}" dt="2026-06-28T11:32:01.179" v="970"/>
          <ac:spMkLst>
            <pc:docMk/>
            <pc:sldMk cId="1781314527" sldId="302"/>
            <ac:spMk id="10" creationId="{00000000-0000-0000-0000-000000000000}"/>
          </ac:spMkLst>
        </pc:spChg>
        <pc:spChg chg="mod">
          <ac:chgData name="Mateusz Pomianek" userId="S::mpomianek@o365.prz.edu.pl::3d638ea4-2586-4d1a-a8fd-db8a3798db81" providerId="AD" clId="Web-{880FBBE1-B480-5C27-32E7-A9A8E2BCC9B9}" dt="2026-06-28T11:33:27.851" v="1003" actId="20577"/>
          <ac:spMkLst>
            <pc:docMk/>
            <pc:sldMk cId="1781314527" sldId="302"/>
            <ac:spMk id="12" creationId="{00000000-0000-0000-0000-000000000000}"/>
          </ac:spMkLst>
        </pc:spChg>
        <pc:spChg chg="mod">
          <ac:chgData name="Mateusz Pomianek" userId="S::mpomianek@o365.prz.edu.pl::3d638ea4-2586-4d1a-a8fd-db8a3798db81" providerId="AD" clId="Web-{880FBBE1-B480-5C27-32E7-A9A8E2BCC9B9}" dt="2026-06-28T11:32:45.648" v="989" actId="20577"/>
          <ac:spMkLst>
            <pc:docMk/>
            <pc:sldMk cId="1781314527" sldId="302"/>
            <ac:spMk id="14" creationId="{00000000-0000-0000-0000-000000000000}"/>
          </ac:spMkLst>
        </pc:spChg>
        <pc:spChg chg="mod">
          <ac:chgData name="Mateusz Pomianek" userId="S::mpomianek@o365.prz.edu.pl::3d638ea4-2586-4d1a-a8fd-db8a3798db81" providerId="AD" clId="Web-{880FBBE1-B480-5C27-32E7-A9A8E2BCC9B9}" dt="2026-06-28T11:33:14.367" v="999" actId="20577"/>
          <ac:spMkLst>
            <pc:docMk/>
            <pc:sldMk cId="1781314527" sldId="302"/>
            <ac:spMk id="15" creationId="{00000000-0000-0000-0000-000000000000}"/>
          </ac:spMkLst>
        </pc:spChg>
        <pc:spChg chg="mod">
          <ac:chgData name="Mateusz Pomianek" userId="S::mpomianek@o365.prz.edu.pl::3d638ea4-2586-4d1a-a8fd-db8a3798db81" providerId="AD" clId="Web-{880FBBE1-B480-5C27-32E7-A9A8E2BCC9B9}" dt="2026-06-28T11:32:41.695" v="988" actId="20577"/>
          <ac:spMkLst>
            <pc:docMk/>
            <pc:sldMk cId="1781314527" sldId="302"/>
            <ac:spMk id="17" creationId="{00000000-0000-0000-0000-000000000000}"/>
          </ac:spMkLst>
        </pc:spChg>
        <pc:spChg chg="mod">
          <ac:chgData name="Mateusz Pomianek" userId="S::mpomianek@o365.prz.edu.pl::3d638ea4-2586-4d1a-a8fd-db8a3798db81" providerId="AD" clId="Web-{880FBBE1-B480-5C27-32E7-A9A8E2BCC9B9}" dt="2026-06-28T11:33:23.179" v="1002" actId="1076"/>
          <ac:spMkLst>
            <pc:docMk/>
            <pc:sldMk cId="1781314527" sldId="302"/>
            <ac:spMk id="18" creationId="{00000000-0000-0000-0000-000000000000}"/>
          </ac:spMkLst>
        </pc:spChg>
      </pc:sldChg>
      <pc:sldChg chg="modSp">
        <pc:chgData name="Mateusz Pomianek" userId="S::mpomianek@o365.prz.edu.pl::3d638ea4-2586-4d1a-a8fd-db8a3798db81" providerId="AD" clId="Web-{880FBBE1-B480-5C27-32E7-A9A8E2BCC9B9}" dt="2026-06-28T11:31:26.211" v="957" actId="20577"/>
        <pc:sldMkLst>
          <pc:docMk/>
          <pc:sldMk cId="3000072868" sldId="303"/>
        </pc:sldMkLst>
        <pc:spChg chg="mod">
          <ac:chgData name="Mateusz Pomianek" userId="S::mpomianek@o365.prz.edu.pl::3d638ea4-2586-4d1a-a8fd-db8a3798db81" providerId="AD" clId="Web-{880FBBE1-B480-5C27-32E7-A9A8E2BCC9B9}" dt="2026-06-28T11:31:09.289" v="939"/>
          <ac:spMkLst>
            <pc:docMk/>
            <pc:sldMk cId="3000072868" sldId="303"/>
            <ac:spMk id="7" creationId="{00000000-0000-0000-0000-000000000000}"/>
          </ac:spMkLst>
        </pc:spChg>
        <pc:spChg chg="mod">
          <ac:chgData name="Mateusz Pomianek" userId="S::mpomianek@o365.prz.edu.pl::3d638ea4-2586-4d1a-a8fd-db8a3798db81" providerId="AD" clId="Web-{880FBBE1-B480-5C27-32E7-A9A8E2BCC9B9}" dt="2026-06-28T11:31:20.383" v="954" actId="20577"/>
          <ac:spMkLst>
            <pc:docMk/>
            <pc:sldMk cId="3000072868" sldId="303"/>
            <ac:spMk id="8" creationId="{00000000-0000-0000-0000-000000000000}"/>
          </ac:spMkLst>
        </pc:spChg>
        <pc:spChg chg="mod">
          <ac:chgData name="Mateusz Pomianek" userId="S::mpomianek@o365.prz.edu.pl::3d638ea4-2586-4d1a-a8fd-db8a3798db81" providerId="AD" clId="Web-{880FBBE1-B480-5C27-32E7-A9A8E2BCC9B9}" dt="2026-06-28T11:31:09.289" v="941"/>
          <ac:spMkLst>
            <pc:docMk/>
            <pc:sldMk cId="3000072868" sldId="303"/>
            <ac:spMk id="11" creationId="{00000000-0000-0000-0000-000000000000}"/>
          </ac:spMkLst>
        </pc:spChg>
        <pc:spChg chg="mod">
          <ac:chgData name="Mateusz Pomianek" userId="S::mpomianek@o365.prz.edu.pl::3d638ea4-2586-4d1a-a8fd-db8a3798db81" providerId="AD" clId="Web-{880FBBE1-B480-5C27-32E7-A9A8E2BCC9B9}" dt="2026-06-28T11:31:24.164" v="956" actId="20577"/>
          <ac:spMkLst>
            <pc:docMk/>
            <pc:sldMk cId="3000072868" sldId="303"/>
            <ac:spMk id="12" creationId="{00000000-0000-0000-0000-000000000000}"/>
          </ac:spMkLst>
        </pc:spChg>
        <pc:spChg chg="mod">
          <ac:chgData name="Mateusz Pomianek" userId="S::mpomianek@o365.prz.edu.pl::3d638ea4-2586-4d1a-a8fd-db8a3798db81" providerId="AD" clId="Web-{880FBBE1-B480-5C27-32E7-A9A8E2BCC9B9}" dt="2026-06-28T11:31:09.289" v="943"/>
          <ac:spMkLst>
            <pc:docMk/>
            <pc:sldMk cId="3000072868" sldId="303"/>
            <ac:spMk id="15" creationId="{00000000-0000-0000-0000-000000000000}"/>
          </ac:spMkLst>
        </pc:spChg>
        <pc:spChg chg="mod">
          <ac:chgData name="Mateusz Pomianek" userId="S::mpomianek@o365.prz.edu.pl::3d638ea4-2586-4d1a-a8fd-db8a3798db81" providerId="AD" clId="Web-{880FBBE1-B480-5C27-32E7-A9A8E2BCC9B9}" dt="2026-06-28T11:31:09.289" v="944"/>
          <ac:spMkLst>
            <pc:docMk/>
            <pc:sldMk cId="3000072868" sldId="303"/>
            <ac:spMk id="16" creationId="{00000000-0000-0000-0000-000000000000}"/>
          </ac:spMkLst>
        </pc:spChg>
        <pc:spChg chg="mod">
          <ac:chgData name="Mateusz Pomianek" userId="S::mpomianek@o365.prz.edu.pl::3d638ea4-2586-4d1a-a8fd-db8a3798db81" providerId="AD" clId="Web-{880FBBE1-B480-5C27-32E7-A9A8E2BCC9B9}" dt="2026-06-28T11:31:09.289" v="945"/>
          <ac:spMkLst>
            <pc:docMk/>
            <pc:sldMk cId="3000072868" sldId="303"/>
            <ac:spMk id="19" creationId="{00000000-0000-0000-0000-000000000000}"/>
          </ac:spMkLst>
        </pc:spChg>
        <pc:spChg chg="mod">
          <ac:chgData name="Mateusz Pomianek" userId="S::mpomianek@o365.prz.edu.pl::3d638ea4-2586-4d1a-a8fd-db8a3798db81" providerId="AD" clId="Web-{880FBBE1-B480-5C27-32E7-A9A8E2BCC9B9}" dt="2026-06-28T11:31:09.289" v="946"/>
          <ac:spMkLst>
            <pc:docMk/>
            <pc:sldMk cId="3000072868" sldId="303"/>
            <ac:spMk id="20" creationId="{00000000-0000-0000-0000-000000000000}"/>
          </ac:spMkLst>
        </pc:spChg>
        <pc:spChg chg="mod">
          <ac:chgData name="Mateusz Pomianek" userId="S::mpomianek@o365.prz.edu.pl::3d638ea4-2586-4d1a-a8fd-db8a3798db81" providerId="AD" clId="Web-{880FBBE1-B480-5C27-32E7-A9A8E2BCC9B9}" dt="2026-06-28T11:31:09.289" v="947"/>
          <ac:spMkLst>
            <pc:docMk/>
            <pc:sldMk cId="3000072868" sldId="303"/>
            <ac:spMk id="23" creationId="{00000000-0000-0000-0000-000000000000}"/>
          </ac:spMkLst>
        </pc:spChg>
        <pc:spChg chg="mod">
          <ac:chgData name="Mateusz Pomianek" userId="S::mpomianek@o365.prz.edu.pl::3d638ea4-2586-4d1a-a8fd-db8a3798db81" providerId="AD" clId="Web-{880FBBE1-B480-5C27-32E7-A9A8E2BCC9B9}" dt="2026-06-28T11:31:09.289" v="948"/>
          <ac:spMkLst>
            <pc:docMk/>
            <pc:sldMk cId="3000072868" sldId="303"/>
            <ac:spMk id="24" creationId="{00000000-0000-0000-0000-000000000000}"/>
          </ac:spMkLst>
        </pc:spChg>
        <pc:spChg chg="mod">
          <ac:chgData name="Mateusz Pomianek" userId="S::mpomianek@o365.prz.edu.pl::3d638ea4-2586-4d1a-a8fd-db8a3798db81" providerId="AD" clId="Web-{880FBBE1-B480-5C27-32E7-A9A8E2BCC9B9}" dt="2026-06-28T11:31:09.289" v="949"/>
          <ac:spMkLst>
            <pc:docMk/>
            <pc:sldMk cId="3000072868" sldId="303"/>
            <ac:spMk id="27" creationId="{00000000-0000-0000-0000-000000000000}"/>
          </ac:spMkLst>
        </pc:spChg>
        <pc:spChg chg="mod">
          <ac:chgData name="Mateusz Pomianek" userId="S::mpomianek@o365.prz.edu.pl::3d638ea4-2586-4d1a-a8fd-db8a3798db81" providerId="AD" clId="Web-{880FBBE1-B480-5C27-32E7-A9A8E2BCC9B9}" dt="2026-06-28T11:31:09.289" v="950"/>
          <ac:spMkLst>
            <pc:docMk/>
            <pc:sldMk cId="3000072868" sldId="303"/>
            <ac:spMk id="28" creationId="{00000000-0000-0000-0000-000000000000}"/>
          </ac:spMkLst>
        </pc:spChg>
        <pc:spChg chg="mod">
          <ac:chgData name="Mateusz Pomianek" userId="S::mpomianek@o365.prz.edu.pl::3d638ea4-2586-4d1a-a8fd-db8a3798db81" providerId="AD" clId="Web-{880FBBE1-B480-5C27-32E7-A9A8E2BCC9B9}" dt="2026-06-28T11:31:09.289" v="951"/>
          <ac:spMkLst>
            <pc:docMk/>
            <pc:sldMk cId="3000072868" sldId="303"/>
            <ac:spMk id="31" creationId="{00000000-0000-0000-0000-000000000000}"/>
          </ac:spMkLst>
        </pc:spChg>
        <pc:spChg chg="mod">
          <ac:chgData name="Mateusz Pomianek" userId="S::mpomianek@o365.prz.edu.pl::3d638ea4-2586-4d1a-a8fd-db8a3798db81" providerId="AD" clId="Web-{880FBBE1-B480-5C27-32E7-A9A8E2BCC9B9}" dt="2026-06-28T11:31:26.211" v="957" actId="20577"/>
          <ac:spMkLst>
            <pc:docMk/>
            <pc:sldMk cId="3000072868" sldId="303"/>
            <ac:spMk id="32" creationId="{00000000-0000-0000-0000-000000000000}"/>
          </ac:spMkLst>
        </pc:spChg>
      </pc:sldChg>
      <pc:sldChg chg="modSp">
        <pc:chgData name="Mateusz Pomianek" userId="S::mpomianek@o365.prz.edu.pl::3d638ea4-2586-4d1a-a8fd-db8a3798db81" providerId="AD" clId="Web-{880FBBE1-B480-5C27-32E7-A9A8E2BCC9B9}" dt="2026-06-28T11:30:57.602" v="910" actId="20577"/>
        <pc:sldMkLst>
          <pc:docMk/>
          <pc:sldMk cId="3304310526" sldId="304"/>
        </pc:sldMkLst>
        <pc:spChg chg="mod">
          <ac:chgData name="Mateusz Pomianek" userId="S::mpomianek@o365.prz.edu.pl::3d638ea4-2586-4d1a-a8fd-db8a3798db81" providerId="AD" clId="Web-{880FBBE1-B480-5C27-32E7-A9A8E2BCC9B9}" dt="2026-06-28T11:30:38.820" v="895"/>
          <ac:spMkLst>
            <pc:docMk/>
            <pc:sldMk cId="3304310526" sldId="304"/>
            <ac:spMk id="7" creationId="{00000000-0000-0000-0000-000000000000}"/>
          </ac:spMkLst>
        </pc:spChg>
        <pc:spChg chg="mod">
          <ac:chgData name="Mateusz Pomianek" userId="S::mpomianek@o365.prz.edu.pl::3d638ea4-2586-4d1a-a8fd-db8a3798db81" providerId="AD" clId="Web-{880FBBE1-B480-5C27-32E7-A9A8E2BCC9B9}" dt="2026-06-28T11:30:01.070" v="883"/>
          <ac:spMkLst>
            <pc:docMk/>
            <pc:sldMk cId="3304310526" sldId="304"/>
            <ac:spMk id="8" creationId="{00000000-0000-0000-0000-000000000000}"/>
          </ac:spMkLst>
        </pc:spChg>
        <pc:spChg chg="mod">
          <ac:chgData name="Mateusz Pomianek" userId="S::mpomianek@o365.prz.edu.pl::3d638ea4-2586-4d1a-a8fd-db8a3798db81" providerId="AD" clId="Web-{880FBBE1-B480-5C27-32E7-A9A8E2BCC9B9}" dt="2026-06-28T11:30:38.820" v="896"/>
          <ac:spMkLst>
            <pc:docMk/>
            <pc:sldMk cId="3304310526" sldId="304"/>
            <ac:spMk id="11" creationId="{00000000-0000-0000-0000-000000000000}"/>
          </ac:spMkLst>
        </pc:spChg>
        <pc:spChg chg="mod">
          <ac:chgData name="Mateusz Pomianek" userId="S::mpomianek@o365.prz.edu.pl::3d638ea4-2586-4d1a-a8fd-db8a3798db81" providerId="AD" clId="Web-{880FBBE1-B480-5C27-32E7-A9A8E2BCC9B9}" dt="2026-06-28T11:30:01.070" v="884"/>
          <ac:spMkLst>
            <pc:docMk/>
            <pc:sldMk cId="3304310526" sldId="304"/>
            <ac:spMk id="12" creationId="{00000000-0000-0000-0000-000000000000}"/>
          </ac:spMkLst>
        </pc:spChg>
        <pc:spChg chg="mod">
          <ac:chgData name="Mateusz Pomianek" userId="S::mpomianek@o365.prz.edu.pl::3d638ea4-2586-4d1a-a8fd-db8a3798db81" providerId="AD" clId="Web-{880FBBE1-B480-5C27-32E7-A9A8E2BCC9B9}" dt="2026-06-28T11:30:38.820" v="897"/>
          <ac:spMkLst>
            <pc:docMk/>
            <pc:sldMk cId="3304310526" sldId="304"/>
            <ac:spMk id="15" creationId="{00000000-0000-0000-0000-000000000000}"/>
          </ac:spMkLst>
        </pc:spChg>
        <pc:spChg chg="mod">
          <ac:chgData name="Mateusz Pomianek" userId="S::mpomianek@o365.prz.edu.pl::3d638ea4-2586-4d1a-a8fd-db8a3798db81" providerId="AD" clId="Web-{880FBBE1-B480-5C27-32E7-A9A8E2BCC9B9}" dt="2026-06-28T11:30:53.680" v="908" actId="20577"/>
          <ac:spMkLst>
            <pc:docMk/>
            <pc:sldMk cId="3304310526" sldId="304"/>
            <ac:spMk id="16" creationId="{00000000-0000-0000-0000-000000000000}"/>
          </ac:spMkLst>
        </pc:spChg>
        <pc:spChg chg="mod">
          <ac:chgData name="Mateusz Pomianek" userId="S::mpomianek@o365.prz.edu.pl::3d638ea4-2586-4d1a-a8fd-db8a3798db81" providerId="AD" clId="Web-{880FBBE1-B480-5C27-32E7-A9A8E2BCC9B9}" dt="2026-06-28T11:30:44.617" v="902" actId="20577"/>
          <ac:spMkLst>
            <pc:docMk/>
            <pc:sldMk cId="3304310526" sldId="304"/>
            <ac:spMk id="19" creationId="{00000000-0000-0000-0000-000000000000}"/>
          </ac:spMkLst>
        </pc:spChg>
        <pc:spChg chg="mod">
          <ac:chgData name="Mateusz Pomianek" userId="S::mpomianek@o365.prz.edu.pl::3d638ea4-2586-4d1a-a8fd-db8a3798db81" providerId="AD" clId="Web-{880FBBE1-B480-5C27-32E7-A9A8E2BCC9B9}" dt="2026-06-28T11:30:57.602" v="910" actId="20577"/>
          <ac:spMkLst>
            <pc:docMk/>
            <pc:sldMk cId="3304310526" sldId="304"/>
            <ac:spMk id="20" creationId="{00000000-0000-0000-0000-000000000000}"/>
          </ac:spMkLst>
        </pc:spChg>
        <pc:spChg chg="mod">
          <ac:chgData name="Mateusz Pomianek" userId="S::mpomianek@o365.prz.edu.pl::3d638ea4-2586-4d1a-a8fd-db8a3798db81" providerId="AD" clId="Web-{880FBBE1-B480-5C27-32E7-A9A8E2BCC9B9}" dt="2026-06-28T11:30:38.820" v="899"/>
          <ac:spMkLst>
            <pc:docMk/>
            <pc:sldMk cId="3304310526" sldId="304"/>
            <ac:spMk id="23" creationId="{00000000-0000-0000-0000-000000000000}"/>
          </ac:spMkLst>
        </pc:spChg>
        <pc:spChg chg="mod">
          <ac:chgData name="Mateusz Pomianek" userId="S::mpomianek@o365.prz.edu.pl::3d638ea4-2586-4d1a-a8fd-db8a3798db81" providerId="AD" clId="Web-{880FBBE1-B480-5C27-32E7-A9A8E2BCC9B9}" dt="2026-06-28T11:30:01.070" v="887"/>
          <ac:spMkLst>
            <pc:docMk/>
            <pc:sldMk cId="3304310526" sldId="304"/>
            <ac:spMk id="24" creationId="{00000000-0000-0000-0000-000000000000}"/>
          </ac:spMkLst>
        </pc:spChg>
        <pc:spChg chg="mod">
          <ac:chgData name="Mateusz Pomianek" userId="S::mpomianek@o365.prz.edu.pl::3d638ea4-2586-4d1a-a8fd-db8a3798db81" providerId="AD" clId="Web-{880FBBE1-B480-5C27-32E7-A9A8E2BCC9B9}" dt="2026-06-28T11:30:38.898" v="900"/>
          <ac:spMkLst>
            <pc:docMk/>
            <pc:sldMk cId="3304310526" sldId="304"/>
            <ac:spMk id="27" creationId="{00000000-0000-0000-0000-000000000000}"/>
          </ac:spMkLst>
        </pc:spChg>
        <pc:spChg chg="mod">
          <ac:chgData name="Mateusz Pomianek" userId="S::mpomianek@o365.prz.edu.pl::3d638ea4-2586-4d1a-a8fd-db8a3798db81" providerId="AD" clId="Web-{880FBBE1-B480-5C27-32E7-A9A8E2BCC9B9}" dt="2026-06-28T11:30:01.164" v="888"/>
          <ac:spMkLst>
            <pc:docMk/>
            <pc:sldMk cId="3304310526" sldId="304"/>
            <ac:spMk id="28" creationId="{00000000-0000-0000-0000-000000000000}"/>
          </ac:spMkLst>
        </pc:spChg>
        <pc:spChg chg="mod">
          <ac:chgData name="Mateusz Pomianek" userId="S::mpomianek@o365.prz.edu.pl::3d638ea4-2586-4d1a-a8fd-db8a3798db81" providerId="AD" clId="Web-{880FBBE1-B480-5C27-32E7-A9A8E2BCC9B9}" dt="2026-06-28T11:30:27.774" v="894" actId="20577"/>
          <ac:spMkLst>
            <pc:docMk/>
            <pc:sldMk cId="3304310526" sldId="304"/>
            <ac:spMk id="30" creationId="{00000000-0000-0000-0000-000000000000}"/>
          </ac:spMkLst>
        </pc:spChg>
      </pc:sldChg>
      <pc:sldChg chg="modSp add">
        <pc:chgData name="Mateusz Pomianek" userId="S::mpomianek@o365.prz.edu.pl::3d638ea4-2586-4d1a-a8fd-db8a3798db81" providerId="AD" clId="Web-{880FBBE1-B480-5C27-32E7-A9A8E2BCC9B9}" dt="2026-06-28T08:44:13.001" v="87" actId="20577"/>
        <pc:sldMkLst>
          <pc:docMk/>
          <pc:sldMk cId="1131083532" sldId="306"/>
        </pc:sldMkLst>
        <pc:spChg chg="mod">
          <ac:chgData name="Mateusz Pomianek" userId="S::mpomianek@o365.prz.edu.pl::3d638ea4-2586-4d1a-a8fd-db8a3798db81" providerId="AD" clId="Web-{880FBBE1-B480-5C27-32E7-A9A8E2BCC9B9}" dt="2026-06-28T08:42:38.533" v="58" actId="20577"/>
          <ac:spMkLst>
            <pc:docMk/>
            <pc:sldMk cId="1131083532" sldId="306"/>
            <ac:spMk id="7" creationId="{00000000-0000-0000-0000-000000000000}"/>
          </ac:spMkLst>
        </pc:spChg>
        <pc:spChg chg="mod">
          <ac:chgData name="Mateusz Pomianek" userId="S::mpomianek@o365.prz.edu.pl::3d638ea4-2586-4d1a-a8fd-db8a3798db81" providerId="AD" clId="Web-{880FBBE1-B480-5C27-32E7-A9A8E2BCC9B9}" dt="2026-06-28T08:42:07.595" v="50" actId="20577"/>
          <ac:spMkLst>
            <pc:docMk/>
            <pc:sldMk cId="1131083532" sldId="306"/>
            <ac:spMk id="8" creationId="{00000000-0000-0000-0000-000000000000}"/>
          </ac:spMkLst>
        </pc:spChg>
        <pc:spChg chg="mod">
          <ac:chgData name="Mateusz Pomianek" userId="S::mpomianek@o365.prz.edu.pl::3d638ea4-2586-4d1a-a8fd-db8a3798db81" providerId="AD" clId="Web-{880FBBE1-B480-5C27-32E7-A9A8E2BCC9B9}" dt="2026-06-28T08:42:44.517" v="59" actId="20577"/>
          <ac:spMkLst>
            <pc:docMk/>
            <pc:sldMk cId="1131083532" sldId="306"/>
            <ac:spMk id="11" creationId="{00000000-0000-0000-0000-000000000000}"/>
          </ac:spMkLst>
        </pc:spChg>
        <pc:spChg chg="mod">
          <ac:chgData name="Mateusz Pomianek" userId="S::mpomianek@o365.prz.edu.pl::3d638ea4-2586-4d1a-a8fd-db8a3798db81" providerId="AD" clId="Web-{880FBBE1-B480-5C27-32E7-A9A8E2BCC9B9}" dt="2026-06-28T08:42:34.876" v="57" actId="20577"/>
          <ac:spMkLst>
            <pc:docMk/>
            <pc:sldMk cId="1131083532" sldId="306"/>
            <ac:spMk id="12" creationId="{00000000-0000-0000-0000-000000000000}"/>
          </ac:spMkLst>
        </pc:spChg>
        <pc:spChg chg="mod">
          <ac:chgData name="Mateusz Pomianek" userId="S::mpomianek@o365.prz.edu.pl::3d638ea4-2586-4d1a-a8fd-db8a3798db81" providerId="AD" clId="Web-{880FBBE1-B480-5C27-32E7-A9A8E2BCC9B9}" dt="2026-06-28T08:43:34.861" v="81" actId="20577"/>
          <ac:spMkLst>
            <pc:docMk/>
            <pc:sldMk cId="1131083532" sldId="306"/>
            <ac:spMk id="15" creationId="{00000000-0000-0000-0000-000000000000}"/>
          </ac:spMkLst>
        </pc:spChg>
        <pc:spChg chg="mod">
          <ac:chgData name="Mateusz Pomianek" userId="S::mpomianek@o365.prz.edu.pl::3d638ea4-2586-4d1a-a8fd-db8a3798db81" providerId="AD" clId="Web-{880FBBE1-B480-5C27-32E7-A9A8E2BCC9B9}" dt="2026-06-28T08:42:27.033" v="56" actId="20577"/>
          <ac:spMkLst>
            <pc:docMk/>
            <pc:sldMk cId="1131083532" sldId="306"/>
            <ac:spMk id="16" creationId="{00000000-0000-0000-0000-000000000000}"/>
          </ac:spMkLst>
        </pc:spChg>
        <pc:spChg chg="mod">
          <ac:chgData name="Mateusz Pomianek" userId="S::mpomianek@o365.prz.edu.pl::3d638ea4-2586-4d1a-a8fd-db8a3798db81" providerId="AD" clId="Web-{880FBBE1-B480-5C27-32E7-A9A8E2BCC9B9}" dt="2026-06-28T08:42:50.205" v="61" actId="20577"/>
          <ac:spMkLst>
            <pc:docMk/>
            <pc:sldMk cId="1131083532" sldId="306"/>
            <ac:spMk id="19" creationId="{00000000-0000-0000-0000-000000000000}"/>
          </ac:spMkLst>
        </pc:spChg>
        <pc:spChg chg="mod">
          <ac:chgData name="Mateusz Pomianek" userId="S::mpomianek@o365.prz.edu.pl::3d638ea4-2586-4d1a-a8fd-db8a3798db81" providerId="AD" clId="Web-{880FBBE1-B480-5C27-32E7-A9A8E2BCC9B9}" dt="2026-06-28T08:42:13.267" v="51" actId="20577"/>
          <ac:spMkLst>
            <pc:docMk/>
            <pc:sldMk cId="1131083532" sldId="306"/>
            <ac:spMk id="20" creationId="{00000000-0000-0000-0000-000000000000}"/>
          </ac:spMkLst>
        </pc:spChg>
        <pc:spChg chg="mod">
          <ac:chgData name="Mateusz Pomianek" userId="S::mpomianek@o365.prz.edu.pl::3d638ea4-2586-4d1a-a8fd-db8a3798db81" providerId="AD" clId="Web-{880FBBE1-B480-5C27-32E7-A9A8E2BCC9B9}" dt="2026-06-28T08:42:53.829" v="63" actId="20577"/>
          <ac:spMkLst>
            <pc:docMk/>
            <pc:sldMk cId="1131083532" sldId="306"/>
            <ac:spMk id="23" creationId="{00000000-0000-0000-0000-000000000000}"/>
          </ac:spMkLst>
        </pc:spChg>
        <pc:spChg chg="mod">
          <ac:chgData name="Mateusz Pomianek" userId="S::mpomianek@o365.prz.edu.pl::3d638ea4-2586-4d1a-a8fd-db8a3798db81" providerId="AD" clId="Web-{880FBBE1-B480-5C27-32E7-A9A8E2BCC9B9}" dt="2026-06-28T08:41:46.002" v="42" actId="20577"/>
          <ac:spMkLst>
            <pc:docMk/>
            <pc:sldMk cId="1131083532" sldId="306"/>
            <ac:spMk id="24" creationId="{00000000-0000-0000-0000-000000000000}"/>
          </ac:spMkLst>
        </pc:spChg>
        <pc:spChg chg="mod">
          <ac:chgData name="Mateusz Pomianek" userId="S::mpomianek@o365.prz.edu.pl::3d638ea4-2586-4d1a-a8fd-db8a3798db81" providerId="AD" clId="Web-{880FBBE1-B480-5C27-32E7-A9A8E2BCC9B9}" dt="2026-06-28T08:42:58.501" v="65" actId="20577"/>
          <ac:spMkLst>
            <pc:docMk/>
            <pc:sldMk cId="1131083532" sldId="306"/>
            <ac:spMk id="27" creationId="{00000000-0000-0000-0000-000000000000}"/>
          </ac:spMkLst>
        </pc:spChg>
        <pc:spChg chg="mod">
          <ac:chgData name="Mateusz Pomianek" userId="S::mpomianek@o365.prz.edu.pl::3d638ea4-2586-4d1a-a8fd-db8a3798db81" providerId="AD" clId="Web-{880FBBE1-B480-5C27-32E7-A9A8E2BCC9B9}" dt="2026-06-28T08:42:23.298" v="54" actId="20577"/>
          <ac:spMkLst>
            <pc:docMk/>
            <pc:sldMk cId="1131083532" sldId="306"/>
            <ac:spMk id="28" creationId="{00000000-0000-0000-0000-000000000000}"/>
          </ac:spMkLst>
        </pc:spChg>
        <pc:spChg chg="mod">
          <ac:chgData name="Mateusz Pomianek" userId="S::mpomianek@o365.prz.edu.pl::3d638ea4-2586-4d1a-a8fd-db8a3798db81" providerId="AD" clId="Web-{880FBBE1-B480-5C27-32E7-A9A8E2BCC9B9}" dt="2026-06-28T08:44:13.001" v="87" actId="20577"/>
          <ac:spMkLst>
            <pc:docMk/>
            <pc:sldMk cId="1131083532" sldId="306"/>
            <ac:spMk id="30" creationId="{00000000-0000-0000-0000-000000000000}"/>
          </ac:spMkLst>
        </pc:spChg>
      </pc:sldChg>
      <pc:sldChg chg="modSp add">
        <pc:chgData name="Mateusz Pomianek" userId="S::mpomianek@o365.prz.edu.pl::3d638ea4-2586-4d1a-a8fd-db8a3798db81" providerId="AD" clId="Web-{880FBBE1-B480-5C27-32E7-A9A8E2BCC9B9}" dt="2026-06-28T11:04:13.408" v="209" actId="20577"/>
        <pc:sldMkLst>
          <pc:docMk/>
          <pc:sldMk cId="4225759176" sldId="307"/>
        </pc:sldMkLst>
        <pc:spChg chg="mod">
          <ac:chgData name="Mateusz Pomianek" userId="S::mpomianek@o365.prz.edu.pl::3d638ea4-2586-4d1a-a8fd-db8a3798db81" providerId="AD" clId="Web-{880FBBE1-B480-5C27-32E7-A9A8E2BCC9B9}" dt="2026-06-28T11:04:11.704" v="208" actId="20577"/>
          <ac:spMkLst>
            <pc:docMk/>
            <pc:sldMk cId="4225759176" sldId="307"/>
            <ac:spMk id="3" creationId="{00000000-0000-0000-0000-000000000000}"/>
          </ac:spMkLst>
        </pc:spChg>
        <pc:spChg chg="mod">
          <ac:chgData name="Mateusz Pomianek" userId="S::mpomianek@o365.prz.edu.pl::3d638ea4-2586-4d1a-a8fd-db8a3798db81" providerId="AD" clId="Web-{880FBBE1-B480-5C27-32E7-A9A8E2BCC9B9}" dt="2026-06-28T11:04:13.408" v="209" actId="20577"/>
          <ac:spMkLst>
            <pc:docMk/>
            <pc:sldMk cId="4225759176" sldId="307"/>
            <ac:spMk id="4" creationId="{00000000-0000-0000-0000-000000000000}"/>
          </ac:spMkLst>
        </pc:spChg>
        <pc:spChg chg="mod">
          <ac:chgData name="Mateusz Pomianek" userId="S::mpomianek@o365.prz.edu.pl::3d638ea4-2586-4d1a-a8fd-db8a3798db81" providerId="AD" clId="Web-{880FBBE1-B480-5C27-32E7-A9A8E2BCC9B9}" dt="2026-06-28T08:47:00.407" v="147" actId="20577"/>
          <ac:spMkLst>
            <pc:docMk/>
            <pc:sldMk cId="4225759176" sldId="307"/>
            <ac:spMk id="7" creationId="{00000000-0000-0000-0000-000000000000}"/>
          </ac:spMkLst>
        </pc:spChg>
        <pc:spChg chg="mod">
          <ac:chgData name="Mateusz Pomianek" userId="S::mpomianek@o365.prz.edu.pl::3d638ea4-2586-4d1a-a8fd-db8a3798db81" providerId="AD" clId="Web-{880FBBE1-B480-5C27-32E7-A9A8E2BCC9B9}" dt="2026-06-28T08:46:11.626" v="135" actId="20577"/>
          <ac:spMkLst>
            <pc:docMk/>
            <pc:sldMk cId="4225759176" sldId="307"/>
            <ac:spMk id="8" creationId="{00000000-0000-0000-0000-000000000000}"/>
          </ac:spMkLst>
        </pc:spChg>
        <pc:spChg chg="mod">
          <ac:chgData name="Mateusz Pomianek" userId="S::mpomianek@o365.prz.edu.pl::3d638ea4-2586-4d1a-a8fd-db8a3798db81" providerId="AD" clId="Web-{880FBBE1-B480-5C27-32E7-A9A8E2BCC9B9}" dt="2026-06-28T08:47:06.485" v="148" actId="20577"/>
          <ac:spMkLst>
            <pc:docMk/>
            <pc:sldMk cId="4225759176" sldId="307"/>
            <ac:spMk id="11" creationId="{00000000-0000-0000-0000-000000000000}"/>
          </ac:spMkLst>
        </pc:spChg>
        <pc:spChg chg="mod">
          <ac:chgData name="Mateusz Pomianek" userId="S::mpomianek@o365.prz.edu.pl::3d638ea4-2586-4d1a-a8fd-db8a3798db81" providerId="AD" clId="Web-{880FBBE1-B480-5C27-32E7-A9A8E2BCC9B9}" dt="2026-06-28T08:45:39.157" v="121" actId="20577"/>
          <ac:spMkLst>
            <pc:docMk/>
            <pc:sldMk cId="4225759176" sldId="307"/>
            <ac:spMk id="12" creationId="{00000000-0000-0000-0000-000000000000}"/>
          </ac:spMkLst>
        </pc:spChg>
        <pc:spChg chg="mod">
          <ac:chgData name="Mateusz Pomianek" userId="S::mpomianek@o365.prz.edu.pl::3d638ea4-2586-4d1a-a8fd-db8a3798db81" providerId="AD" clId="Web-{880FBBE1-B480-5C27-32E7-A9A8E2BCC9B9}" dt="2026-06-28T08:47:41.266" v="151" actId="14100"/>
          <ac:spMkLst>
            <pc:docMk/>
            <pc:sldMk cId="4225759176" sldId="307"/>
            <ac:spMk id="15" creationId="{00000000-0000-0000-0000-000000000000}"/>
          </ac:spMkLst>
        </pc:spChg>
        <pc:spChg chg="mod">
          <ac:chgData name="Mateusz Pomianek" userId="S::mpomianek@o365.prz.edu.pl::3d638ea4-2586-4d1a-a8fd-db8a3798db81" providerId="AD" clId="Web-{880FBBE1-B480-5C27-32E7-A9A8E2BCC9B9}" dt="2026-06-28T08:46:19.047" v="139" actId="20577"/>
          <ac:spMkLst>
            <pc:docMk/>
            <pc:sldMk cId="4225759176" sldId="307"/>
            <ac:spMk id="16" creationId="{00000000-0000-0000-0000-000000000000}"/>
          </ac:spMkLst>
        </pc:spChg>
        <pc:spChg chg="mod">
          <ac:chgData name="Mateusz Pomianek" userId="S::mpomianek@o365.prz.edu.pl::3d638ea4-2586-4d1a-a8fd-db8a3798db81" providerId="AD" clId="Web-{880FBBE1-B480-5C27-32E7-A9A8E2BCC9B9}" dt="2026-06-28T11:00:02.532" v="152" actId="20577"/>
          <ac:spMkLst>
            <pc:docMk/>
            <pc:sldMk cId="4225759176" sldId="307"/>
            <ac:spMk id="19" creationId="{00000000-0000-0000-0000-000000000000}"/>
          </ac:spMkLst>
        </pc:spChg>
        <pc:spChg chg="mod">
          <ac:chgData name="Mateusz Pomianek" userId="S::mpomianek@o365.prz.edu.pl::3d638ea4-2586-4d1a-a8fd-db8a3798db81" providerId="AD" clId="Web-{880FBBE1-B480-5C27-32E7-A9A8E2BCC9B9}" dt="2026-06-28T08:46:04.954" v="133" actId="20577"/>
          <ac:spMkLst>
            <pc:docMk/>
            <pc:sldMk cId="4225759176" sldId="307"/>
            <ac:spMk id="20" creationId="{00000000-0000-0000-0000-000000000000}"/>
          </ac:spMkLst>
        </pc:spChg>
        <pc:spChg chg="mod">
          <ac:chgData name="Mateusz Pomianek" userId="S::mpomianek@o365.prz.edu.pl::3d638ea4-2586-4d1a-a8fd-db8a3798db81" providerId="AD" clId="Web-{880FBBE1-B480-5C27-32E7-A9A8E2BCC9B9}" dt="2026-06-28T08:46:29.485" v="142" actId="20577"/>
          <ac:spMkLst>
            <pc:docMk/>
            <pc:sldMk cId="4225759176" sldId="307"/>
            <ac:spMk id="23" creationId="{00000000-0000-0000-0000-000000000000}"/>
          </ac:spMkLst>
        </pc:spChg>
        <pc:spChg chg="mod">
          <ac:chgData name="Mateusz Pomianek" userId="S::mpomianek@o365.prz.edu.pl::3d638ea4-2586-4d1a-a8fd-db8a3798db81" providerId="AD" clId="Web-{880FBBE1-B480-5C27-32E7-A9A8E2BCC9B9}" dt="2026-06-28T08:45:45.563" v="124" actId="20577"/>
          <ac:spMkLst>
            <pc:docMk/>
            <pc:sldMk cId="4225759176" sldId="307"/>
            <ac:spMk id="24" creationId="{00000000-0000-0000-0000-000000000000}"/>
          </ac:spMkLst>
        </pc:spChg>
        <pc:spChg chg="mod">
          <ac:chgData name="Mateusz Pomianek" userId="S::mpomianek@o365.prz.edu.pl::3d638ea4-2586-4d1a-a8fd-db8a3798db81" providerId="AD" clId="Web-{880FBBE1-B480-5C27-32E7-A9A8E2BCC9B9}" dt="2026-06-28T08:46:49.532" v="146" actId="1076"/>
          <ac:spMkLst>
            <pc:docMk/>
            <pc:sldMk cId="4225759176" sldId="307"/>
            <ac:spMk id="27" creationId="{00000000-0000-0000-0000-000000000000}"/>
          </ac:spMkLst>
        </pc:spChg>
        <pc:spChg chg="mod">
          <ac:chgData name="Mateusz Pomianek" userId="S::mpomianek@o365.prz.edu.pl::3d638ea4-2586-4d1a-a8fd-db8a3798db81" providerId="AD" clId="Web-{880FBBE1-B480-5C27-32E7-A9A8E2BCC9B9}" dt="2026-06-28T08:46:24.032" v="141" actId="20577"/>
          <ac:spMkLst>
            <pc:docMk/>
            <pc:sldMk cId="4225759176" sldId="307"/>
            <ac:spMk id="28" creationId="{00000000-0000-0000-0000-000000000000}"/>
          </ac:spMkLst>
        </pc:spChg>
      </pc:sldChg>
      <pc:sldChg chg="modSp add">
        <pc:chgData name="Mateusz Pomianek" userId="S::mpomianek@o365.prz.edu.pl::3d638ea4-2586-4d1a-a8fd-db8a3798db81" providerId="AD" clId="Web-{880FBBE1-B480-5C27-32E7-A9A8E2BCC9B9}" dt="2026-06-28T11:29:15.180" v="858" actId="14100"/>
        <pc:sldMkLst>
          <pc:docMk/>
          <pc:sldMk cId="3040734371" sldId="308"/>
        </pc:sldMkLst>
        <pc:spChg chg="mod">
          <ac:chgData name="Mateusz Pomianek" userId="S::mpomianek@o365.prz.edu.pl::3d638ea4-2586-4d1a-a8fd-db8a3798db81" providerId="AD" clId="Web-{880FBBE1-B480-5C27-32E7-A9A8E2BCC9B9}" dt="2026-06-28T11:04:07.908" v="207" actId="20577"/>
          <ac:spMkLst>
            <pc:docMk/>
            <pc:sldMk cId="3040734371" sldId="308"/>
            <ac:spMk id="3" creationId="{00000000-0000-0000-0000-000000000000}"/>
          </ac:spMkLst>
        </pc:spChg>
        <pc:spChg chg="mod">
          <ac:chgData name="Mateusz Pomianek" userId="S::mpomianek@o365.prz.edu.pl::3d638ea4-2586-4d1a-a8fd-db8a3798db81" providerId="AD" clId="Web-{880FBBE1-B480-5C27-32E7-A9A8E2BCC9B9}" dt="2026-06-28T11:04:05.861" v="206" actId="20577"/>
          <ac:spMkLst>
            <pc:docMk/>
            <pc:sldMk cId="3040734371" sldId="308"/>
            <ac:spMk id="4" creationId="{00000000-0000-0000-0000-000000000000}"/>
          </ac:spMkLst>
        </pc:spChg>
        <pc:spChg chg="mod">
          <ac:chgData name="Mateusz Pomianek" userId="S::mpomianek@o365.prz.edu.pl::3d638ea4-2586-4d1a-a8fd-db8a3798db81" providerId="AD" clId="Web-{880FBBE1-B480-5C27-32E7-A9A8E2BCC9B9}" dt="2026-06-28T11:29:15.180" v="858" actId="14100"/>
          <ac:spMkLst>
            <pc:docMk/>
            <pc:sldMk cId="3040734371" sldId="308"/>
            <ac:spMk id="7" creationId="{00000000-0000-0000-0000-000000000000}"/>
          </ac:spMkLst>
        </pc:spChg>
        <pc:spChg chg="mod">
          <ac:chgData name="Mateusz Pomianek" userId="S::mpomianek@o365.prz.edu.pl::3d638ea4-2586-4d1a-a8fd-db8a3798db81" providerId="AD" clId="Web-{880FBBE1-B480-5C27-32E7-A9A8E2BCC9B9}" dt="2026-06-28T11:03:24.345" v="190" actId="20577"/>
          <ac:spMkLst>
            <pc:docMk/>
            <pc:sldMk cId="3040734371" sldId="308"/>
            <ac:spMk id="8" creationId="{00000000-0000-0000-0000-000000000000}"/>
          </ac:spMkLst>
        </pc:spChg>
        <pc:spChg chg="mod">
          <ac:chgData name="Mateusz Pomianek" userId="S::mpomianek@o365.prz.edu.pl::3d638ea4-2586-4d1a-a8fd-db8a3798db81" providerId="AD" clId="Web-{880FBBE1-B480-5C27-32E7-A9A8E2BCC9B9}" dt="2026-06-28T11:29:06.399" v="853"/>
          <ac:spMkLst>
            <pc:docMk/>
            <pc:sldMk cId="3040734371" sldId="308"/>
            <ac:spMk id="11" creationId="{00000000-0000-0000-0000-000000000000}"/>
          </ac:spMkLst>
        </pc:spChg>
        <pc:spChg chg="mod">
          <ac:chgData name="Mateusz Pomianek" userId="S::mpomianek@o365.prz.edu.pl::3d638ea4-2586-4d1a-a8fd-db8a3798db81" providerId="AD" clId="Web-{880FBBE1-B480-5C27-32E7-A9A8E2BCC9B9}" dt="2026-06-28T11:03:27.095" v="192" actId="20577"/>
          <ac:spMkLst>
            <pc:docMk/>
            <pc:sldMk cId="3040734371" sldId="308"/>
            <ac:spMk id="12" creationId="{00000000-0000-0000-0000-000000000000}"/>
          </ac:spMkLst>
        </pc:spChg>
        <pc:spChg chg="mod">
          <ac:chgData name="Mateusz Pomianek" userId="S::mpomianek@o365.prz.edu.pl::3d638ea4-2586-4d1a-a8fd-db8a3798db81" providerId="AD" clId="Web-{880FBBE1-B480-5C27-32E7-A9A8E2BCC9B9}" dt="2026-06-28T11:29:06.399" v="854"/>
          <ac:spMkLst>
            <pc:docMk/>
            <pc:sldMk cId="3040734371" sldId="308"/>
            <ac:spMk id="15" creationId="{00000000-0000-0000-0000-000000000000}"/>
          </ac:spMkLst>
        </pc:spChg>
        <pc:spChg chg="mod">
          <ac:chgData name="Mateusz Pomianek" userId="S::mpomianek@o365.prz.edu.pl::3d638ea4-2586-4d1a-a8fd-db8a3798db81" providerId="AD" clId="Web-{880FBBE1-B480-5C27-32E7-A9A8E2BCC9B9}" dt="2026-06-28T11:03:31.595" v="195" actId="20577"/>
          <ac:spMkLst>
            <pc:docMk/>
            <pc:sldMk cId="3040734371" sldId="308"/>
            <ac:spMk id="16" creationId="{00000000-0000-0000-0000-000000000000}"/>
          </ac:spMkLst>
        </pc:spChg>
        <pc:spChg chg="mod">
          <ac:chgData name="Mateusz Pomianek" userId="S::mpomianek@o365.prz.edu.pl::3d638ea4-2586-4d1a-a8fd-db8a3798db81" providerId="AD" clId="Web-{880FBBE1-B480-5C27-32E7-A9A8E2BCC9B9}" dt="2026-06-28T11:29:06.399" v="855"/>
          <ac:spMkLst>
            <pc:docMk/>
            <pc:sldMk cId="3040734371" sldId="308"/>
            <ac:spMk id="19" creationId="{00000000-0000-0000-0000-000000000000}"/>
          </ac:spMkLst>
        </pc:spChg>
        <pc:spChg chg="mod">
          <ac:chgData name="Mateusz Pomianek" userId="S::mpomianek@o365.prz.edu.pl::3d638ea4-2586-4d1a-a8fd-db8a3798db81" providerId="AD" clId="Web-{880FBBE1-B480-5C27-32E7-A9A8E2BCC9B9}" dt="2026-06-28T11:03:20.142" v="188" actId="20577"/>
          <ac:spMkLst>
            <pc:docMk/>
            <pc:sldMk cId="3040734371" sldId="308"/>
            <ac:spMk id="20" creationId="{00000000-0000-0000-0000-000000000000}"/>
          </ac:spMkLst>
        </pc:spChg>
        <pc:spChg chg="mod">
          <ac:chgData name="Mateusz Pomianek" userId="S::mpomianek@o365.prz.edu.pl::3d638ea4-2586-4d1a-a8fd-db8a3798db81" providerId="AD" clId="Web-{880FBBE1-B480-5C27-32E7-A9A8E2BCC9B9}" dt="2026-06-28T11:29:06.399" v="856"/>
          <ac:spMkLst>
            <pc:docMk/>
            <pc:sldMk cId="3040734371" sldId="308"/>
            <ac:spMk id="23" creationId="{00000000-0000-0000-0000-000000000000}"/>
          </ac:spMkLst>
        </pc:spChg>
        <pc:spChg chg="mod">
          <ac:chgData name="Mateusz Pomianek" userId="S::mpomianek@o365.prz.edu.pl::3d638ea4-2586-4d1a-a8fd-db8a3798db81" providerId="AD" clId="Web-{880FBBE1-B480-5C27-32E7-A9A8E2BCC9B9}" dt="2026-06-28T11:03:11.814" v="184" actId="20577"/>
          <ac:spMkLst>
            <pc:docMk/>
            <pc:sldMk cId="3040734371" sldId="308"/>
            <ac:spMk id="24" creationId="{00000000-0000-0000-0000-000000000000}"/>
          </ac:spMkLst>
        </pc:spChg>
        <pc:spChg chg="mod">
          <ac:chgData name="Mateusz Pomianek" userId="S::mpomianek@o365.prz.edu.pl::3d638ea4-2586-4d1a-a8fd-db8a3798db81" providerId="AD" clId="Web-{880FBBE1-B480-5C27-32E7-A9A8E2BCC9B9}" dt="2026-06-28T11:29:06.524" v="857"/>
          <ac:spMkLst>
            <pc:docMk/>
            <pc:sldMk cId="3040734371" sldId="308"/>
            <ac:spMk id="27" creationId="{00000000-0000-0000-0000-000000000000}"/>
          </ac:spMkLst>
        </pc:spChg>
        <pc:spChg chg="mod">
          <ac:chgData name="Mateusz Pomianek" userId="S::mpomianek@o365.prz.edu.pl::3d638ea4-2586-4d1a-a8fd-db8a3798db81" providerId="AD" clId="Web-{880FBBE1-B480-5C27-32E7-A9A8E2BCC9B9}" dt="2026-06-28T11:03:35.501" v="198" actId="20577"/>
          <ac:spMkLst>
            <pc:docMk/>
            <pc:sldMk cId="3040734371" sldId="308"/>
            <ac:spMk id="28" creationId="{00000000-0000-0000-0000-000000000000}"/>
          </ac:spMkLst>
        </pc:spChg>
        <pc:spChg chg="mod">
          <ac:chgData name="Mateusz Pomianek" userId="S::mpomianek@o365.prz.edu.pl::3d638ea4-2586-4d1a-a8fd-db8a3798db81" providerId="AD" clId="Web-{880FBBE1-B480-5C27-32E7-A9A8E2BCC9B9}" dt="2026-06-28T11:04:01.579" v="205" actId="20577"/>
          <ac:spMkLst>
            <pc:docMk/>
            <pc:sldMk cId="3040734371" sldId="308"/>
            <ac:spMk id="30" creationId="{00000000-0000-0000-0000-000000000000}"/>
          </ac:spMkLst>
        </pc:spChg>
      </pc:sldChg>
      <pc:sldChg chg="modSp add">
        <pc:chgData name="Mateusz Pomianek" userId="S::mpomianek@o365.prz.edu.pl::3d638ea4-2586-4d1a-a8fd-db8a3798db81" providerId="AD" clId="Web-{880FBBE1-B480-5C27-32E7-A9A8E2BCC9B9}" dt="2026-06-28T11:05:43.283" v="230"/>
        <pc:sldMkLst>
          <pc:docMk/>
          <pc:sldMk cId="2088606883" sldId="309"/>
        </pc:sldMkLst>
        <pc:spChg chg="mod">
          <ac:chgData name="Mateusz Pomianek" userId="S::mpomianek@o365.prz.edu.pl::3d638ea4-2586-4d1a-a8fd-db8a3798db81" providerId="AD" clId="Web-{880FBBE1-B480-5C27-32E7-A9A8E2BCC9B9}" dt="2026-06-28T11:04:19.361" v="210" actId="20577"/>
          <ac:spMkLst>
            <pc:docMk/>
            <pc:sldMk cId="2088606883" sldId="309"/>
            <ac:spMk id="3" creationId="{00000000-0000-0000-0000-000000000000}"/>
          </ac:spMkLst>
        </pc:spChg>
        <pc:spChg chg="mod">
          <ac:chgData name="Mateusz Pomianek" userId="S::mpomianek@o365.prz.edu.pl::3d638ea4-2586-4d1a-a8fd-db8a3798db81" providerId="AD" clId="Web-{880FBBE1-B480-5C27-32E7-A9A8E2BCC9B9}" dt="2026-06-28T11:04:25.876" v="212" actId="20577"/>
          <ac:spMkLst>
            <pc:docMk/>
            <pc:sldMk cId="2088606883" sldId="309"/>
            <ac:spMk id="4" creationId="{00000000-0000-0000-0000-000000000000}"/>
          </ac:spMkLst>
        </pc:spChg>
        <pc:spChg chg="mod">
          <ac:chgData name="Mateusz Pomianek" userId="S::mpomianek@o365.prz.edu.pl::3d638ea4-2586-4d1a-a8fd-db8a3798db81" providerId="AD" clId="Web-{880FBBE1-B480-5C27-32E7-A9A8E2BCC9B9}" dt="2026-06-28T11:05:13.689" v="224" actId="20577"/>
          <ac:spMkLst>
            <pc:docMk/>
            <pc:sldMk cId="2088606883" sldId="309"/>
            <ac:spMk id="9" creationId="{00000000-0000-0000-0000-000000000000}"/>
          </ac:spMkLst>
        </pc:spChg>
        <pc:spChg chg="mod">
          <ac:chgData name="Mateusz Pomianek" userId="S::mpomianek@o365.prz.edu.pl::3d638ea4-2586-4d1a-a8fd-db8a3798db81" providerId="AD" clId="Web-{880FBBE1-B480-5C27-32E7-A9A8E2BCC9B9}" dt="2026-06-28T11:05:27.533" v="228" actId="20577"/>
          <ac:spMkLst>
            <pc:docMk/>
            <pc:sldMk cId="2088606883" sldId="309"/>
            <ac:spMk id="12" creationId="{00000000-0000-0000-0000-000000000000}"/>
          </ac:spMkLst>
        </pc:spChg>
        <pc:spChg chg="mod">
          <ac:chgData name="Mateusz Pomianek" userId="S::mpomianek@o365.prz.edu.pl::3d638ea4-2586-4d1a-a8fd-db8a3798db81" providerId="AD" clId="Web-{880FBBE1-B480-5C27-32E7-A9A8E2BCC9B9}" dt="2026-06-28T11:05:07.892" v="223" actId="20577"/>
          <ac:spMkLst>
            <pc:docMk/>
            <pc:sldMk cId="2088606883" sldId="309"/>
            <ac:spMk id="15" creationId="{00000000-0000-0000-0000-000000000000}"/>
          </ac:spMkLst>
        </pc:spChg>
        <pc:spChg chg="ord">
          <ac:chgData name="Mateusz Pomianek" userId="S::mpomianek@o365.prz.edu.pl::3d638ea4-2586-4d1a-a8fd-db8a3798db81" providerId="AD" clId="Web-{880FBBE1-B480-5C27-32E7-A9A8E2BCC9B9}" dt="2026-06-28T11:05:22.705" v="226"/>
          <ac:spMkLst>
            <pc:docMk/>
            <pc:sldMk cId="2088606883" sldId="309"/>
            <ac:spMk id="16" creationId="{00000000-0000-0000-0000-000000000000}"/>
          </ac:spMkLst>
        </pc:spChg>
        <pc:spChg chg="mod">
          <ac:chgData name="Mateusz Pomianek" userId="S::mpomianek@o365.prz.edu.pl::3d638ea4-2586-4d1a-a8fd-db8a3798db81" providerId="AD" clId="Web-{880FBBE1-B480-5C27-32E7-A9A8E2BCC9B9}" dt="2026-06-28T11:05:17.548" v="225" actId="20577"/>
          <ac:spMkLst>
            <pc:docMk/>
            <pc:sldMk cId="2088606883" sldId="309"/>
            <ac:spMk id="18" creationId="{00000000-0000-0000-0000-000000000000}"/>
          </ac:spMkLst>
        </pc:spChg>
        <pc:spChg chg="ord">
          <ac:chgData name="Mateusz Pomianek" userId="S::mpomianek@o365.prz.edu.pl::3d638ea4-2586-4d1a-a8fd-db8a3798db81" providerId="AD" clId="Web-{880FBBE1-B480-5C27-32E7-A9A8E2BCC9B9}" dt="2026-06-28T11:05:36.329" v="229"/>
          <ac:spMkLst>
            <pc:docMk/>
            <pc:sldMk cId="2088606883" sldId="309"/>
            <ac:spMk id="19" creationId="{00000000-0000-0000-0000-000000000000}"/>
          </ac:spMkLst>
        </pc:spChg>
        <pc:spChg chg="mod">
          <ac:chgData name="Mateusz Pomianek" userId="S::mpomianek@o365.prz.edu.pl::3d638ea4-2586-4d1a-a8fd-db8a3798db81" providerId="AD" clId="Web-{880FBBE1-B480-5C27-32E7-A9A8E2BCC9B9}" dt="2026-06-28T11:04:56.923" v="218" actId="20577"/>
          <ac:spMkLst>
            <pc:docMk/>
            <pc:sldMk cId="2088606883" sldId="309"/>
            <ac:spMk id="21" creationId="{00000000-0000-0000-0000-000000000000}"/>
          </ac:spMkLst>
        </pc:spChg>
        <pc:spChg chg="ord">
          <ac:chgData name="Mateusz Pomianek" userId="S::mpomianek@o365.prz.edu.pl::3d638ea4-2586-4d1a-a8fd-db8a3798db81" providerId="AD" clId="Web-{880FBBE1-B480-5C27-32E7-A9A8E2BCC9B9}" dt="2026-06-28T11:05:43.283" v="230"/>
          <ac:spMkLst>
            <pc:docMk/>
            <pc:sldMk cId="2088606883" sldId="309"/>
            <ac:spMk id="22" creationId="{00000000-0000-0000-0000-000000000000}"/>
          </ac:spMkLst>
        </pc:spChg>
        <pc:spChg chg="mod">
          <ac:chgData name="Mateusz Pomianek" userId="S::mpomianek@o365.prz.edu.pl::3d638ea4-2586-4d1a-a8fd-db8a3798db81" providerId="AD" clId="Web-{880FBBE1-B480-5C27-32E7-A9A8E2BCC9B9}" dt="2026-06-28T11:05:03.282" v="221" actId="20577"/>
          <ac:spMkLst>
            <pc:docMk/>
            <pc:sldMk cId="2088606883" sldId="309"/>
            <ac:spMk id="24" creationId="{00000000-0000-0000-0000-000000000000}"/>
          </ac:spMkLst>
        </pc:spChg>
      </pc:sldChg>
      <pc:sldChg chg="modSp add">
        <pc:chgData name="Mateusz Pomianek" userId="S::mpomianek@o365.prz.edu.pl::3d638ea4-2586-4d1a-a8fd-db8a3798db81" providerId="AD" clId="Web-{880FBBE1-B480-5C27-32E7-A9A8E2BCC9B9}" dt="2026-06-28T11:08:29.255" v="277" actId="14100"/>
        <pc:sldMkLst>
          <pc:docMk/>
          <pc:sldMk cId="1430717716" sldId="310"/>
        </pc:sldMkLst>
        <pc:spChg chg="mod">
          <ac:chgData name="Mateusz Pomianek" userId="S::mpomianek@o365.prz.edu.pl::3d638ea4-2586-4d1a-a8fd-db8a3798db81" providerId="AD" clId="Web-{880FBBE1-B480-5C27-32E7-A9A8E2BCC9B9}" dt="2026-06-28T11:05:52.079" v="231" actId="20577"/>
          <ac:spMkLst>
            <pc:docMk/>
            <pc:sldMk cId="1430717716" sldId="310"/>
            <ac:spMk id="3" creationId="{00000000-0000-0000-0000-000000000000}"/>
          </ac:spMkLst>
        </pc:spChg>
        <pc:spChg chg="mod">
          <ac:chgData name="Mateusz Pomianek" userId="S::mpomianek@o365.prz.edu.pl::3d638ea4-2586-4d1a-a8fd-db8a3798db81" providerId="AD" clId="Web-{880FBBE1-B480-5C27-32E7-A9A8E2BCC9B9}" dt="2026-06-28T11:05:54.517" v="232" actId="20577"/>
          <ac:spMkLst>
            <pc:docMk/>
            <pc:sldMk cId="1430717716" sldId="310"/>
            <ac:spMk id="4" creationId="{00000000-0000-0000-0000-000000000000}"/>
          </ac:spMkLst>
        </pc:spChg>
        <pc:spChg chg="mod">
          <ac:chgData name="Mateusz Pomianek" userId="S::mpomianek@o365.prz.edu.pl::3d638ea4-2586-4d1a-a8fd-db8a3798db81" providerId="AD" clId="Web-{880FBBE1-B480-5C27-32E7-A9A8E2BCC9B9}" dt="2026-06-28T11:06:49.630" v="250" actId="20577"/>
          <ac:spMkLst>
            <pc:docMk/>
            <pc:sldMk cId="1430717716" sldId="310"/>
            <ac:spMk id="10" creationId="{00000000-0000-0000-0000-000000000000}"/>
          </ac:spMkLst>
        </pc:spChg>
        <pc:spChg chg="mod">
          <ac:chgData name="Mateusz Pomianek" userId="S::mpomianek@o365.prz.edu.pl::3d638ea4-2586-4d1a-a8fd-db8a3798db81" providerId="AD" clId="Web-{880FBBE1-B480-5C27-32E7-A9A8E2BCC9B9}" dt="2026-06-28T11:07:51.458" v="266" actId="20577"/>
          <ac:spMkLst>
            <pc:docMk/>
            <pc:sldMk cId="1430717716" sldId="310"/>
            <ac:spMk id="12" creationId="{00000000-0000-0000-0000-000000000000}"/>
          </ac:spMkLst>
        </pc:spChg>
        <pc:spChg chg="mod">
          <ac:chgData name="Mateusz Pomianek" userId="S::mpomianek@o365.prz.edu.pl::3d638ea4-2586-4d1a-a8fd-db8a3798db81" providerId="AD" clId="Web-{880FBBE1-B480-5C27-32E7-A9A8E2BCC9B9}" dt="2026-06-28T11:07:55.911" v="267" actId="20577"/>
          <ac:spMkLst>
            <pc:docMk/>
            <pc:sldMk cId="1430717716" sldId="310"/>
            <ac:spMk id="14" creationId="{00000000-0000-0000-0000-000000000000}"/>
          </ac:spMkLst>
        </pc:spChg>
        <pc:spChg chg="mod">
          <ac:chgData name="Mateusz Pomianek" userId="S::mpomianek@o365.prz.edu.pl::3d638ea4-2586-4d1a-a8fd-db8a3798db81" providerId="AD" clId="Web-{880FBBE1-B480-5C27-32E7-A9A8E2BCC9B9}" dt="2026-06-28T11:07:57.598" v="268" actId="20577"/>
          <ac:spMkLst>
            <pc:docMk/>
            <pc:sldMk cId="1430717716" sldId="310"/>
            <ac:spMk id="16" creationId="{00000000-0000-0000-0000-000000000000}"/>
          </ac:spMkLst>
        </pc:spChg>
        <pc:spChg chg="mod">
          <ac:chgData name="Mateusz Pomianek" userId="S::mpomianek@o365.prz.edu.pl::3d638ea4-2586-4d1a-a8fd-db8a3798db81" providerId="AD" clId="Web-{880FBBE1-B480-5C27-32E7-A9A8E2BCC9B9}" dt="2026-06-28T11:07:40.552" v="263" actId="14100"/>
          <ac:spMkLst>
            <pc:docMk/>
            <pc:sldMk cId="1430717716" sldId="310"/>
            <ac:spMk id="17" creationId="{00000000-0000-0000-0000-000000000000}"/>
          </ac:spMkLst>
        </pc:spChg>
        <pc:spChg chg="mod">
          <ac:chgData name="Mateusz Pomianek" userId="S::mpomianek@o365.prz.edu.pl::3d638ea4-2586-4d1a-a8fd-db8a3798db81" providerId="AD" clId="Web-{880FBBE1-B480-5C27-32E7-A9A8E2BCC9B9}" dt="2026-06-28T11:07:46.520" v="265" actId="14100"/>
          <ac:spMkLst>
            <pc:docMk/>
            <pc:sldMk cId="1430717716" sldId="310"/>
            <ac:spMk id="18" creationId="{00000000-0000-0000-0000-000000000000}"/>
          </ac:spMkLst>
        </pc:spChg>
        <pc:spChg chg="mod">
          <ac:chgData name="Mateusz Pomianek" userId="S::mpomianek@o365.prz.edu.pl::3d638ea4-2586-4d1a-a8fd-db8a3798db81" providerId="AD" clId="Web-{880FBBE1-B480-5C27-32E7-A9A8E2BCC9B9}" dt="2026-06-28T11:06:41.267" v="245" actId="20577"/>
          <ac:spMkLst>
            <pc:docMk/>
            <pc:sldMk cId="1430717716" sldId="310"/>
            <ac:spMk id="21" creationId="{00000000-0000-0000-0000-000000000000}"/>
          </ac:spMkLst>
        </pc:spChg>
        <pc:spChg chg="mod">
          <ac:chgData name="Mateusz Pomianek" userId="S::mpomianek@o365.prz.edu.pl::3d638ea4-2586-4d1a-a8fd-db8a3798db81" providerId="AD" clId="Web-{880FBBE1-B480-5C27-32E7-A9A8E2BCC9B9}" dt="2026-06-28T11:08:23.911" v="275" actId="14100"/>
          <ac:spMkLst>
            <pc:docMk/>
            <pc:sldMk cId="1430717716" sldId="310"/>
            <ac:spMk id="22" creationId="{00000000-0000-0000-0000-000000000000}"/>
          </ac:spMkLst>
        </pc:spChg>
        <pc:spChg chg="mod">
          <ac:chgData name="Mateusz Pomianek" userId="S::mpomianek@o365.prz.edu.pl::3d638ea4-2586-4d1a-a8fd-db8a3798db81" providerId="AD" clId="Web-{880FBBE1-B480-5C27-32E7-A9A8E2BCC9B9}" dt="2026-06-28T11:08:29.255" v="277" actId="14100"/>
          <ac:spMkLst>
            <pc:docMk/>
            <pc:sldMk cId="1430717716" sldId="310"/>
            <ac:spMk id="23" creationId="{00000000-0000-0000-0000-000000000000}"/>
          </ac:spMkLst>
        </pc:spChg>
      </pc:sldChg>
      <pc:sldChg chg="modSp add">
        <pc:chgData name="Mateusz Pomianek" userId="S::mpomianek@o365.prz.edu.pl::3d638ea4-2586-4d1a-a8fd-db8a3798db81" providerId="AD" clId="Web-{880FBBE1-B480-5C27-32E7-A9A8E2BCC9B9}" dt="2026-06-28T11:09:32.676" v="315" actId="20577"/>
        <pc:sldMkLst>
          <pc:docMk/>
          <pc:sldMk cId="3845598310" sldId="311"/>
        </pc:sldMkLst>
        <pc:spChg chg="mod">
          <ac:chgData name="Mateusz Pomianek" userId="S::mpomianek@o365.prz.edu.pl::3d638ea4-2586-4d1a-a8fd-db8a3798db81" providerId="AD" clId="Web-{880FBBE1-B480-5C27-32E7-A9A8E2BCC9B9}" dt="2026-06-28T11:08:33.489" v="278" actId="20577"/>
          <ac:spMkLst>
            <pc:docMk/>
            <pc:sldMk cId="3845598310" sldId="311"/>
            <ac:spMk id="3" creationId="{00000000-0000-0000-0000-000000000000}"/>
          </ac:spMkLst>
        </pc:spChg>
        <pc:spChg chg="mod">
          <ac:chgData name="Mateusz Pomianek" userId="S::mpomianek@o365.prz.edu.pl::3d638ea4-2586-4d1a-a8fd-db8a3798db81" providerId="AD" clId="Web-{880FBBE1-B480-5C27-32E7-A9A8E2BCC9B9}" dt="2026-06-28T11:08:37.176" v="280" actId="20577"/>
          <ac:spMkLst>
            <pc:docMk/>
            <pc:sldMk cId="3845598310" sldId="311"/>
            <ac:spMk id="4" creationId="{00000000-0000-0000-0000-000000000000}"/>
          </ac:spMkLst>
        </pc:spChg>
        <pc:spChg chg="mod">
          <ac:chgData name="Mateusz Pomianek" userId="S::mpomianek@o365.prz.edu.pl::3d638ea4-2586-4d1a-a8fd-db8a3798db81" providerId="AD" clId="Web-{880FBBE1-B480-5C27-32E7-A9A8E2BCC9B9}" dt="2026-06-28T11:08:47.395" v="281"/>
          <ac:spMkLst>
            <pc:docMk/>
            <pc:sldMk cId="3845598310" sldId="311"/>
            <ac:spMk id="7" creationId="{00000000-0000-0000-0000-000000000000}"/>
          </ac:spMkLst>
        </pc:spChg>
        <pc:spChg chg="mod">
          <ac:chgData name="Mateusz Pomianek" userId="S::mpomianek@o365.prz.edu.pl::3d638ea4-2586-4d1a-a8fd-db8a3798db81" providerId="AD" clId="Web-{880FBBE1-B480-5C27-32E7-A9A8E2BCC9B9}" dt="2026-06-28T11:09:32.676" v="315" actId="20577"/>
          <ac:spMkLst>
            <pc:docMk/>
            <pc:sldMk cId="3845598310" sldId="311"/>
            <ac:spMk id="8" creationId="{00000000-0000-0000-0000-000000000000}"/>
          </ac:spMkLst>
        </pc:spChg>
        <pc:spChg chg="mod">
          <ac:chgData name="Mateusz Pomianek" userId="S::mpomianek@o365.prz.edu.pl::3d638ea4-2586-4d1a-a8fd-db8a3798db81" providerId="AD" clId="Web-{880FBBE1-B480-5C27-32E7-A9A8E2BCC9B9}" dt="2026-06-28T11:08:47.395" v="282"/>
          <ac:spMkLst>
            <pc:docMk/>
            <pc:sldMk cId="3845598310" sldId="311"/>
            <ac:spMk id="11" creationId="{00000000-0000-0000-0000-000000000000}"/>
          </ac:spMkLst>
        </pc:spChg>
        <pc:spChg chg="mod">
          <ac:chgData name="Mateusz Pomianek" userId="S::mpomianek@o365.prz.edu.pl::3d638ea4-2586-4d1a-a8fd-db8a3798db81" providerId="AD" clId="Web-{880FBBE1-B480-5C27-32E7-A9A8E2BCC9B9}" dt="2026-06-28T11:09:29.645" v="313" actId="20577"/>
          <ac:spMkLst>
            <pc:docMk/>
            <pc:sldMk cId="3845598310" sldId="311"/>
            <ac:spMk id="12" creationId="{00000000-0000-0000-0000-000000000000}"/>
          </ac:spMkLst>
        </pc:spChg>
        <pc:spChg chg="mod">
          <ac:chgData name="Mateusz Pomianek" userId="S::mpomianek@o365.prz.edu.pl::3d638ea4-2586-4d1a-a8fd-db8a3798db81" providerId="AD" clId="Web-{880FBBE1-B480-5C27-32E7-A9A8E2BCC9B9}" dt="2026-06-28T11:08:47.395" v="283"/>
          <ac:spMkLst>
            <pc:docMk/>
            <pc:sldMk cId="3845598310" sldId="311"/>
            <ac:spMk id="15" creationId="{00000000-0000-0000-0000-000000000000}"/>
          </ac:spMkLst>
        </pc:spChg>
        <pc:spChg chg="mod">
          <ac:chgData name="Mateusz Pomianek" userId="S::mpomianek@o365.prz.edu.pl::3d638ea4-2586-4d1a-a8fd-db8a3798db81" providerId="AD" clId="Web-{880FBBE1-B480-5C27-32E7-A9A8E2BCC9B9}" dt="2026-06-28T11:09:25.739" v="311" actId="20577"/>
          <ac:spMkLst>
            <pc:docMk/>
            <pc:sldMk cId="3845598310" sldId="311"/>
            <ac:spMk id="16" creationId="{00000000-0000-0000-0000-000000000000}"/>
          </ac:spMkLst>
        </pc:spChg>
        <pc:spChg chg="mod">
          <ac:chgData name="Mateusz Pomianek" userId="S::mpomianek@o365.prz.edu.pl::3d638ea4-2586-4d1a-a8fd-db8a3798db81" providerId="AD" clId="Web-{880FBBE1-B480-5C27-32E7-A9A8E2BCC9B9}" dt="2026-06-28T11:08:47.411" v="284"/>
          <ac:spMkLst>
            <pc:docMk/>
            <pc:sldMk cId="3845598310" sldId="311"/>
            <ac:spMk id="19" creationId="{00000000-0000-0000-0000-000000000000}"/>
          </ac:spMkLst>
        </pc:spChg>
        <pc:spChg chg="mod">
          <ac:chgData name="Mateusz Pomianek" userId="S::mpomianek@o365.prz.edu.pl::3d638ea4-2586-4d1a-a8fd-db8a3798db81" providerId="AD" clId="Web-{880FBBE1-B480-5C27-32E7-A9A8E2BCC9B9}" dt="2026-06-28T11:09:22.286" v="307"/>
          <ac:spMkLst>
            <pc:docMk/>
            <pc:sldMk cId="3845598310" sldId="311"/>
            <ac:spMk id="20" creationId="{00000000-0000-0000-0000-000000000000}"/>
          </ac:spMkLst>
        </pc:spChg>
        <pc:spChg chg="mod">
          <ac:chgData name="Mateusz Pomianek" userId="S::mpomianek@o365.prz.edu.pl::3d638ea4-2586-4d1a-a8fd-db8a3798db81" providerId="AD" clId="Web-{880FBBE1-B480-5C27-32E7-A9A8E2BCC9B9}" dt="2026-06-28T11:08:47.411" v="285"/>
          <ac:spMkLst>
            <pc:docMk/>
            <pc:sldMk cId="3845598310" sldId="311"/>
            <ac:spMk id="23" creationId="{00000000-0000-0000-0000-000000000000}"/>
          </ac:spMkLst>
        </pc:spChg>
        <pc:spChg chg="mod">
          <ac:chgData name="Mateusz Pomianek" userId="S::mpomianek@o365.prz.edu.pl::3d638ea4-2586-4d1a-a8fd-db8a3798db81" providerId="AD" clId="Web-{880FBBE1-B480-5C27-32E7-A9A8E2BCC9B9}" dt="2026-06-28T11:09:22.286" v="308"/>
          <ac:spMkLst>
            <pc:docMk/>
            <pc:sldMk cId="3845598310" sldId="311"/>
            <ac:spMk id="24" creationId="{00000000-0000-0000-0000-000000000000}"/>
          </ac:spMkLst>
        </pc:spChg>
        <pc:spChg chg="mod">
          <ac:chgData name="Mateusz Pomianek" userId="S::mpomianek@o365.prz.edu.pl::3d638ea4-2586-4d1a-a8fd-db8a3798db81" providerId="AD" clId="Web-{880FBBE1-B480-5C27-32E7-A9A8E2BCC9B9}" dt="2026-06-28T11:08:47.489" v="286"/>
          <ac:spMkLst>
            <pc:docMk/>
            <pc:sldMk cId="3845598310" sldId="311"/>
            <ac:spMk id="27" creationId="{00000000-0000-0000-0000-000000000000}"/>
          </ac:spMkLst>
        </pc:spChg>
        <pc:spChg chg="mod">
          <ac:chgData name="Mateusz Pomianek" userId="S::mpomianek@o365.prz.edu.pl::3d638ea4-2586-4d1a-a8fd-db8a3798db81" providerId="AD" clId="Web-{880FBBE1-B480-5C27-32E7-A9A8E2BCC9B9}" dt="2026-06-28T11:09:22.395" v="309"/>
          <ac:spMkLst>
            <pc:docMk/>
            <pc:sldMk cId="3845598310" sldId="311"/>
            <ac:spMk id="28" creationId="{00000000-0000-0000-0000-000000000000}"/>
          </ac:spMkLst>
        </pc:spChg>
        <pc:spChg chg="mod">
          <ac:chgData name="Mateusz Pomianek" userId="S::mpomianek@o365.prz.edu.pl::3d638ea4-2586-4d1a-a8fd-db8a3798db81" providerId="AD" clId="Web-{880FBBE1-B480-5C27-32E7-A9A8E2BCC9B9}" dt="2026-06-28T11:09:08.161" v="297" actId="20577"/>
          <ac:spMkLst>
            <pc:docMk/>
            <pc:sldMk cId="3845598310" sldId="311"/>
            <ac:spMk id="30" creationId="{00000000-0000-0000-0000-000000000000}"/>
          </ac:spMkLst>
        </pc:spChg>
      </pc:sldChg>
      <pc:sldChg chg="modSp add">
        <pc:chgData name="Mateusz Pomianek" userId="S::mpomianek@o365.prz.edu.pl::3d638ea4-2586-4d1a-a8fd-db8a3798db81" providerId="AD" clId="Web-{880FBBE1-B480-5C27-32E7-A9A8E2BCC9B9}" dt="2026-06-28T11:12:37.535" v="391" actId="1076"/>
        <pc:sldMkLst>
          <pc:docMk/>
          <pc:sldMk cId="1824879158" sldId="312"/>
        </pc:sldMkLst>
        <pc:spChg chg="mod">
          <ac:chgData name="Mateusz Pomianek" userId="S::mpomianek@o365.prz.edu.pl::3d638ea4-2586-4d1a-a8fd-db8a3798db81" providerId="AD" clId="Web-{880FBBE1-B480-5C27-32E7-A9A8E2BCC9B9}" dt="2026-06-28T11:09:41.520" v="316" actId="20577"/>
          <ac:spMkLst>
            <pc:docMk/>
            <pc:sldMk cId="1824879158" sldId="312"/>
            <ac:spMk id="3" creationId="{00000000-0000-0000-0000-000000000000}"/>
          </ac:spMkLst>
        </pc:spChg>
        <pc:spChg chg="mod">
          <ac:chgData name="Mateusz Pomianek" userId="S::mpomianek@o365.prz.edu.pl::3d638ea4-2586-4d1a-a8fd-db8a3798db81" providerId="AD" clId="Web-{880FBBE1-B480-5C27-32E7-A9A8E2BCC9B9}" dt="2026-06-28T11:09:44.145" v="317" actId="20577"/>
          <ac:spMkLst>
            <pc:docMk/>
            <pc:sldMk cId="1824879158" sldId="312"/>
            <ac:spMk id="4" creationId="{00000000-0000-0000-0000-000000000000}"/>
          </ac:spMkLst>
        </pc:spChg>
        <pc:spChg chg="mod">
          <ac:chgData name="Mateusz Pomianek" userId="S::mpomianek@o365.prz.edu.pl::3d638ea4-2586-4d1a-a8fd-db8a3798db81" providerId="AD" clId="Web-{880FBBE1-B480-5C27-32E7-A9A8E2BCC9B9}" dt="2026-06-28T11:10:54.614" v="347" actId="1076"/>
          <ac:spMkLst>
            <pc:docMk/>
            <pc:sldMk cId="1824879158" sldId="312"/>
            <ac:spMk id="5" creationId="{00000000-0000-0000-0000-000000000000}"/>
          </ac:spMkLst>
        </pc:spChg>
        <pc:spChg chg="mod">
          <ac:chgData name="Mateusz Pomianek" userId="S::mpomianek@o365.prz.edu.pl::3d638ea4-2586-4d1a-a8fd-db8a3798db81" providerId="AD" clId="Web-{880FBBE1-B480-5C27-32E7-A9A8E2BCC9B9}" dt="2026-06-28T11:12:10.316" v="366" actId="1076"/>
          <ac:spMkLst>
            <pc:docMk/>
            <pc:sldMk cId="1824879158" sldId="312"/>
            <ac:spMk id="8" creationId="{00000000-0000-0000-0000-000000000000}"/>
          </ac:spMkLst>
        </pc:spChg>
        <pc:spChg chg="mod">
          <ac:chgData name="Mateusz Pomianek" userId="S::mpomianek@o365.prz.edu.pl::3d638ea4-2586-4d1a-a8fd-db8a3798db81" providerId="AD" clId="Web-{880FBBE1-B480-5C27-32E7-A9A8E2BCC9B9}" dt="2026-06-28T11:10:20.723" v="331"/>
          <ac:spMkLst>
            <pc:docMk/>
            <pc:sldMk cId="1824879158" sldId="312"/>
            <ac:spMk id="9" creationId="{00000000-0000-0000-0000-000000000000}"/>
          </ac:spMkLst>
        </pc:spChg>
        <pc:spChg chg="mod">
          <ac:chgData name="Mateusz Pomianek" userId="S::mpomianek@o365.prz.edu.pl::3d638ea4-2586-4d1a-a8fd-db8a3798db81" providerId="AD" clId="Web-{880FBBE1-B480-5C27-32E7-A9A8E2BCC9B9}" dt="2026-06-28T11:12:10.332" v="367" actId="1076"/>
          <ac:spMkLst>
            <pc:docMk/>
            <pc:sldMk cId="1824879158" sldId="312"/>
            <ac:spMk id="13" creationId="{00000000-0000-0000-0000-000000000000}"/>
          </ac:spMkLst>
        </pc:spChg>
        <pc:spChg chg="mod">
          <ac:chgData name="Mateusz Pomianek" userId="S::mpomianek@o365.prz.edu.pl::3d638ea4-2586-4d1a-a8fd-db8a3798db81" providerId="AD" clId="Web-{880FBBE1-B480-5C27-32E7-A9A8E2BCC9B9}" dt="2026-06-28T11:12:27.832" v="375" actId="1076"/>
          <ac:spMkLst>
            <pc:docMk/>
            <pc:sldMk cId="1824879158" sldId="312"/>
            <ac:spMk id="14" creationId="{00000000-0000-0000-0000-000000000000}"/>
          </ac:spMkLst>
        </pc:spChg>
        <pc:spChg chg="mod">
          <ac:chgData name="Mateusz Pomianek" userId="S::mpomianek@o365.prz.edu.pl::3d638ea4-2586-4d1a-a8fd-db8a3798db81" providerId="AD" clId="Web-{880FBBE1-B480-5C27-32E7-A9A8E2BCC9B9}" dt="2026-06-28T11:12:10.348" v="368" actId="1076"/>
          <ac:spMkLst>
            <pc:docMk/>
            <pc:sldMk cId="1824879158" sldId="312"/>
            <ac:spMk id="18" creationId="{00000000-0000-0000-0000-000000000000}"/>
          </ac:spMkLst>
        </pc:spChg>
        <pc:spChg chg="mod">
          <ac:chgData name="Mateusz Pomianek" userId="S::mpomianek@o365.prz.edu.pl::3d638ea4-2586-4d1a-a8fd-db8a3798db81" providerId="AD" clId="Web-{880FBBE1-B480-5C27-32E7-A9A8E2BCC9B9}" dt="2026-06-28T11:12:30.988" v="376" actId="1076"/>
          <ac:spMkLst>
            <pc:docMk/>
            <pc:sldMk cId="1824879158" sldId="312"/>
            <ac:spMk id="19" creationId="{00000000-0000-0000-0000-000000000000}"/>
          </ac:spMkLst>
        </pc:spChg>
        <pc:spChg chg="mod">
          <ac:chgData name="Mateusz Pomianek" userId="S::mpomianek@o365.prz.edu.pl::3d638ea4-2586-4d1a-a8fd-db8a3798db81" providerId="AD" clId="Web-{880FBBE1-B480-5C27-32E7-A9A8E2BCC9B9}" dt="2026-06-28T11:12:10.363" v="369" actId="1076"/>
          <ac:spMkLst>
            <pc:docMk/>
            <pc:sldMk cId="1824879158" sldId="312"/>
            <ac:spMk id="23" creationId="{00000000-0000-0000-0000-000000000000}"/>
          </ac:spMkLst>
        </pc:spChg>
        <pc:spChg chg="mod">
          <ac:chgData name="Mateusz Pomianek" userId="S::mpomianek@o365.prz.edu.pl::3d638ea4-2586-4d1a-a8fd-db8a3798db81" providerId="AD" clId="Web-{880FBBE1-B480-5C27-32E7-A9A8E2BCC9B9}" dt="2026-06-28T11:12:02.317" v="365" actId="1076"/>
          <ac:spMkLst>
            <pc:docMk/>
            <pc:sldMk cId="1824879158" sldId="312"/>
            <ac:spMk id="24" creationId="{00000000-0000-0000-0000-000000000000}"/>
          </ac:spMkLst>
        </pc:spChg>
        <pc:spChg chg="mod">
          <ac:chgData name="Mateusz Pomianek" userId="S::mpomianek@o365.prz.edu.pl::3d638ea4-2586-4d1a-a8fd-db8a3798db81" providerId="AD" clId="Web-{880FBBE1-B480-5C27-32E7-A9A8E2BCC9B9}" dt="2026-06-28T11:12:37.254" v="377" actId="1076"/>
          <ac:spMkLst>
            <pc:docMk/>
            <pc:sldMk cId="1824879158" sldId="312"/>
            <ac:spMk id="25" creationId="{00000000-0000-0000-0000-000000000000}"/>
          </ac:spMkLst>
        </pc:spChg>
        <pc:spChg chg="mod">
          <ac:chgData name="Mateusz Pomianek" userId="S::mpomianek@o365.prz.edu.pl::3d638ea4-2586-4d1a-a8fd-db8a3798db81" providerId="AD" clId="Web-{880FBBE1-B480-5C27-32E7-A9A8E2BCC9B9}" dt="2026-06-28T11:12:37.270" v="378" actId="1076"/>
          <ac:spMkLst>
            <pc:docMk/>
            <pc:sldMk cId="1824879158" sldId="312"/>
            <ac:spMk id="26" creationId="{00000000-0000-0000-0000-000000000000}"/>
          </ac:spMkLst>
        </pc:spChg>
        <pc:spChg chg="mod">
          <ac:chgData name="Mateusz Pomianek" userId="S::mpomianek@o365.prz.edu.pl::3d638ea4-2586-4d1a-a8fd-db8a3798db81" providerId="AD" clId="Web-{880FBBE1-B480-5C27-32E7-A9A8E2BCC9B9}" dt="2026-06-28T11:12:37.301" v="379" actId="1076"/>
          <ac:spMkLst>
            <pc:docMk/>
            <pc:sldMk cId="1824879158" sldId="312"/>
            <ac:spMk id="27" creationId="{00000000-0000-0000-0000-000000000000}"/>
          </ac:spMkLst>
        </pc:spChg>
        <pc:spChg chg="mod">
          <ac:chgData name="Mateusz Pomianek" userId="S::mpomianek@o365.prz.edu.pl::3d638ea4-2586-4d1a-a8fd-db8a3798db81" providerId="AD" clId="Web-{880FBBE1-B480-5C27-32E7-A9A8E2BCC9B9}" dt="2026-06-28T11:12:37.316" v="380" actId="1076"/>
          <ac:spMkLst>
            <pc:docMk/>
            <pc:sldMk cId="1824879158" sldId="312"/>
            <ac:spMk id="28" creationId="{00000000-0000-0000-0000-000000000000}"/>
          </ac:spMkLst>
        </pc:spChg>
        <pc:spChg chg="mod">
          <ac:chgData name="Mateusz Pomianek" userId="S::mpomianek@o365.prz.edu.pl::3d638ea4-2586-4d1a-a8fd-db8a3798db81" providerId="AD" clId="Web-{880FBBE1-B480-5C27-32E7-A9A8E2BCC9B9}" dt="2026-06-28T11:12:37.332" v="381" actId="1076"/>
          <ac:spMkLst>
            <pc:docMk/>
            <pc:sldMk cId="1824879158" sldId="312"/>
            <ac:spMk id="29" creationId="{00000000-0000-0000-0000-000000000000}"/>
          </ac:spMkLst>
        </pc:spChg>
        <pc:spChg chg="mod">
          <ac:chgData name="Mateusz Pomianek" userId="S::mpomianek@o365.prz.edu.pl::3d638ea4-2586-4d1a-a8fd-db8a3798db81" providerId="AD" clId="Web-{880FBBE1-B480-5C27-32E7-A9A8E2BCC9B9}" dt="2026-06-28T11:12:37.363" v="382" actId="1076"/>
          <ac:spMkLst>
            <pc:docMk/>
            <pc:sldMk cId="1824879158" sldId="312"/>
            <ac:spMk id="30" creationId="{00000000-0000-0000-0000-000000000000}"/>
          </ac:spMkLst>
        </pc:spChg>
        <pc:spChg chg="mod">
          <ac:chgData name="Mateusz Pomianek" userId="S::mpomianek@o365.prz.edu.pl::3d638ea4-2586-4d1a-a8fd-db8a3798db81" providerId="AD" clId="Web-{880FBBE1-B480-5C27-32E7-A9A8E2BCC9B9}" dt="2026-06-28T11:12:37.379" v="383" actId="1076"/>
          <ac:spMkLst>
            <pc:docMk/>
            <pc:sldMk cId="1824879158" sldId="312"/>
            <ac:spMk id="31" creationId="{00000000-0000-0000-0000-000000000000}"/>
          </ac:spMkLst>
        </pc:spChg>
        <pc:spChg chg="mod">
          <ac:chgData name="Mateusz Pomianek" userId="S::mpomianek@o365.prz.edu.pl::3d638ea4-2586-4d1a-a8fd-db8a3798db81" providerId="AD" clId="Web-{880FBBE1-B480-5C27-32E7-A9A8E2BCC9B9}" dt="2026-06-28T11:12:37.395" v="384" actId="1076"/>
          <ac:spMkLst>
            <pc:docMk/>
            <pc:sldMk cId="1824879158" sldId="312"/>
            <ac:spMk id="32" creationId="{00000000-0000-0000-0000-000000000000}"/>
          </ac:spMkLst>
        </pc:spChg>
        <pc:spChg chg="mod">
          <ac:chgData name="Mateusz Pomianek" userId="S::mpomianek@o365.prz.edu.pl::3d638ea4-2586-4d1a-a8fd-db8a3798db81" providerId="AD" clId="Web-{880FBBE1-B480-5C27-32E7-A9A8E2BCC9B9}" dt="2026-06-28T11:12:37.410" v="385" actId="1076"/>
          <ac:spMkLst>
            <pc:docMk/>
            <pc:sldMk cId="1824879158" sldId="312"/>
            <ac:spMk id="33" creationId="{00000000-0000-0000-0000-000000000000}"/>
          </ac:spMkLst>
        </pc:spChg>
        <pc:spChg chg="mod">
          <ac:chgData name="Mateusz Pomianek" userId="S::mpomianek@o365.prz.edu.pl::3d638ea4-2586-4d1a-a8fd-db8a3798db81" providerId="AD" clId="Web-{880FBBE1-B480-5C27-32E7-A9A8E2BCC9B9}" dt="2026-06-28T11:12:37.441" v="386" actId="1076"/>
          <ac:spMkLst>
            <pc:docMk/>
            <pc:sldMk cId="1824879158" sldId="312"/>
            <ac:spMk id="34" creationId="{00000000-0000-0000-0000-000000000000}"/>
          </ac:spMkLst>
        </pc:spChg>
        <pc:spChg chg="mod">
          <ac:chgData name="Mateusz Pomianek" userId="S::mpomianek@o365.prz.edu.pl::3d638ea4-2586-4d1a-a8fd-db8a3798db81" providerId="AD" clId="Web-{880FBBE1-B480-5C27-32E7-A9A8E2BCC9B9}" dt="2026-06-28T11:12:37.457" v="387" actId="1076"/>
          <ac:spMkLst>
            <pc:docMk/>
            <pc:sldMk cId="1824879158" sldId="312"/>
            <ac:spMk id="35" creationId="{00000000-0000-0000-0000-000000000000}"/>
          </ac:spMkLst>
        </pc:spChg>
        <pc:spChg chg="mod">
          <ac:chgData name="Mateusz Pomianek" userId="S::mpomianek@o365.prz.edu.pl::3d638ea4-2586-4d1a-a8fd-db8a3798db81" providerId="AD" clId="Web-{880FBBE1-B480-5C27-32E7-A9A8E2BCC9B9}" dt="2026-06-28T11:12:37.473" v="388" actId="1076"/>
          <ac:spMkLst>
            <pc:docMk/>
            <pc:sldMk cId="1824879158" sldId="312"/>
            <ac:spMk id="36" creationId="{00000000-0000-0000-0000-000000000000}"/>
          </ac:spMkLst>
        </pc:spChg>
        <pc:spChg chg="mod">
          <ac:chgData name="Mateusz Pomianek" userId="S::mpomianek@o365.prz.edu.pl::3d638ea4-2586-4d1a-a8fd-db8a3798db81" providerId="AD" clId="Web-{880FBBE1-B480-5C27-32E7-A9A8E2BCC9B9}" dt="2026-06-28T11:12:37.504" v="389" actId="1076"/>
          <ac:spMkLst>
            <pc:docMk/>
            <pc:sldMk cId="1824879158" sldId="312"/>
            <ac:spMk id="37" creationId="{00000000-0000-0000-0000-000000000000}"/>
          </ac:spMkLst>
        </pc:spChg>
        <pc:spChg chg="mod">
          <ac:chgData name="Mateusz Pomianek" userId="S::mpomianek@o365.prz.edu.pl::3d638ea4-2586-4d1a-a8fd-db8a3798db81" providerId="AD" clId="Web-{880FBBE1-B480-5C27-32E7-A9A8E2BCC9B9}" dt="2026-06-28T11:12:37.520" v="390" actId="1076"/>
          <ac:spMkLst>
            <pc:docMk/>
            <pc:sldMk cId="1824879158" sldId="312"/>
            <ac:spMk id="38" creationId="{00000000-0000-0000-0000-000000000000}"/>
          </ac:spMkLst>
        </pc:spChg>
        <pc:spChg chg="mod">
          <ac:chgData name="Mateusz Pomianek" userId="S::mpomianek@o365.prz.edu.pl::3d638ea4-2586-4d1a-a8fd-db8a3798db81" providerId="AD" clId="Web-{880FBBE1-B480-5C27-32E7-A9A8E2BCC9B9}" dt="2026-06-28T11:12:37.535" v="391" actId="1076"/>
          <ac:spMkLst>
            <pc:docMk/>
            <pc:sldMk cId="1824879158" sldId="312"/>
            <ac:spMk id="39" creationId="{00000000-0000-0000-0000-000000000000}"/>
          </ac:spMkLst>
        </pc:spChg>
      </pc:sldChg>
      <pc:sldChg chg="modSp add">
        <pc:chgData name="Mateusz Pomianek" userId="S::mpomianek@o365.prz.edu.pl::3d638ea4-2586-4d1a-a8fd-db8a3798db81" providerId="AD" clId="Web-{880FBBE1-B480-5C27-32E7-A9A8E2BCC9B9}" dt="2026-06-28T11:13:28.019" v="411" actId="20577"/>
        <pc:sldMkLst>
          <pc:docMk/>
          <pc:sldMk cId="306567132" sldId="313"/>
        </pc:sldMkLst>
        <pc:spChg chg="mod">
          <ac:chgData name="Mateusz Pomianek" userId="S::mpomianek@o365.prz.edu.pl::3d638ea4-2586-4d1a-a8fd-db8a3798db81" providerId="AD" clId="Web-{880FBBE1-B480-5C27-32E7-A9A8E2BCC9B9}" dt="2026-06-28T11:12:42.645" v="392" actId="20577"/>
          <ac:spMkLst>
            <pc:docMk/>
            <pc:sldMk cId="306567132" sldId="313"/>
            <ac:spMk id="3" creationId="{00000000-0000-0000-0000-000000000000}"/>
          </ac:spMkLst>
        </pc:spChg>
        <pc:spChg chg="mod">
          <ac:chgData name="Mateusz Pomianek" userId="S::mpomianek@o365.prz.edu.pl::3d638ea4-2586-4d1a-a8fd-db8a3798db81" providerId="AD" clId="Web-{880FBBE1-B480-5C27-32E7-A9A8E2BCC9B9}" dt="2026-06-28T11:12:44.926" v="393" actId="20577"/>
          <ac:spMkLst>
            <pc:docMk/>
            <pc:sldMk cId="306567132" sldId="313"/>
            <ac:spMk id="4" creationId="{00000000-0000-0000-0000-000000000000}"/>
          </ac:spMkLst>
        </pc:spChg>
        <pc:spChg chg="mod">
          <ac:chgData name="Mateusz Pomianek" userId="S::mpomianek@o365.prz.edu.pl::3d638ea4-2586-4d1a-a8fd-db8a3798db81" providerId="AD" clId="Web-{880FBBE1-B480-5C27-32E7-A9A8E2BCC9B9}" dt="2026-06-28T11:12:54.207" v="394"/>
          <ac:spMkLst>
            <pc:docMk/>
            <pc:sldMk cId="306567132" sldId="313"/>
            <ac:spMk id="7" creationId="{00000000-0000-0000-0000-000000000000}"/>
          </ac:spMkLst>
        </pc:spChg>
        <pc:spChg chg="mod">
          <ac:chgData name="Mateusz Pomianek" userId="S::mpomianek@o365.prz.edu.pl::3d638ea4-2586-4d1a-a8fd-db8a3798db81" providerId="AD" clId="Web-{880FBBE1-B480-5C27-32E7-A9A8E2BCC9B9}" dt="2026-06-28T11:13:05.598" v="400"/>
          <ac:spMkLst>
            <pc:docMk/>
            <pc:sldMk cId="306567132" sldId="313"/>
            <ac:spMk id="8" creationId="{00000000-0000-0000-0000-000000000000}"/>
          </ac:spMkLst>
        </pc:spChg>
        <pc:spChg chg="mod">
          <ac:chgData name="Mateusz Pomianek" userId="S::mpomianek@o365.prz.edu.pl::3d638ea4-2586-4d1a-a8fd-db8a3798db81" providerId="AD" clId="Web-{880FBBE1-B480-5C27-32E7-A9A8E2BCC9B9}" dt="2026-06-28T11:12:54.207" v="395"/>
          <ac:spMkLst>
            <pc:docMk/>
            <pc:sldMk cId="306567132" sldId="313"/>
            <ac:spMk id="11" creationId="{00000000-0000-0000-0000-000000000000}"/>
          </ac:spMkLst>
        </pc:spChg>
        <pc:spChg chg="mod">
          <ac:chgData name="Mateusz Pomianek" userId="S::mpomianek@o365.prz.edu.pl::3d638ea4-2586-4d1a-a8fd-db8a3798db81" providerId="AD" clId="Web-{880FBBE1-B480-5C27-32E7-A9A8E2BCC9B9}" dt="2026-06-28T11:13:05.598" v="401"/>
          <ac:spMkLst>
            <pc:docMk/>
            <pc:sldMk cId="306567132" sldId="313"/>
            <ac:spMk id="12" creationId="{00000000-0000-0000-0000-000000000000}"/>
          </ac:spMkLst>
        </pc:spChg>
        <pc:spChg chg="mod">
          <ac:chgData name="Mateusz Pomianek" userId="S::mpomianek@o365.prz.edu.pl::3d638ea4-2586-4d1a-a8fd-db8a3798db81" providerId="AD" clId="Web-{880FBBE1-B480-5C27-32E7-A9A8E2BCC9B9}" dt="2026-06-28T11:12:54.207" v="396"/>
          <ac:spMkLst>
            <pc:docMk/>
            <pc:sldMk cId="306567132" sldId="313"/>
            <ac:spMk id="15" creationId="{00000000-0000-0000-0000-000000000000}"/>
          </ac:spMkLst>
        </pc:spChg>
        <pc:spChg chg="mod">
          <ac:chgData name="Mateusz Pomianek" userId="S::mpomianek@o365.prz.edu.pl::3d638ea4-2586-4d1a-a8fd-db8a3798db81" providerId="AD" clId="Web-{880FBBE1-B480-5C27-32E7-A9A8E2BCC9B9}" dt="2026-06-28T11:13:05.598" v="402"/>
          <ac:spMkLst>
            <pc:docMk/>
            <pc:sldMk cId="306567132" sldId="313"/>
            <ac:spMk id="16" creationId="{00000000-0000-0000-0000-000000000000}"/>
          </ac:spMkLst>
        </pc:spChg>
        <pc:spChg chg="mod">
          <ac:chgData name="Mateusz Pomianek" userId="S::mpomianek@o365.prz.edu.pl::3d638ea4-2586-4d1a-a8fd-db8a3798db81" providerId="AD" clId="Web-{880FBBE1-B480-5C27-32E7-A9A8E2BCC9B9}" dt="2026-06-28T11:12:54.207" v="397"/>
          <ac:spMkLst>
            <pc:docMk/>
            <pc:sldMk cId="306567132" sldId="313"/>
            <ac:spMk id="19" creationId="{00000000-0000-0000-0000-000000000000}"/>
          </ac:spMkLst>
        </pc:spChg>
        <pc:spChg chg="mod">
          <ac:chgData name="Mateusz Pomianek" userId="S::mpomianek@o365.prz.edu.pl::3d638ea4-2586-4d1a-a8fd-db8a3798db81" providerId="AD" clId="Web-{880FBBE1-B480-5C27-32E7-A9A8E2BCC9B9}" dt="2026-06-28T11:13:05.598" v="403"/>
          <ac:spMkLst>
            <pc:docMk/>
            <pc:sldMk cId="306567132" sldId="313"/>
            <ac:spMk id="20" creationId="{00000000-0000-0000-0000-000000000000}"/>
          </ac:spMkLst>
        </pc:spChg>
        <pc:spChg chg="mod">
          <ac:chgData name="Mateusz Pomianek" userId="S::mpomianek@o365.prz.edu.pl::3d638ea4-2586-4d1a-a8fd-db8a3798db81" providerId="AD" clId="Web-{880FBBE1-B480-5C27-32E7-A9A8E2BCC9B9}" dt="2026-06-28T11:13:17.144" v="407" actId="20577"/>
          <ac:spMkLst>
            <pc:docMk/>
            <pc:sldMk cId="306567132" sldId="313"/>
            <ac:spMk id="23" creationId="{00000000-0000-0000-0000-000000000000}"/>
          </ac:spMkLst>
        </pc:spChg>
        <pc:spChg chg="mod">
          <ac:chgData name="Mateusz Pomianek" userId="S::mpomianek@o365.prz.edu.pl::3d638ea4-2586-4d1a-a8fd-db8a3798db81" providerId="AD" clId="Web-{880FBBE1-B480-5C27-32E7-A9A8E2BCC9B9}" dt="2026-06-28T11:13:05.613" v="404"/>
          <ac:spMkLst>
            <pc:docMk/>
            <pc:sldMk cId="306567132" sldId="313"/>
            <ac:spMk id="24" creationId="{00000000-0000-0000-0000-000000000000}"/>
          </ac:spMkLst>
        </pc:spChg>
        <pc:spChg chg="mod">
          <ac:chgData name="Mateusz Pomianek" userId="S::mpomianek@o365.prz.edu.pl::3d638ea4-2586-4d1a-a8fd-db8a3798db81" providerId="AD" clId="Web-{880FBBE1-B480-5C27-32E7-A9A8E2BCC9B9}" dt="2026-06-28T11:12:54.285" v="399"/>
          <ac:spMkLst>
            <pc:docMk/>
            <pc:sldMk cId="306567132" sldId="313"/>
            <ac:spMk id="27" creationId="{00000000-0000-0000-0000-000000000000}"/>
          </ac:spMkLst>
        </pc:spChg>
        <pc:spChg chg="mod">
          <ac:chgData name="Mateusz Pomianek" userId="S::mpomianek@o365.prz.edu.pl::3d638ea4-2586-4d1a-a8fd-db8a3798db81" providerId="AD" clId="Web-{880FBBE1-B480-5C27-32E7-A9A8E2BCC9B9}" dt="2026-06-28T11:13:05.707" v="405"/>
          <ac:spMkLst>
            <pc:docMk/>
            <pc:sldMk cId="306567132" sldId="313"/>
            <ac:spMk id="28" creationId="{00000000-0000-0000-0000-000000000000}"/>
          </ac:spMkLst>
        </pc:spChg>
        <pc:spChg chg="mod">
          <ac:chgData name="Mateusz Pomianek" userId="S::mpomianek@o365.prz.edu.pl::3d638ea4-2586-4d1a-a8fd-db8a3798db81" providerId="AD" clId="Web-{880FBBE1-B480-5C27-32E7-A9A8E2BCC9B9}" dt="2026-06-28T11:13:28.019" v="411" actId="20577"/>
          <ac:spMkLst>
            <pc:docMk/>
            <pc:sldMk cId="306567132" sldId="313"/>
            <ac:spMk id="30" creationId="{00000000-0000-0000-0000-000000000000}"/>
          </ac:spMkLst>
        </pc:spChg>
      </pc:sldChg>
      <pc:sldChg chg="modSp add">
        <pc:chgData name="Mateusz Pomianek" userId="S::mpomianek@o365.prz.edu.pl::3d638ea4-2586-4d1a-a8fd-db8a3798db81" providerId="AD" clId="Web-{880FBBE1-B480-5C27-32E7-A9A8E2BCC9B9}" dt="2026-06-28T11:13:46.254" v="441" actId="20577"/>
        <pc:sldMkLst>
          <pc:docMk/>
          <pc:sldMk cId="1440406072" sldId="314"/>
        </pc:sldMkLst>
        <pc:spChg chg="mod">
          <ac:chgData name="Mateusz Pomianek" userId="S::mpomianek@o365.prz.edu.pl::3d638ea4-2586-4d1a-a8fd-db8a3798db81" providerId="AD" clId="Web-{880FBBE1-B480-5C27-32E7-A9A8E2BCC9B9}" dt="2026-06-28T11:13:44.582" v="440" actId="20577"/>
          <ac:spMkLst>
            <pc:docMk/>
            <pc:sldMk cId="1440406072" sldId="314"/>
            <ac:spMk id="3" creationId="{00000000-0000-0000-0000-000000000000}"/>
          </ac:spMkLst>
        </pc:spChg>
        <pc:spChg chg="mod">
          <ac:chgData name="Mateusz Pomianek" userId="S::mpomianek@o365.prz.edu.pl::3d638ea4-2586-4d1a-a8fd-db8a3798db81" providerId="AD" clId="Web-{880FBBE1-B480-5C27-32E7-A9A8E2BCC9B9}" dt="2026-06-28T11:13:46.254" v="441" actId="20577"/>
          <ac:spMkLst>
            <pc:docMk/>
            <pc:sldMk cId="1440406072" sldId="314"/>
            <ac:spMk id="4" creationId="{00000000-0000-0000-0000-000000000000}"/>
          </ac:spMkLst>
        </pc:spChg>
        <pc:spChg chg="mod">
          <ac:chgData name="Mateusz Pomianek" userId="S::mpomianek@o365.prz.edu.pl::3d638ea4-2586-4d1a-a8fd-db8a3798db81" providerId="AD" clId="Web-{880FBBE1-B480-5C27-32E7-A9A8E2BCC9B9}" dt="2026-06-28T11:13:38.769" v="430"/>
          <ac:spMkLst>
            <pc:docMk/>
            <pc:sldMk cId="1440406072" sldId="314"/>
            <ac:spMk id="6" creationId="{00000000-0000-0000-0000-000000000000}"/>
          </ac:spMkLst>
        </pc:spChg>
        <pc:spChg chg="mod">
          <ac:chgData name="Mateusz Pomianek" userId="S::mpomianek@o365.prz.edu.pl::3d638ea4-2586-4d1a-a8fd-db8a3798db81" providerId="AD" clId="Web-{880FBBE1-B480-5C27-32E7-A9A8E2BCC9B9}" dt="2026-06-28T11:13:38.769" v="431"/>
          <ac:spMkLst>
            <pc:docMk/>
            <pc:sldMk cId="1440406072" sldId="314"/>
            <ac:spMk id="7" creationId="{00000000-0000-0000-0000-000000000000}"/>
          </ac:spMkLst>
        </pc:spChg>
        <pc:spChg chg="mod">
          <ac:chgData name="Mateusz Pomianek" userId="S::mpomianek@o365.prz.edu.pl::3d638ea4-2586-4d1a-a8fd-db8a3798db81" providerId="AD" clId="Web-{880FBBE1-B480-5C27-32E7-A9A8E2BCC9B9}" dt="2026-06-28T11:13:38.769" v="432"/>
          <ac:spMkLst>
            <pc:docMk/>
            <pc:sldMk cId="1440406072" sldId="314"/>
            <ac:spMk id="9" creationId="{00000000-0000-0000-0000-000000000000}"/>
          </ac:spMkLst>
        </pc:spChg>
        <pc:spChg chg="mod">
          <ac:chgData name="Mateusz Pomianek" userId="S::mpomianek@o365.prz.edu.pl::3d638ea4-2586-4d1a-a8fd-db8a3798db81" providerId="AD" clId="Web-{880FBBE1-B480-5C27-32E7-A9A8E2BCC9B9}" dt="2026-06-28T11:13:38.769" v="433"/>
          <ac:spMkLst>
            <pc:docMk/>
            <pc:sldMk cId="1440406072" sldId="314"/>
            <ac:spMk id="10" creationId="{00000000-0000-0000-0000-000000000000}"/>
          </ac:spMkLst>
        </pc:spChg>
        <pc:spChg chg="mod">
          <ac:chgData name="Mateusz Pomianek" userId="S::mpomianek@o365.prz.edu.pl::3d638ea4-2586-4d1a-a8fd-db8a3798db81" providerId="AD" clId="Web-{880FBBE1-B480-5C27-32E7-A9A8E2BCC9B9}" dt="2026-06-28T11:13:38.769" v="434"/>
          <ac:spMkLst>
            <pc:docMk/>
            <pc:sldMk cId="1440406072" sldId="314"/>
            <ac:spMk id="14" creationId="{00000000-0000-0000-0000-000000000000}"/>
          </ac:spMkLst>
        </pc:spChg>
        <pc:spChg chg="mod">
          <ac:chgData name="Mateusz Pomianek" userId="S::mpomianek@o365.prz.edu.pl::3d638ea4-2586-4d1a-a8fd-db8a3798db81" providerId="AD" clId="Web-{880FBBE1-B480-5C27-32E7-A9A8E2BCC9B9}" dt="2026-06-28T11:13:38.769" v="435"/>
          <ac:spMkLst>
            <pc:docMk/>
            <pc:sldMk cId="1440406072" sldId="314"/>
            <ac:spMk id="18" creationId="{00000000-0000-0000-0000-000000000000}"/>
          </ac:spMkLst>
        </pc:spChg>
        <pc:spChg chg="mod">
          <ac:chgData name="Mateusz Pomianek" userId="S::mpomianek@o365.prz.edu.pl::3d638ea4-2586-4d1a-a8fd-db8a3798db81" providerId="AD" clId="Web-{880FBBE1-B480-5C27-32E7-A9A8E2BCC9B9}" dt="2026-06-28T11:13:38.769" v="436"/>
          <ac:spMkLst>
            <pc:docMk/>
            <pc:sldMk cId="1440406072" sldId="314"/>
            <ac:spMk id="19" creationId="{00000000-0000-0000-0000-000000000000}"/>
          </ac:spMkLst>
        </pc:spChg>
        <pc:spChg chg="mod">
          <ac:chgData name="Mateusz Pomianek" userId="S::mpomianek@o365.prz.edu.pl::3d638ea4-2586-4d1a-a8fd-db8a3798db81" providerId="AD" clId="Web-{880FBBE1-B480-5C27-32E7-A9A8E2BCC9B9}" dt="2026-06-28T11:13:38.769" v="437"/>
          <ac:spMkLst>
            <pc:docMk/>
            <pc:sldMk cId="1440406072" sldId="314"/>
            <ac:spMk id="21" creationId="{00000000-0000-0000-0000-000000000000}"/>
          </ac:spMkLst>
        </pc:spChg>
        <pc:spChg chg="mod">
          <ac:chgData name="Mateusz Pomianek" userId="S::mpomianek@o365.prz.edu.pl::3d638ea4-2586-4d1a-a8fd-db8a3798db81" providerId="AD" clId="Web-{880FBBE1-B480-5C27-32E7-A9A8E2BCC9B9}" dt="2026-06-28T11:13:38.879" v="438"/>
          <ac:spMkLst>
            <pc:docMk/>
            <pc:sldMk cId="1440406072" sldId="314"/>
            <ac:spMk id="22" creationId="{00000000-0000-0000-0000-000000000000}"/>
          </ac:spMkLst>
        </pc:spChg>
      </pc:sldChg>
      <pc:sldChg chg="modSp add">
        <pc:chgData name="Mateusz Pomianek" userId="S::mpomianek@o365.prz.edu.pl::3d638ea4-2586-4d1a-a8fd-db8a3798db81" providerId="AD" clId="Web-{880FBBE1-B480-5C27-32E7-A9A8E2BCC9B9}" dt="2026-06-28T11:28:55.383" v="851" actId="20577"/>
        <pc:sldMkLst>
          <pc:docMk/>
          <pc:sldMk cId="2948925827" sldId="315"/>
        </pc:sldMkLst>
        <pc:spChg chg="mod">
          <ac:chgData name="Mateusz Pomianek" userId="S::mpomianek@o365.prz.edu.pl::3d638ea4-2586-4d1a-a8fd-db8a3798db81" providerId="AD" clId="Web-{880FBBE1-B480-5C27-32E7-A9A8E2BCC9B9}" dt="2026-06-28T11:14:05.019" v="509" actId="20577"/>
          <ac:spMkLst>
            <pc:docMk/>
            <pc:sldMk cId="2948925827" sldId="315"/>
            <ac:spMk id="3" creationId="{00000000-0000-0000-0000-000000000000}"/>
          </ac:spMkLst>
        </pc:spChg>
        <pc:spChg chg="mod">
          <ac:chgData name="Mateusz Pomianek" userId="S::mpomianek@o365.prz.edu.pl::3d638ea4-2586-4d1a-a8fd-db8a3798db81" providerId="AD" clId="Web-{880FBBE1-B480-5C27-32E7-A9A8E2BCC9B9}" dt="2026-06-28T11:14:14.441" v="513" actId="20577"/>
          <ac:spMkLst>
            <pc:docMk/>
            <pc:sldMk cId="2948925827" sldId="315"/>
            <ac:spMk id="4" creationId="{00000000-0000-0000-0000-000000000000}"/>
          </ac:spMkLst>
        </pc:spChg>
        <pc:spChg chg="mod">
          <ac:chgData name="Mateusz Pomianek" userId="S::mpomianek@o365.prz.edu.pl::3d638ea4-2586-4d1a-a8fd-db8a3798db81" providerId="AD" clId="Web-{880FBBE1-B480-5C27-32E7-A9A8E2BCC9B9}" dt="2026-06-28T11:14:02.441" v="486"/>
          <ac:spMkLst>
            <pc:docMk/>
            <pc:sldMk cId="2948925827" sldId="315"/>
            <ac:spMk id="7" creationId="{00000000-0000-0000-0000-000000000000}"/>
          </ac:spMkLst>
        </pc:spChg>
        <pc:spChg chg="mod">
          <ac:chgData name="Mateusz Pomianek" userId="S::mpomianek@o365.prz.edu.pl::3d638ea4-2586-4d1a-a8fd-db8a3798db81" providerId="AD" clId="Web-{880FBBE1-B480-5C27-32E7-A9A8E2BCC9B9}" dt="2026-06-28T11:14:02.441" v="487"/>
          <ac:spMkLst>
            <pc:docMk/>
            <pc:sldMk cId="2948925827" sldId="315"/>
            <ac:spMk id="8" creationId="{00000000-0000-0000-0000-000000000000}"/>
          </ac:spMkLst>
        </pc:spChg>
        <pc:spChg chg="mod">
          <ac:chgData name="Mateusz Pomianek" userId="S::mpomianek@o365.prz.edu.pl::3d638ea4-2586-4d1a-a8fd-db8a3798db81" providerId="AD" clId="Web-{880FBBE1-B480-5C27-32E7-A9A8E2BCC9B9}" dt="2026-06-28T11:14:02.441" v="488"/>
          <ac:spMkLst>
            <pc:docMk/>
            <pc:sldMk cId="2948925827" sldId="315"/>
            <ac:spMk id="9" creationId="{00000000-0000-0000-0000-000000000000}"/>
          </ac:spMkLst>
        </pc:spChg>
        <pc:spChg chg="mod">
          <ac:chgData name="Mateusz Pomianek" userId="S::mpomianek@o365.prz.edu.pl::3d638ea4-2586-4d1a-a8fd-db8a3798db81" providerId="AD" clId="Web-{880FBBE1-B480-5C27-32E7-A9A8E2BCC9B9}" dt="2026-06-28T11:14:02.441" v="489"/>
          <ac:spMkLst>
            <pc:docMk/>
            <pc:sldMk cId="2948925827" sldId="315"/>
            <ac:spMk id="12" creationId="{00000000-0000-0000-0000-000000000000}"/>
          </ac:spMkLst>
        </pc:spChg>
        <pc:spChg chg="mod">
          <ac:chgData name="Mateusz Pomianek" userId="S::mpomianek@o365.prz.edu.pl::3d638ea4-2586-4d1a-a8fd-db8a3798db81" providerId="AD" clId="Web-{880FBBE1-B480-5C27-32E7-A9A8E2BCC9B9}" dt="2026-06-28T11:14:02.441" v="490"/>
          <ac:spMkLst>
            <pc:docMk/>
            <pc:sldMk cId="2948925827" sldId="315"/>
            <ac:spMk id="13" creationId="{00000000-0000-0000-0000-000000000000}"/>
          </ac:spMkLst>
        </pc:spChg>
        <pc:spChg chg="mod">
          <ac:chgData name="Mateusz Pomianek" userId="S::mpomianek@o365.prz.edu.pl::3d638ea4-2586-4d1a-a8fd-db8a3798db81" providerId="AD" clId="Web-{880FBBE1-B480-5C27-32E7-A9A8E2BCC9B9}" dt="2026-06-28T11:28:37.446" v="847" actId="20577"/>
          <ac:spMkLst>
            <pc:docMk/>
            <pc:sldMk cId="2948925827" sldId="315"/>
            <ac:spMk id="14" creationId="{00000000-0000-0000-0000-000000000000}"/>
          </ac:spMkLst>
        </pc:spChg>
        <pc:spChg chg="mod">
          <ac:chgData name="Mateusz Pomianek" userId="S::mpomianek@o365.prz.edu.pl::3d638ea4-2586-4d1a-a8fd-db8a3798db81" providerId="AD" clId="Web-{880FBBE1-B480-5C27-32E7-A9A8E2BCC9B9}" dt="2026-06-28T11:14:02.457" v="492"/>
          <ac:spMkLst>
            <pc:docMk/>
            <pc:sldMk cId="2948925827" sldId="315"/>
            <ac:spMk id="17" creationId="{00000000-0000-0000-0000-000000000000}"/>
          </ac:spMkLst>
        </pc:spChg>
        <pc:spChg chg="mod">
          <ac:chgData name="Mateusz Pomianek" userId="S::mpomianek@o365.prz.edu.pl::3d638ea4-2586-4d1a-a8fd-db8a3798db81" providerId="AD" clId="Web-{880FBBE1-B480-5C27-32E7-A9A8E2BCC9B9}" dt="2026-06-28T11:14:02.457" v="493"/>
          <ac:spMkLst>
            <pc:docMk/>
            <pc:sldMk cId="2948925827" sldId="315"/>
            <ac:spMk id="18" creationId="{00000000-0000-0000-0000-000000000000}"/>
          </ac:spMkLst>
        </pc:spChg>
        <pc:spChg chg="mod">
          <ac:chgData name="Mateusz Pomianek" userId="S::mpomianek@o365.prz.edu.pl::3d638ea4-2586-4d1a-a8fd-db8a3798db81" providerId="AD" clId="Web-{880FBBE1-B480-5C27-32E7-A9A8E2BCC9B9}" dt="2026-06-28T11:14:02.457" v="494"/>
          <ac:spMkLst>
            <pc:docMk/>
            <pc:sldMk cId="2948925827" sldId="315"/>
            <ac:spMk id="19" creationId="{00000000-0000-0000-0000-000000000000}"/>
          </ac:spMkLst>
        </pc:spChg>
        <pc:spChg chg="mod">
          <ac:chgData name="Mateusz Pomianek" userId="S::mpomianek@o365.prz.edu.pl::3d638ea4-2586-4d1a-a8fd-db8a3798db81" providerId="AD" clId="Web-{880FBBE1-B480-5C27-32E7-A9A8E2BCC9B9}" dt="2026-06-28T11:14:02.457" v="495"/>
          <ac:spMkLst>
            <pc:docMk/>
            <pc:sldMk cId="2948925827" sldId="315"/>
            <ac:spMk id="22" creationId="{00000000-0000-0000-0000-000000000000}"/>
          </ac:spMkLst>
        </pc:spChg>
        <pc:spChg chg="mod">
          <ac:chgData name="Mateusz Pomianek" userId="S::mpomianek@o365.prz.edu.pl::3d638ea4-2586-4d1a-a8fd-db8a3798db81" providerId="AD" clId="Web-{880FBBE1-B480-5C27-32E7-A9A8E2BCC9B9}" dt="2026-06-28T11:14:02.457" v="496"/>
          <ac:spMkLst>
            <pc:docMk/>
            <pc:sldMk cId="2948925827" sldId="315"/>
            <ac:spMk id="23" creationId="{00000000-0000-0000-0000-000000000000}"/>
          </ac:spMkLst>
        </pc:spChg>
        <pc:spChg chg="mod">
          <ac:chgData name="Mateusz Pomianek" userId="S::mpomianek@o365.prz.edu.pl::3d638ea4-2586-4d1a-a8fd-db8a3798db81" providerId="AD" clId="Web-{880FBBE1-B480-5C27-32E7-A9A8E2BCC9B9}" dt="2026-06-28T11:14:02.457" v="497"/>
          <ac:spMkLst>
            <pc:docMk/>
            <pc:sldMk cId="2948925827" sldId="315"/>
            <ac:spMk id="24" creationId="{00000000-0000-0000-0000-000000000000}"/>
          </ac:spMkLst>
        </pc:spChg>
        <pc:spChg chg="mod">
          <ac:chgData name="Mateusz Pomianek" userId="S::mpomianek@o365.prz.edu.pl::3d638ea4-2586-4d1a-a8fd-db8a3798db81" providerId="AD" clId="Web-{880FBBE1-B480-5C27-32E7-A9A8E2BCC9B9}" dt="2026-06-28T11:14:02.457" v="498"/>
          <ac:spMkLst>
            <pc:docMk/>
            <pc:sldMk cId="2948925827" sldId="315"/>
            <ac:spMk id="27" creationId="{00000000-0000-0000-0000-000000000000}"/>
          </ac:spMkLst>
        </pc:spChg>
        <pc:spChg chg="mod">
          <ac:chgData name="Mateusz Pomianek" userId="S::mpomianek@o365.prz.edu.pl::3d638ea4-2586-4d1a-a8fd-db8a3798db81" providerId="AD" clId="Web-{880FBBE1-B480-5C27-32E7-A9A8E2BCC9B9}" dt="2026-06-28T11:14:02.457" v="499"/>
          <ac:spMkLst>
            <pc:docMk/>
            <pc:sldMk cId="2948925827" sldId="315"/>
            <ac:spMk id="28" creationId="{00000000-0000-0000-0000-000000000000}"/>
          </ac:spMkLst>
        </pc:spChg>
        <pc:spChg chg="mod">
          <ac:chgData name="Mateusz Pomianek" userId="S::mpomianek@o365.prz.edu.pl::3d638ea4-2586-4d1a-a8fd-db8a3798db81" providerId="AD" clId="Web-{880FBBE1-B480-5C27-32E7-A9A8E2BCC9B9}" dt="2026-06-28T11:28:47.977" v="848" actId="1076"/>
          <ac:spMkLst>
            <pc:docMk/>
            <pc:sldMk cId="2948925827" sldId="315"/>
            <ac:spMk id="29" creationId="{00000000-0000-0000-0000-000000000000}"/>
          </ac:spMkLst>
        </pc:spChg>
        <pc:spChg chg="mod">
          <ac:chgData name="Mateusz Pomianek" userId="S::mpomianek@o365.prz.edu.pl::3d638ea4-2586-4d1a-a8fd-db8a3798db81" providerId="AD" clId="Web-{880FBBE1-B480-5C27-32E7-A9A8E2BCC9B9}" dt="2026-06-28T11:14:02.457" v="501"/>
          <ac:spMkLst>
            <pc:docMk/>
            <pc:sldMk cId="2948925827" sldId="315"/>
            <ac:spMk id="32" creationId="{00000000-0000-0000-0000-000000000000}"/>
          </ac:spMkLst>
        </pc:spChg>
        <pc:spChg chg="mod">
          <ac:chgData name="Mateusz Pomianek" userId="S::mpomianek@o365.prz.edu.pl::3d638ea4-2586-4d1a-a8fd-db8a3798db81" providerId="AD" clId="Web-{880FBBE1-B480-5C27-32E7-A9A8E2BCC9B9}" dt="2026-06-28T11:14:02.457" v="502"/>
          <ac:spMkLst>
            <pc:docMk/>
            <pc:sldMk cId="2948925827" sldId="315"/>
            <ac:spMk id="33" creationId="{00000000-0000-0000-0000-000000000000}"/>
          </ac:spMkLst>
        </pc:spChg>
        <pc:spChg chg="mod">
          <ac:chgData name="Mateusz Pomianek" userId="S::mpomianek@o365.prz.edu.pl::3d638ea4-2586-4d1a-a8fd-db8a3798db81" providerId="AD" clId="Web-{880FBBE1-B480-5C27-32E7-A9A8E2BCC9B9}" dt="2026-06-28T11:28:47.993" v="849" actId="1076"/>
          <ac:spMkLst>
            <pc:docMk/>
            <pc:sldMk cId="2948925827" sldId="315"/>
            <ac:spMk id="34" creationId="{00000000-0000-0000-0000-000000000000}"/>
          </ac:spMkLst>
        </pc:spChg>
        <pc:spChg chg="mod">
          <ac:chgData name="Mateusz Pomianek" userId="S::mpomianek@o365.prz.edu.pl::3d638ea4-2586-4d1a-a8fd-db8a3798db81" providerId="AD" clId="Web-{880FBBE1-B480-5C27-32E7-A9A8E2BCC9B9}" dt="2026-06-28T11:14:02.457" v="504"/>
          <ac:spMkLst>
            <pc:docMk/>
            <pc:sldMk cId="2948925827" sldId="315"/>
            <ac:spMk id="37" creationId="{00000000-0000-0000-0000-000000000000}"/>
          </ac:spMkLst>
        </pc:spChg>
        <pc:spChg chg="mod">
          <ac:chgData name="Mateusz Pomianek" userId="S::mpomianek@o365.prz.edu.pl::3d638ea4-2586-4d1a-a8fd-db8a3798db81" providerId="AD" clId="Web-{880FBBE1-B480-5C27-32E7-A9A8E2BCC9B9}" dt="2026-06-28T11:14:02.457" v="505"/>
          <ac:spMkLst>
            <pc:docMk/>
            <pc:sldMk cId="2948925827" sldId="315"/>
            <ac:spMk id="38" creationId="{00000000-0000-0000-0000-000000000000}"/>
          </ac:spMkLst>
        </pc:spChg>
        <pc:spChg chg="mod">
          <ac:chgData name="Mateusz Pomianek" userId="S::mpomianek@o365.prz.edu.pl::3d638ea4-2586-4d1a-a8fd-db8a3798db81" providerId="AD" clId="Web-{880FBBE1-B480-5C27-32E7-A9A8E2BCC9B9}" dt="2026-06-28T11:14:02.457" v="506"/>
          <ac:spMkLst>
            <pc:docMk/>
            <pc:sldMk cId="2948925827" sldId="315"/>
            <ac:spMk id="39" creationId="{00000000-0000-0000-0000-000000000000}"/>
          </ac:spMkLst>
        </pc:spChg>
        <pc:spChg chg="mod">
          <ac:chgData name="Mateusz Pomianek" userId="S::mpomianek@o365.prz.edu.pl::3d638ea4-2586-4d1a-a8fd-db8a3798db81" providerId="AD" clId="Web-{880FBBE1-B480-5C27-32E7-A9A8E2BCC9B9}" dt="2026-06-28T11:28:55.383" v="851" actId="20577"/>
          <ac:spMkLst>
            <pc:docMk/>
            <pc:sldMk cId="2948925827" sldId="315"/>
            <ac:spMk id="41" creationId="{00000000-0000-0000-0000-000000000000}"/>
          </ac:spMkLst>
        </pc:spChg>
      </pc:sldChg>
      <pc:sldChg chg="modSp add">
        <pc:chgData name="Mateusz Pomianek" userId="S::mpomianek@o365.prz.edu.pl::3d638ea4-2586-4d1a-a8fd-db8a3798db81" providerId="AD" clId="Web-{880FBBE1-B480-5C27-32E7-A9A8E2BCC9B9}" dt="2026-06-28T11:28:19.914" v="842" actId="20577"/>
        <pc:sldMkLst>
          <pc:docMk/>
          <pc:sldMk cId="3282247216" sldId="316"/>
        </pc:sldMkLst>
        <pc:spChg chg="mod">
          <ac:chgData name="Mateusz Pomianek" userId="S::mpomianek@o365.prz.edu.pl::3d638ea4-2586-4d1a-a8fd-db8a3798db81" providerId="AD" clId="Web-{880FBBE1-B480-5C27-32E7-A9A8E2BCC9B9}" dt="2026-06-28T11:14:28.566" v="558" actId="20577"/>
          <ac:spMkLst>
            <pc:docMk/>
            <pc:sldMk cId="3282247216" sldId="316"/>
            <ac:spMk id="3" creationId="{00000000-0000-0000-0000-000000000000}"/>
          </ac:spMkLst>
        </pc:spChg>
        <pc:spChg chg="mod">
          <ac:chgData name="Mateusz Pomianek" userId="S::mpomianek@o365.prz.edu.pl::3d638ea4-2586-4d1a-a8fd-db8a3798db81" providerId="AD" clId="Web-{880FBBE1-B480-5C27-32E7-A9A8E2BCC9B9}" dt="2026-06-28T11:14:31.175" v="559" actId="20577"/>
          <ac:spMkLst>
            <pc:docMk/>
            <pc:sldMk cId="3282247216" sldId="316"/>
            <ac:spMk id="4" creationId="{00000000-0000-0000-0000-000000000000}"/>
          </ac:spMkLst>
        </pc:spChg>
        <pc:spChg chg="mod">
          <ac:chgData name="Mateusz Pomianek" userId="S::mpomianek@o365.prz.edu.pl::3d638ea4-2586-4d1a-a8fd-db8a3798db81" providerId="AD" clId="Web-{880FBBE1-B480-5C27-32E7-A9A8E2BCC9B9}" dt="2026-06-28T11:14:25.394" v="536"/>
          <ac:spMkLst>
            <pc:docMk/>
            <pc:sldMk cId="3282247216" sldId="316"/>
            <ac:spMk id="7" creationId="{00000000-0000-0000-0000-000000000000}"/>
          </ac:spMkLst>
        </pc:spChg>
        <pc:spChg chg="mod">
          <ac:chgData name="Mateusz Pomianek" userId="S::mpomianek@o365.prz.edu.pl::3d638ea4-2586-4d1a-a8fd-db8a3798db81" providerId="AD" clId="Web-{880FBBE1-B480-5C27-32E7-A9A8E2BCC9B9}" dt="2026-06-28T11:27:57.164" v="836"/>
          <ac:spMkLst>
            <pc:docMk/>
            <pc:sldMk cId="3282247216" sldId="316"/>
            <ac:spMk id="8" creationId="{00000000-0000-0000-0000-000000000000}"/>
          </ac:spMkLst>
        </pc:spChg>
        <pc:spChg chg="mod">
          <ac:chgData name="Mateusz Pomianek" userId="S::mpomianek@o365.prz.edu.pl::3d638ea4-2586-4d1a-a8fd-db8a3798db81" providerId="AD" clId="Web-{880FBBE1-B480-5C27-32E7-A9A8E2BCC9B9}" dt="2026-06-28T11:14:25.394" v="538"/>
          <ac:spMkLst>
            <pc:docMk/>
            <pc:sldMk cId="3282247216" sldId="316"/>
            <ac:spMk id="9" creationId="{00000000-0000-0000-0000-000000000000}"/>
          </ac:spMkLst>
        </pc:spChg>
        <pc:spChg chg="mod">
          <ac:chgData name="Mateusz Pomianek" userId="S::mpomianek@o365.prz.edu.pl::3d638ea4-2586-4d1a-a8fd-db8a3798db81" providerId="AD" clId="Web-{880FBBE1-B480-5C27-32E7-A9A8E2BCC9B9}" dt="2026-06-28T11:14:25.394" v="539"/>
          <ac:spMkLst>
            <pc:docMk/>
            <pc:sldMk cId="3282247216" sldId="316"/>
            <ac:spMk id="12" creationId="{00000000-0000-0000-0000-000000000000}"/>
          </ac:spMkLst>
        </pc:spChg>
        <pc:spChg chg="mod">
          <ac:chgData name="Mateusz Pomianek" userId="S::mpomianek@o365.prz.edu.pl::3d638ea4-2586-4d1a-a8fd-db8a3798db81" providerId="AD" clId="Web-{880FBBE1-B480-5C27-32E7-A9A8E2BCC9B9}" dt="2026-06-28T11:28:03.414" v="841" actId="1076"/>
          <ac:spMkLst>
            <pc:docMk/>
            <pc:sldMk cId="3282247216" sldId="316"/>
            <ac:spMk id="13" creationId="{00000000-0000-0000-0000-000000000000}"/>
          </ac:spMkLst>
        </pc:spChg>
        <pc:spChg chg="mod">
          <ac:chgData name="Mateusz Pomianek" userId="S::mpomianek@o365.prz.edu.pl::3d638ea4-2586-4d1a-a8fd-db8a3798db81" providerId="AD" clId="Web-{880FBBE1-B480-5C27-32E7-A9A8E2BCC9B9}" dt="2026-06-28T11:14:25.394" v="541"/>
          <ac:spMkLst>
            <pc:docMk/>
            <pc:sldMk cId="3282247216" sldId="316"/>
            <ac:spMk id="14" creationId="{00000000-0000-0000-0000-000000000000}"/>
          </ac:spMkLst>
        </pc:spChg>
        <pc:spChg chg="mod">
          <ac:chgData name="Mateusz Pomianek" userId="S::mpomianek@o365.prz.edu.pl::3d638ea4-2586-4d1a-a8fd-db8a3798db81" providerId="AD" clId="Web-{880FBBE1-B480-5C27-32E7-A9A8E2BCC9B9}" dt="2026-06-28T11:14:25.394" v="542"/>
          <ac:spMkLst>
            <pc:docMk/>
            <pc:sldMk cId="3282247216" sldId="316"/>
            <ac:spMk id="17" creationId="{00000000-0000-0000-0000-000000000000}"/>
          </ac:spMkLst>
        </pc:spChg>
        <pc:spChg chg="mod">
          <ac:chgData name="Mateusz Pomianek" userId="S::mpomianek@o365.prz.edu.pl::3d638ea4-2586-4d1a-a8fd-db8a3798db81" providerId="AD" clId="Web-{880FBBE1-B480-5C27-32E7-A9A8E2BCC9B9}" dt="2026-06-28T11:27:57.164" v="837"/>
          <ac:spMkLst>
            <pc:docMk/>
            <pc:sldMk cId="3282247216" sldId="316"/>
            <ac:spMk id="18" creationId="{00000000-0000-0000-0000-000000000000}"/>
          </ac:spMkLst>
        </pc:spChg>
        <pc:spChg chg="mod">
          <ac:chgData name="Mateusz Pomianek" userId="S::mpomianek@o365.prz.edu.pl::3d638ea4-2586-4d1a-a8fd-db8a3798db81" providerId="AD" clId="Web-{880FBBE1-B480-5C27-32E7-A9A8E2BCC9B9}" dt="2026-06-28T11:14:25.394" v="544"/>
          <ac:spMkLst>
            <pc:docMk/>
            <pc:sldMk cId="3282247216" sldId="316"/>
            <ac:spMk id="19" creationId="{00000000-0000-0000-0000-000000000000}"/>
          </ac:spMkLst>
        </pc:spChg>
        <pc:spChg chg="mod">
          <ac:chgData name="Mateusz Pomianek" userId="S::mpomianek@o365.prz.edu.pl::3d638ea4-2586-4d1a-a8fd-db8a3798db81" providerId="AD" clId="Web-{880FBBE1-B480-5C27-32E7-A9A8E2BCC9B9}" dt="2026-06-28T11:14:25.394" v="545"/>
          <ac:spMkLst>
            <pc:docMk/>
            <pc:sldMk cId="3282247216" sldId="316"/>
            <ac:spMk id="22" creationId="{00000000-0000-0000-0000-000000000000}"/>
          </ac:spMkLst>
        </pc:spChg>
        <pc:spChg chg="mod">
          <ac:chgData name="Mateusz Pomianek" userId="S::mpomianek@o365.prz.edu.pl::3d638ea4-2586-4d1a-a8fd-db8a3798db81" providerId="AD" clId="Web-{880FBBE1-B480-5C27-32E7-A9A8E2BCC9B9}" dt="2026-06-28T11:27:39.660" v="833" actId="20577"/>
          <ac:spMkLst>
            <pc:docMk/>
            <pc:sldMk cId="3282247216" sldId="316"/>
            <ac:spMk id="23" creationId="{00000000-0000-0000-0000-000000000000}"/>
          </ac:spMkLst>
        </pc:spChg>
        <pc:spChg chg="mod">
          <ac:chgData name="Mateusz Pomianek" userId="S::mpomianek@o365.prz.edu.pl::3d638ea4-2586-4d1a-a8fd-db8a3798db81" providerId="AD" clId="Web-{880FBBE1-B480-5C27-32E7-A9A8E2BCC9B9}" dt="2026-06-28T11:14:25.394" v="547"/>
          <ac:spMkLst>
            <pc:docMk/>
            <pc:sldMk cId="3282247216" sldId="316"/>
            <ac:spMk id="24" creationId="{00000000-0000-0000-0000-000000000000}"/>
          </ac:spMkLst>
        </pc:spChg>
        <pc:spChg chg="mod">
          <ac:chgData name="Mateusz Pomianek" userId="S::mpomianek@o365.prz.edu.pl::3d638ea4-2586-4d1a-a8fd-db8a3798db81" providerId="AD" clId="Web-{880FBBE1-B480-5C27-32E7-A9A8E2BCC9B9}" dt="2026-06-28T11:14:25.394" v="548"/>
          <ac:spMkLst>
            <pc:docMk/>
            <pc:sldMk cId="3282247216" sldId="316"/>
            <ac:spMk id="27" creationId="{00000000-0000-0000-0000-000000000000}"/>
          </ac:spMkLst>
        </pc:spChg>
        <pc:spChg chg="mod">
          <ac:chgData name="Mateusz Pomianek" userId="S::mpomianek@o365.prz.edu.pl::3d638ea4-2586-4d1a-a8fd-db8a3798db81" providerId="AD" clId="Web-{880FBBE1-B480-5C27-32E7-A9A8E2BCC9B9}" dt="2026-06-28T11:27:57.164" v="838"/>
          <ac:spMkLst>
            <pc:docMk/>
            <pc:sldMk cId="3282247216" sldId="316"/>
            <ac:spMk id="28" creationId="{00000000-0000-0000-0000-000000000000}"/>
          </ac:spMkLst>
        </pc:spChg>
        <pc:spChg chg="mod">
          <ac:chgData name="Mateusz Pomianek" userId="S::mpomianek@o365.prz.edu.pl::3d638ea4-2586-4d1a-a8fd-db8a3798db81" providerId="AD" clId="Web-{880FBBE1-B480-5C27-32E7-A9A8E2BCC9B9}" dt="2026-06-28T11:14:25.394" v="550"/>
          <ac:spMkLst>
            <pc:docMk/>
            <pc:sldMk cId="3282247216" sldId="316"/>
            <ac:spMk id="29" creationId="{00000000-0000-0000-0000-000000000000}"/>
          </ac:spMkLst>
        </pc:spChg>
        <pc:spChg chg="mod">
          <ac:chgData name="Mateusz Pomianek" userId="S::mpomianek@o365.prz.edu.pl::3d638ea4-2586-4d1a-a8fd-db8a3798db81" providerId="AD" clId="Web-{880FBBE1-B480-5C27-32E7-A9A8E2BCC9B9}" dt="2026-06-28T11:14:25.394" v="551"/>
          <ac:spMkLst>
            <pc:docMk/>
            <pc:sldMk cId="3282247216" sldId="316"/>
            <ac:spMk id="32" creationId="{00000000-0000-0000-0000-000000000000}"/>
          </ac:spMkLst>
        </pc:spChg>
        <pc:spChg chg="mod">
          <ac:chgData name="Mateusz Pomianek" userId="S::mpomianek@o365.prz.edu.pl::3d638ea4-2586-4d1a-a8fd-db8a3798db81" providerId="AD" clId="Web-{880FBBE1-B480-5C27-32E7-A9A8E2BCC9B9}" dt="2026-06-28T11:27:57.164" v="839"/>
          <ac:spMkLst>
            <pc:docMk/>
            <pc:sldMk cId="3282247216" sldId="316"/>
            <ac:spMk id="33" creationId="{00000000-0000-0000-0000-000000000000}"/>
          </ac:spMkLst>
        </pc:spChg>
        <pc:spChg chg="mod">
          <ac:chgData name="Mateusz Pomianek" userId="S::mpomianek@o365.prz.edu.pl::3d638ea4-2586-4d1a-a8fd-db8a3798db81" providerId="AD" clId="Web-{880FBBE1-B480-5C27-32E7-A9A8E2BCC9B9}" dt="2026-06-28T11:14:25.394" v="553"/>
          <ac:spMkLst>
            <pc:docMk/>
            <pc:sldMk cId="3282247216" sldId="316"/>
            <ac:spMk id="34" creationId="{00000000-0000-0000-0000-000000000000}"/>
          </ac:spMkLst>
        </pc:spChg>
        <pc:spChg chg="mod">
          <ac:chgData name="Mateusz Pomianek" userId="S::mpomianek@o365.prz.edu.pl::3d638ea4-2586-4d1a-a8fd-db8a3798db81" providerId="AD" clId="Web-{880FBBE1-B480-5C27-32E7-A9A8E2BCC9B9}" dt="2026-06-28T11:14:25.410" v="554"/>
          <ac:spMkLst>
            <pc:docMk/>
            <pc:sldMk cId="3282247216" sldId="316"/>
            <ac:spMk id="37" creationId="{00000000-0000-0000-0000-000000000000}"/>
          </ac:spMkLst>
        </pc:spChg>
        <pc:spChg chg="mod">
          <ac:chgData name="Mateusz Pomianek" userId="S::mpomianek@o365.prz.edu.pl::3d638ea4-2586-4d1a-a8fd-db8a3798db81" providerId="AD" clId="Web-{880FBBE1-B480-5C27-32E7-A9A8E2BCC9B9}" dt="2026-06-28T11:27:57.258" v="840"/>
          <ac:spMkLst>
            <pc:docMk/>
            <pc:sldMk cId="3282247216" sldId="316"/>
            <ac:spMk id="38" creationId="{00000000-0000-0000-0000-000000000000}"/>
          </ac:spMkLst>
        </pc:spChg>
        <pc:spChg chg="mod">
          <ac:chgData name="Mateusz Pomianek" userId="S::mpomianek@o365.prz.edu.pl::3d638ea4-2586-4d1a-a8fd-db8a3798db81" providerId="AD" clId="Web-{880FBBE1-B480-5C27-32E7-A9A8E2BCC9B9}" dt="2026-06-28T11:14:25.410" v="556"/>
          <ac:spMkLst>
            <pc:docMk/>
            <pc:sldMk cId="3282247216" sldId="316"/>
            <ac:spMk id="39" creationId="{00000000-0000-0000-0000-000000000000}"/>
          </ac:spMkLst>
        </pc:spChg>
        <pc:spChg chg="mod">
          <ac:chgData name="Mateusz Pomianek" userId="S::mpomianek@o365.prz.edu.pl::3d638ea4-2586-4d1a-a8fd-db8a3798db81" providerId="AD" clId="Web-{880FBBE1-B480-5C27-32E7-A9A8E2BCC9B9}" dt="2026-06-28T11:28:19.914" v="842" actId="20577"/>
          <ac:spMkLst>
            <pc:docMk/>
            <pc:sldMk cId="3282247216" sldId="316"/>
            <ac:spMk id="41" creationId="{00000000-0000-0000-0000-000000000000}"/>
          </ac:spMkLst>
        </pc:spChg>
      </pc:sldChg>
      <pc:sldChg chg="addSp delSp modSp add">
        <pc:chgData name="Mateusz Pomianek" userId="S::mpomianek@o365.prz.edu.pl::3d638ea4-2586-4d1a-a8fd-db8a3798db81" providerId="AD" clId="Web-{880FBBE1-B480-5C27-32E7-A9A8E2BCC9B9}" dt="2026-06-28T11:17:32.034" v="651"/>
        <pc:sldMkLst>
          <pc:docMk/>
          <pc:sldMk cId="1444233022" sldId="317"/>
        </pc:sldMkLst>
        <pc:spChg chg="mod">
          <ac:chgData name="Mateusz Pomianek" userId="S::mpomianek@o365.prz.edu.pl::3d638ea4-2586-4d1a-a8fd-db8a3798db81" providerId="AD" clId="Web-{880FBBE1-B480-5C27-32E7-A9A8E2BCC9B9}" dt="2026-06-28T11:15:01.582" v="621" actId="20577"/>
          <ac:spMkLst>
            <pc:docMk/>
            <pc:sldMk cId="1444233022" sldId="317"/>
            <ac:spMk id="3" creationId="{00000000-0000-0000-0000-000000000000}"/>
          </ac:spMkLst>
        </pc:spChg>
        <pc:spChg chg="mod">
          <ac:chgData name="Mateusz Pomianek" userId="S::mpomianek@o365.prz.edu.pl::3d638ea4-2586-4d1a-a8fd-db8a3798db81" providerId="AD" clId="Web-{880FBBE1-B480-5C27-32E7-A9A8E2BCC9B9}" dt="2026-06-28T11:15:00.582" v="620" actId="20577"/>
          <ac:spMkLst>
            <pc:docMk/>
            <pc:sldMk cId="1444233022" sldId="317"/>
            <ac:spMk id="4" creationId="{00000000-0000-0000-0000-000000000000}"/>
          </ac:spMkLst>
        </pc:spChg>
        <pc:spChg chg="mod">
          <ac:chgData name="Mateusz Pomianek" userId="S::mpomianek@o365.prz.edu.pl::3d638ea4-2586-4d1a-a8fd-db8a3798db81" providerId="AD" clId="Web-{880FBBE1-B480-5C27-32E7-A9A8E2BCC9B9}" dt="2026-06-28T11:14:49.004" v="604"/>
          <ac:spMkLst>
            <pc:docMk/>
            <pc:sldMk cId="1444233022" sldId="317"/>
            <ac:spMk id="6" creationId="{00000000-0000-0000-0000-000000000000}"/>
          </ac:spMkLst>
        </pc:spChg>
        <pc:spChg chg="mod">
          <ac:chgData name="Mateusz Pomianek" userId="S::mpomianek@o365.prz.edu.pl::3d638ea4-2586-4d1a-a8fd-db8a3798db81" providerId="AD" clId="Web-{880FBBE1-B480-5C27-32E7-A9A8E2BCC9B9}" dt="2026-06-28T11:14:55.769" v="616" actId="20577"/>
          <ac:spMkLst>
            <pc:docMk/>
            <pc:sldMk cId="1444233022" sldId="317"/>
            <ac:spMk id="7" creationId="{00000000-0000-0000-0000-000000000000}"/>
          </ac:spMkLst>
        </pc:spChg>
        <pc:spChg chg="mod">
          <ac:chgData name="Mateusz Pomianek" userId="S::mpomianek@o365.prz.edu.pl::3d638ea4-2586-4d1a-a8fd-db8a3798db81" providerId="AD" clId="Web-{880FBBE1-B480-5C27-32E7-A9A8E2BCC9B9}" dt="2026-06-28T11:14:49.004" v="606"/>
          <ac:spMkLst>
            <pc:docMk/>
            <pc:sldMk cId="1444233022" sldId="317"/>
            <ac:spMk id="9" creationId="{00000000-0000-0000-0000-000000000000}"/>
          </ac:spMkLst>
        </pc:spChg>
        <pc:spChg chg="mod">
          <ac:chgData name="Mateusz Pomianek" userId="S::mpomianek@o365.prz.edu.pl::3d638ea4-2586-4d1a-a8fd-db8a3798db81" providerId="AD" clId="Web-{880FBBE1-B480-5C27-32E7-A9A8E2BCC9B9}" dt="2026-06-28T11:14:58.816" v="618" actId="20577"/>
          <ac:spMkLst>
            <pc:docMk/>
            <pc:sldMk cId="1444233022" sldId="317"/>
            <ac:spMk id="10" creationId="{00000000-0000-0000-0000-000000000000}"/>
          </ac:spMkLst>
        </pc:spChg>
        <pc:spChg chg="mod">
          <ac:chgData name="Mateusz Pomianek" userId="S::mpomianek@o365.prz.edu.pl::3d638ea4-2586-4d1a-a8fd-db8a3798db81" providerId="AD" clId="Web-{880FBBE1-B480-5C27-32E7-A9A8E2BCC9B9}" dt="2026-06-28T11:17:18.409" v="649"/>
          <ac:spMkLst>
            <pc:docMk/>
            <pc:sldMk cId="1444233022" sldId="317"/>
            <ac:spMk id="11" creationId="{00000000-0000-0000-0000-000000000000}"/>
          </ac:spMkLst>
        </pc:spChg>
        <pc:spChg chg="del mod">
          <ac:chgData name="Mateusz Pomianek" userId="S::mpomianek@o365.prz.edu.pl::3d638ea4-2586-4d1a-a8fd-db8a3798db81" providerId="AD" clId="Web-{880FBBE1-B480-5C27-32E7-A9A8E2BCC9B9}" dt="2026-06-28T11:16:53.769" v="644"/>
          <ac:spMkLst>
            <pc:docMk/>
            <pc:sldMk cId="1444233022" sldId="317"/>
            <ac:spMk id="12" creationId="{00000000-0000-0000-0000-000000000000}"/>
          </ac:spMkLst>
        </pc:spChg>
        <pc:spChg chg="mod">
          <ac:chgData name="Mateusz Pomianek" userId="S::mpomianek@o365.prz.edu.pl::3d638ea4-2586-4d1a-a8fd-db8a3798db81" providerId="AD" clId="Web-{880FBBE1-B480-5C27-32E7-A9A8E2BCC9B9}" dt="2026-06-28T11:17:12.019" v="648" actId="1076"/>
          <ac:spMkLst>
            <pc:docMk/>
            <pc:sldMk cId="1444233022" sldId="317"/>
            <ac:spMk id="13" creationId="{00000000-0000-0000-0000-000000000000}"/>
          </ac:spMkLst>
        </pc:spChg>
        <pc:spChg chg="mod">
          <ac:chgData name="Mateusz Pomianek" userId="S::mpomianek@o365.prz.edu.pl::3d638ea4-2586-4d1a-a8fd-db8a3798db81" providerId="AD" clId="Web-{880FBBE1-B480-5C27-32E7-A9A8E2BCC9B9}" dt="2026-06-28T11:17:09.190" v="647" actId="1076"/>
          <ac:spMkLst>
            <pc:docMk/>
            <pc:sldMk cId="1444233022" sldId="317"/>
            <ac:spMk id="14" creationId="{00000000-0000-0000-0000-000000000000}"/>
          </ac:spMkLst>
        </pc:spChg>
        <pc:spChg chg="mod">
          <ac:chgData name="Mateusz Pomianek" userId="S::mpomianek@o365.prz.edu.pl::3d638ea4-2586-4d1a-a8fd-db8a3798db81" providerId="AD" clId="Web-{880FBBE1-B480-5C27-32E7-A9A8E2BCC9B9}" dt="2026-06-28T11:15:09.050" v="623" actId="14100"/>
          <ac:spMkLst>
            <pc:docMk/>
            <pc:sldMk cId="1444233022" sldId="317"/>
            <ac:spMk id="15" creationId="{00000000-0000-0000-0000-000000000000}"/>
          </ac:spMkLst>
        </pc:spChg>
        <pc:spChg chg="mod">
          <ac:chgData name="Mateusz Pomianek" userId="S::mpomianek@o365.prz.edu.pl::3d638ea4-2586-4d1a-a8fd-db8a3798db81" providerId="AD" clId="Web-{880FBBE1-B480-5C27-32E7-A9A8E2BCC9B9}" dt="2026-06-28T11:15:13.441" v="625" actId="14100"/>
          <ac:spMkLst>
            <pc:docMk/>
            <pc:sldMk cId="1444233022" sldId="317"/>
            <ac:spMk id="16" creationId="{00000000-0000-0000-0000-000000000000}"/>
          </ac:spMkLst>
        </pc:spChg>
        <pc:spChg chg="mod">
          <ac:chgData name="Mateusz Pomianek" userId="S::mpomianek@o365.prz.edu.pl::3d638ea4-2586-4d1a-a8fd-db8a3798db81" providerId="AD" clId="Web-{880FBBE1-B480-5C27-32E7-A9A8E2BCC9B9}" dt="2026-06-28T11:14:49.004" v="611"/>
          <ac:spMkLst>
            <pc:docMk/>
            <pc:sldMk cId="1444233022" sldId="317"/>
            <ac:spMk id="18" creationId="{00000000-0000-0000-0000-000000000000}"/>
          </ac:spMkLst>
        </pc:spChg>
        <pc:spChg chg="mod">
          <ac:chgData name="Mateusz Pomianek" userId="S::mpomianek@o365.prz.edu.pl::3d638ea4-2586-4d1a-a8fd-db8a3798db81" providerId="AD" clId="Web-{880FBBE1-B480-5C27-32E7-A9A8E2BCC9B9}" dt="2026-06-28T11:14:49.019" v="612"/>
          <ac:spMkLst>
            <pc:docMk/>
            <pc:sldMk cId="1444233022" sldId="317"/>
            <ac:spMk id="19" creationId="{00000000-0000-0000-0000-000000000000}"/>
          </ac:spMkLst>
        </pc:spChg>
        <pc:spChg chg="mod">
          <ac:chgData name="Mateusz Pomianek" userId="S::mpomianek@o365.prz.edu.pl::3d638ea4-2586-4d1a-a8fd-db8a3798db81" providerId="AD" clId="Web-{880FBBE1-B480-5C27-32E7-A9A8E2BCC9B9}" dt="2026-06-28T11:14:49.019" v="613"/>
          <ac:spMkLst>
            <pc:docMk/>
            <pc:sldMk cId="1444233022" sldId="317"/>
            <ac:spMk id="21" creationId="{00000000-0000-0000-0000-000000000000}"/>
          </ac:spMkLst>
        </pc:spChg>
        <pc:spChg chg="mod">
          <ac:chgData name="Mateusz Pomianek" userId="S::mpomianek@o365.prz.edu.pl::3d638ea4-2586-4d1a-a8fd-db8a3798db81" providerId="AD" clId="Web-{880FBBE1-B480-5C27-32E7-A9A8E2BCC9B9}" dt="2026-06-28T11:14:49.160" v="614"/>
          <ac:spMkLst>
            <pc:docMk/>
            <pc:sldMk cId="1444233022" sldId="317"/>
            <ac:spMk id="22" creationId="{00000000-0000-0000-0000-000000000000}"/>
          </ac:spMkLst>
        </pc:spChg>
        <pc:cxnChg chg="add mod">
          <ac:chgData name="Mateusz Pomianek" userId="S::mpomianek@o365.prz.edu.pl::3d638ea4-2586-4d1a-a8fd-db8a3798db81" providerId="AD" clId="Web-{880FBBE1-B480-5C27-32E7-A9A8E2BCC9B9}" dt="2026-06-28T11:17:32.034" v="651"/>
          <ac:cxnSpMkLst>
            <pc:docMk/>
            <pc:sldMk cId="1444233022" sldId="317"/>
            <ac:cxnSpMk id="24" creationId="{0283D57C-8BEB-DFCD-4AA1-6589391F12F1}"/>
          </ac:cxnSpMkLst>
        </pc:cxnChg>
      </pc:sldChg>
      <pc:sldChg chg="modSp add">
        <pc:chgData name="Mateusz Pomianek" userId="S::mpomianek@o365.prz.edu.pl::3d638ea4-2586-4d1a-a8fd-db8a3798db81" providerId="AD" clId="Web-{880FBBE1-B480-5C27-32E7-A9A8E2BCC9B9}" dt="2026-06-28T11:20:16.612" v="724" actId="20577"/>
        <pc:sldMkLst>
          <pc:docMk/>
          <pc:sldMk cId="4268409134" sldId="318"/>
        </pc:sldMkLst>
        <pc:spChg chg="mod">
          <ac:chgData name="Mateusz Pomianek" userId="S::mpomianek@o365.prz.edu.pl::3d638ea4-2586-4d1a-a8fd-db8a3798db81" providerId="AD" clId="Web-{880FBBE1-B480-5C27-32E7-A9A8E2BCC9B9}" dt="2026-06-28T11:17:48.362" v="652" actId="20577"/>
          <ac:spMkLst>
            <pc:docMk/>
            <pc:sldMk cId="4268409134" sldId="318"/>
            <ac:spMk id="3" creationId="{00000000-0000-0000-0000-000000000000}"/>
          </ac:spMkLst>
        </pc:spChg>
        <pc:spChg chg="mod">
          <ac:chgData name="Mateusz Pomianek" userId="S::mpomianek@o365.prz.edu.pl::3d638ea4-2586-4d1a-a8fd-db8a3798db81" providerId="AD" clId="Web-{880FBBE1-B480-5C27-32E7-A9A8E2BCC9B9}" dt="2026-06-28T11:17:51.003" v="653" actId="20577"/>
          <ac:spMkLst>
            <pc:docMk/>
            <pc:sldMk cId="4268409134" sldId="318"/>
            <ac:spMk id="4" creationId="{00000000-0000-0000-0000-000000000000}"/>
          </ac:spMkLst>
        </pc:spChg>
        <pc:spChg chg="mod">
          <ac:chgData name="Mateusz Pomianek" userId="S::mpomianek@o365.prz.edu.pl::3d638ea4-2586-4d1a-a8fd-db8a3798db81" providerId="AD" clId="Web-{880FBBE1-B480-5C27-32E7-A9A8E2BCC9B9}" dt="2026-06-28T11:19:48.565" v="717" actId="20577"/>
          <ac:spMkLst>
            <pc:docMk/>
            <pc:sldMk cId="4268409134" sldId="318"/>
            <ac:spMk id="8" creationId="{00000000-0000-0000-0000-000000000000}"/>
          </ac:spMkLst>
        </pc:spChg>
        <pc:spChg chg="mod">
          <ac:chgData name="Mateusz Pomianek" userId="S::mpomianek@o365.prz.edu.pl::3d638ea4-2586-4d1a-a8fd-db8a3798db81" providerId="AD" clId="Web-{880FBBE1-B480-5C27-32E7-A9A8E2BCC9B9}" dt="2026-06-28T11:20:16.612" v="724" actId="20577"/>
          <ac:spMkLst>
            <pc:docMk/>
            <pc:sldMk cId="4268409134" sldId="318"/>
            <ac:spMk id="9" creationId="{00000000-0000-0000-0000-000000000000}"/>
          </ac:spMkLst>
        </pc:spChg>
        <pc:spChg chg="mod">
          <ac:chgData name="Mateusz Pomianek" userId="S::mpomianek@o365.prz.edu.pl::3d638ea4-2586-4d1a-a8fd-db8a3798db81" providerId="AD" clId="Web-{880FBBE1-B480-5C27-32E7-A9A8E2BCC9B9}" dt="2026-06-28T11:19:44.924" v="715" actId="20577"/>
          <ac:spMkLst>
            <pc:docMk/>
            <pc:sldMk cId="4268409134" sldId="318"/>
            <ac:spMk id="10" creationId="{00000000-0000-0000-0000-000000000000}"/>
          </ac:spMkLst>
        </pc:spChg>
        <pc:spChg chg="mod">
          <ac:chgData name="Mateusz Pomianek" userId="S::mpomianek@o365.prz.edu.pl::3d638ea4-2586-4d1a-a8fd-db8a3798db81" providerId="AD" clId="Web-{880FBBE1-B480-5C27-32E7-A9A8E2BCC9B9}" dt="2026-06-28T11:19:21.127" v="705" actId="14100"/>
          <ac:spMkLst>
            <pc:docMk/>
            <pc:sldMk cId="4268409134" sldId="318"/>
            <ac:spMk id="12" creationId="{00000000-0000-0000-0000-000000000000}"/>
          </ac:spMkLst>
        </pc:spChg>
        <pc:spChg chg="mod">
          <ac:chgData name="Mateusz Pomianek" userId="S::mpomianek@o365.prz.edu.pl::3d638ea4-2586-4d1a-a8fd-db8a3798db81" providerId="AD" clId="Web-{880FBBE1-B480-5C27-32E7-A9A8E2BCC9B9}" dt="2026-06-28T11:19:21.159" v="706" actId="14100"/>
          <ac:spMkLst>
            <pc:docMk/>
            <pc:sldMk cId="4268409134" sldId="318"/>
            <ac:spMk id="14" creationId="{00000000-0000-0000-0000-000000000000}"/>
          </ac:spMkLst>
        </pc:spChg>
        <pc:spChg chg="mod">
          <ac:chgData name="Mateusz Pomianek" userId="S::mpomianek@o365.prz.edu.pl::3d638ea4-2586-4d1a-a8fd-db8a3798db81" providerId="AD" clId="Web-{880FBBE1-B480-5C27-32E7-A9A8E2BCC9B9}" dt="2026-06-28T11:19:26.455" v="707" actId="14100"/>
          <ac:spMkLst>
            <pc:docMk/>
            <pc:sldMk cId="4268409134" sldId="318"/>
            <ac:spMk id="16" creationId="{00000000-0000-0000-0000-000000000000}"/>
          </ac:spMkLst>
        </pc:spChg>
        <pc:spChg chg="mod">
          <ac:chgData name="Mateusz Pomianek" userId="S::mpomianek@o365.prz.edu.pl::3d638ea4-2586-4d1a-a8fd-db8a3798db81" providerId="AD" clId="Web-{880FBBE1-B480-5C27-32E7-A9A8E2BCC9B9}" dt="2026-06-28T11:19:26.471" v="708" actId="14100"/>
          <ac:spMkLst>
            <pc:docMk/>
            <pc:sldMk cId="4268409134" sldId="318"/>
            <ac:spMk id="18" creationId="{00000000-0000-0000-0000-000000000000}"/>
          </ac:spMkLst>
        </pc:spChg>
        <pc:spChg chg="mod">
          <ac:chgData name="Mateusz Pomianek" userId="S::mpomianek@o365.prz.edu.pl::3d638ea4-2586-4d1a-a8fd-db8a3798db81" providerId="AD" clId="Web-{880FBBE1-B480-5C27-32E7-A9A8E2BCC9B9}" dt="2026-06-28T11:19:31.080" v="709" actId="14100"/>
          <ac:spMkLst>
            <pc:docMk/>
            <pc:sldMk cId="4268409134" sldId="318"/>
            <ac:spMk id="20" creationId="{00000000-0000-0000-0000-000000000000}"/>
          </ac:spMkLst>
        </pc:spChg>
        <pc:spChg chg="mod">
          <ac:chgData name="Mateusz Pomianek" userId="S::mpomianek@o365.prz.edu.pl::3d638ea4-2586-4d1a-a8fd-db8a3798db81" providerId="AD" clId="Web-{880FBBE1-B480-5C27-32E7-A9A8E2BCC9B9}" dt="2026-06-28T11:19:31.112" v="710" actId="14100"/>
          <ac:spMkLst>
            <pc:docMk/>
            <pc:sldMk cId="4268409134" sldId="318"/>
            <ac:spMk id="22" creationId="{00000000-0000-0000-0000-000000000000}"/>
          </ac:spMkLst>
        </pc:spChg>
        <pc:spChg chg="mod">
          <ac:chgData name="Mateusz Pomianek" userId="S::mpomianek@o365.prz.edu.pl::3d638ea4-2586-4d1a-a8fd-db8a3798db81" providerId="AD" clId="Web-{880FBBE1-B480-5C27-32E7-A9A8E2BCC9B9}" dt="2026-06-28T11:19:40.346" v="714" actId="14100"/>
          <ac:spMkLst>
            <pc:docMk/>
            <pc:sldMk cId="4268409134" sldId="318"/>
            <ac:spMk id="24" creationId="{00000000-0000-0000-0000-000000000000}"/>
          </ac:spMkLst>
        </pc:spChg>
        <pc:spChg chg="mod">
          <ac:chgData name="Mateusz Pomianek" userId="S::mpomianek@o365.prz.edu.pl::3d638ea4-2586-4d1a-a8fd-db8a3798db81" providerId="AD" clId="Web-{880FBBE1-B480-5C27-32E7-A9A8E2BCC9B9}" dt="2026-06-28T11:18:16.018" v="664" actId="20577"/>
          <ac:spMkLst>
            <pc:docMk/>
            <pc:sldMk cId="4268409134" sldId="318"/>
            <ac:spMk id="26" creationId="{00000000-0000-0000-0000-000000000000}"/>
          </ac:spMkLst>
        </pc:spChg>
        <pc:spChg chg="mod">
          <ac:chgData name="Mateusz Pomianek" userId="S::mpomianek@o365.prz.edu.pl::3d638ea4-2586-4d1a-a8fd-db8a3798db81" providerId="AD" clId="Web-{880FBBE1-B480-5C27-32E7-A9A8E2BCC9B9}" dt="2026-06-28T11:18:22.737" v="667" actId="20577"/>
          <ac:spMkLst>
            <pc:docMk/>
            <pc:sldMk cId="4268409134" sldId="318"/>
            <ac:spMk id="27" creationId="{00000000-0000-0000-0000-000000000000}"/>
          </ac:spMkLst>
        </pc:spChg>
        <pc:spChg chg="mod">
          <ac:chgData name="Mateusz Pomianek" userId="S::mpomianek@o365.prz.edu.pl::3d638ea4-2586-4d1a-a8fd-db8a3798db81" providerId="AD" clId="Web-{880FBBE1-B480-5C27-32E7-A9A8E2BCC9B9}" dt="2026-06-28T11:18:30.096" v="671" actId="20577"/>
          <ac:spMkLst>
            <pc:docMk/>
            <pc:sldMk cId="4268409134" sldId="318"/>
            <ac:spMk id="29" creationId="{00000000-0000-0000-0000-000000000000}"/>
          </ac:spMkLst>
        </pc:spChg>
        <pc:spChg chg="mod">
          <ac:chgData name="Mateusz Pomianek" userId="S::mpomianek@o365.prz.edu.pl::3d638ea4-2586-4d1a-a8fd-db8a3798db81" providerId="AD" clId="Web-{880FBBE1-B480-5C27-32E7-A9A8E2BCC9B9}" dt="2026-06-28T11:18:26.674" v="669" actId="20577"/>
          <ac:spMkLst>
            <pc:docMk/>
            <pc:sldMk cId="4268409134" sldId="318"/>
            <ac:spMk id="30" creationId="{00000000-0000-0000-0000-000000000000}"/>
          </ac:spMkLst>
        </pc:spChg>
        <pc:spChg chg="mod">
          <ac:chgData name="Mateusz Pomianek" userId="S::mpomianek@o365.prz.edu.pl::3d638ea4-2586-4d1a-a8fd-db8a3798db81" providerId="AD" clId="Web-{880FBBE1-B480-5C27-32E7-A9A8E2BCC9B9}" dt="2026-06-28T11:18:34.237" v="674" actId="20577"/>
          <ac:spMkLst>
            <pc:docMk/>
            <pc:sldMk cId="4268409134" sldId="318"/>
            <ac:spMk id="32" creationId="{00000000-0000-0000-0000-000000000000}"/>
          </ac:spMkLst>
        </pc:spChg>
      </pc:sldChg>
      <pc:sldChg chg="modSp add">
        <pc:chgData name="Mateusz Pomianek" userId="S::mpomianek@o365.prz.edu.pl::3d638ea4-2586-4d1a-a8fd-db8a3798db81" providerId="AD" clId="Web-{880FBBE1-B480-5C27-32E7-A9A8E2BCC9B9}" dt="2026-06-28T11:25:05.361" v="753"/>
        <pc:sldMkLst>
          <pc:docMk/>
          <pc:sldMk cId="757004000" sldId="319"/>
        </pc:sldMkLst>
        <pc:spChg chg="mod">
          <ac:chgData name="Mateusz Pomianek" userId="S::mpomianek@o365.prz.edu.pl::3d638ea4-2586-4d1a-a8fd-db8a3798db81" providerId="AD" clId="Web-{880FBBE1-B480-5C27-32E7-A9A8E2BCC9B9}" dt="2026-06-28T11:24:47.533" v="747" actId="20577"/>
          <ac:spMkLst>
            <pc:docMk/>
            <pc:sldMk cId="757004000" sldId="319"/>
            <ac:spMk id="3" creationId="{00000000-0000-0000-0000-000000000000}"/>
          </ac:spMkLst>
        </pc:spChg>
        <pc:spChg chg="mod">
          <ac:chgData name="Mateusz Pomianek" userId="S::mpomianek@o365.prz.edu.pl::3d638ea4-2586-4d1a-a8fd-db8a3798db81" providerId="AD" clId="Web-{880FBBE1-B480-5C27-32E7-A9A8E2BCC9B9}" dt="2026-06-28T11:24:45.080" v="746" actId="20577"/>
          <ac:spMkLst>
            <pc:docMk/>
            <pc:sldMk cId="757004000" sldId="319"/>
            <ac:spMk id="4" creationId="{00000000-0000-0000-0000-000000000000}"/>
          </ac:spMkLst>
        </pc:spChg>
        <pc:spChg chg="ord">
          <ac:chgData name="Mateusz Pomianek" userId="S::mpomianek@o365.prz.edu.pl::3d638ea4-2586-4d1a-a8fd-db8a3798db81" providerId="AD" clId="Web-{880FBBE1-B480-5C27-32E7-A9A8E2BCC9B9}" dt="2026-06-28T11:25:05.361" v="753"/>
          <ac:spMkLst>
            <pc:docMk/>
            <pc:sldMk cId="757004000" sldId="319"/>
            <ac:spMk id="6" creationId="{00000000-0000-0000-0000-000000000000}"/>
          </ac:spMkLst>
        </pc:spChg>
        <pc:spChg chg="mod">
          <ac:chgData name="Mateusz Pomianek" userId="S::mpomianek@o365.prz.edu.pl::3d638ea4-2586-4d1a-a8fd-db8a3798db81" providerId="AD" clId="Web-{880FBBE1-B480-5C27-32E7-A9A8E2BCC9B9}" dt="2026-06-28T11:24:34.752" v="744" actId="14100"/>
          <ac:spMkLst>
            <pc:docMk/>
            <pc:sldMk cId="757004000" sldId="319"/>
            <ac:spMk id="7" creationId="{00000000-0000-0000-0000-000000000000}"/>
          </ac:spMkLst>
        </pc:spChg>
        <pc:spChg chg="mod">
          <ac:chgData name="Mateusz Pomianek" userId="S::mpomianek@o365.prz.edu.pl::3d638ea4-2586-4d1a-a8fd-db8a3798db81" providerId="AD" clId="Web-{880FBBE1-B480-5C27-32E7-A9A8E2BCC9B9}" dt="2026-06-28T11:24:26.127" v="741" actId="14100"/>
          <ac:spMkLst>
            <pc:docMk/>
            <pc:sldMk cId="757004000" sldId="319"/>
            <ac:spMk id="8" creationId="{00000000-0000-0000-0000-000000000000}"/>
          </ac:spMkLst>
        </pc:spChg>
        <pc:spChg chg="mod">
          <ac:chgData name="Mateusz Pomianek" userId="S::mpomianek@o365.prz.edu.pl::3d638ea4-2586-4d1a-a8fd-db8a3798db81" providerId="AD" clId="Web-{880FBBE1-B480-5C27-32E7-A9A8E2BCC9B9}" dt="2026-06-28T11:24:12.658" v="734" actId="20577"/>
          <ac:spMkLst>
            <pc:docMk/>
            <pc:sldMk cId="757004000" sldId="319"/>
            <ac:spMk id="10" creationId="{00000000-0000-0000-0000-000000000000}"/>
          </ac:spMkLst>
        </pc:spChg>
        <pc:spChg chg="mod">
          <ac:chgData name="Mateusz Pomianek" userId="S::mpomianek@o365.prz.edu.pl::3d638ea4-2586-4d1a-a8fd-db8a3798db81" providerId="AD" clId="Web-{880FBBE1-B480-5C27-32E7-A9A8E2BCC9B9}" dt="2026-06-28T11:24:26.143" v="742" actId="14100"/>
          <ac:spMkLst>
            <pc:docMk/>
            <pc:sldMk cId="757004000" sldId="319"/>
            <ac:spMk id="11" creationId="{00000000-0000-0000-0000-000000000000}"/>
          </ac:spMkLst>
        </pc:spChg>
        <pc:spChg chg="mod">
          <ac:chgData name="Mateusz Pomianek" userId="S::mpomianek@o365.prz.edu.pl::3d638ea4-2586-4d1a-a8fd-db8a3798db81" providerId="AD" clId="Web-{880FBBE1-B480-5C27-32E7-A9A8E2BCC9B9}" dt="2026-06-28T11:25:00.142" v="752" actId="14100"/>
          <ac:spMkLst>
            <pc:docMk/>
            <pc:sldMk cId="757004000" sldId="319"/>
            <ac:spMk id="13" creationId="{00000000-0000-0000-0000-000000000000}"/>
          </ac:spMkLst>
        </pc:spChg>
      </pc:sldChg>
      <pc:sldChg chg="modSp add">
        <pc:chgData name="Mateusz Pomianek" userId="S::mpomianek@o365.prz.edu.pl::3d638ea4-2586-4d1a-a8fd-db8a3798db81" providerId="AD" clId="Web-{880FBBE1-B480-5C27-32E7-A9A8E2BCC9B9}" dt="2026-06-28T11:26:29.345" v="800" actId="20577"/>
        <pc:sldMkLst>
          <pc:docMk/>
          <pc:sldMk cId="3281398045" sldId="320"/>
        </pc:sldMkLst>
        <pc:spChg chg="mod">
          <ac:chgData name="Mateusz Pomianek" userId="S::mpomianek@o365.prz.edu.pl::3d638ea4-2586-4d1a-a8fd-db8a3798db81" providerId="AD" clId="Web-{880FBBE1-B480-5C27-32E7-A9A8E2BCC9B9}" dt="2026-06-28T11:25:10.439" v="754" actId="20577"/>
          <ac:spMkLst>
            <pc:docMk/>
            <pc:sldMk cId="3281398045" sldId="320"/>
            <ac:spMk id="5" creationId="{00000000-0000-0000-0000-000000000000}"/>
          </ac:spMkLst>
        </pc:spChg>
        <pc:spChg chg="mod">
          <ac:chgData name="Mateusz Pomianek" userId="S::mpomianek@o365.prz.edu.pl::3d638ea4-2586-4d1a-a8fd-db8a3798db81" providerId="AD" clId="Web-{880FBBE1-B480-5C27-32E7-A9A8E2BCC9B9}" dt="2026-06-28T11:25:34.674" v="775" actId="20577"/>
          <ac:spMkLst>
            <pc:docMk/>
            <pc:sldMk cId="3281398045" sldId="320"/>
            <ac:spMk id="6" creationId="{00000000-0000-0000-0000-000000000000}"/>
          </ac:spMkLst>
        </pc:spChg>
        <pc:spChg chg="mod">
          <ac:chgData name="Mateusz Pomianek" userId="S::mpomianek@o365.prz.edu.pl::3d638ea4-2586-4d1a-a8fd-db8a3798db81" providerId="AD" clId="Web-{880FBBE1-B480-5C27-32E7-A9A8E2BCC9B9}" dt="2026-06-28T11:25:59.486" v="791" actId="20577"/>
          <ac:spMkLst>
            <pc:docMk/>
            <pc:sldMk cId="3281398045" sldId="320"/>
            <ac:spMk id="9" creationId="{00000000-0000-0000-0000-000000000000}"/>
          </ac:spMkLst>
        </pc:spChg>
        <pc:spChg chg="mod">
          <ac:chgData name="Mateusz Pomianek" userId="S::mpomianek@o365.prz.edu.pl::3d638ea4-2586-4d1a-a8fd-db8a3798db81" providerId="AD" clId="Web-{880FBBE1-B480-5C27-32E7-A9A8E2BCC9B9}" dt="2026-06-28T11:25:56.861" v="789" actId="20577"/>
          <ac:spMkLst>
            <pc:docMk/>
            <pc:sldMk cId="3281398045" sldId="320"/>
            <ac:spMk id="12" creationId="{00000000-0000-0000-0000-000000000000}"/>
          </ac:spMkLst>
        </pc:spChg>
        <pc:spChg chg="mod">
          <ac:chgData name="Mateusz Pomianek" userId="S::mpomianek@o365.prz.edu.pl::3d638ea4-2586-4d1a-a8fd-db8a3798db81" providerId="AD" clId="Web-{880FBBE1-B480-5C27-32E7-A9A8E2BCC9B9}" dt="2026-06-28T11:25:56.799" v="788" actId="20577"/>
          <ac:spMkLst>
            <pc:docMk/>
            <pc:sldMk cId="3281398045" sldId="320"/>
            <ac:spMk id="15" creationId="{00000000-0000-0000-0000-000000000000}"/>
          </ac:spMkLst>
        </pc:spChg>
        <pc:spChg chg="mod">
          <ac:chgData name="Mateusz Pomianek" userId="S::mpomianek@o365.prz.edu.pl::3d638ea4-2586-4d1a-a8fd-db8a3798db81" providerId="AD" clId="Web-{880FBBE1-B480-5C27-32E7-A9A8E2BCC9B9}" dt="2026-06-28T11:25:53.564" v="786" actId="20577"/>
          <ac:spMkLst>
            <pc:docMk/>
            <pc:sldMk cId="3281398045" sldId="320"/>
            <ac:spMk id="18" creationId="{00000000-0000-0000-0000-000000000000}"/>
          </ac:spMkLst>
        </pc:spChg>
        <pc:spChg chg="mod">
          <ac:chgData name="Mateusz Pomianek" userId="S::mpomianek@o365.prz.edu.pl::3d638ea4-2586-4d1a-a8fd-db8a3798db81" providerId="AD" clId="Web-{880FBBE1-B480-5C27-32E7-A9A8E2BCC9B9}" dt="2026-06-28T11:25:52.299" v="785" actId="20577"/>
          <ac:spMkLst>
            <pc:docMk/>
            <pc:sldMk cId="3281398045" sldId="320"/>
            <ac:spMk id="21" creationId="{00000000-0000-0000-0000-000000000000}"/>
          </ac:spMkLst>
        </pc:spChg>
        <pc:spChg chg="mod">
          <ac:chgData name="Mateusz Pomianek" userId="S::mpomianek@o365.prz.edu.pl::3d638ea4-2586-4d1a-a8fd-db8a3798db81" providerId="AD" clId="Web-{880FBBE1-B480-5C27-32E7-A9A8E2BCC9B9}" dt="2026-06-28T11:25:49.705" v="783" actId="20577"/>
          <ac:spMkLst>
            <pc:docMk/>
            <pc:sldMk cId="3281398045" sldId="320"/>
            <ac:spMk id="24" creationId="{00000000-0000-0000-0000-000000000000}"/>
          </ac:spMkLst>
        </pc:spChg>
        <pc:spChg chg="mod">
          <ac:chgData name="Mateusz Pomianek" userId="S::mpomianek@o365.prz.edu.pl::3d638ea4-2586-4d1a-a8fd-db8a3798db81" providerId="AD" clId="Web-{880FBBE1-B480-5C27-32E7-A9A8E2BCC9B9}" dt="2026-06-28T11:26:22.408" v="798" actId="14100"/>
          <ac:spMkLst>
            <pc:docMk/>
            <pc:sldMk cId="3281398045" sldId="320"/>
            <ac:spMk id="25" creationId="{00000000-0000-0000-0000-000000000000}"/>
          </ac:spMkLst>
        </pc:spChg>
        <pc:spChg chg="mod">
          <ac:chgData name="Mateusz Pomianek" userId="S::mpomianek@o365.prz.edu.pl::3d638ea4-2586-4d1a-a8fd-db8a3798db81" providerId="AD" clId="Web-{880FBBE1-B480-5C27-32E7-A9A8E2BCC9B9}" dt="2026-06-28T11:26:29.345" v="800" actId="20577"/>
          <ac:spMkLst>
            <pc:docMk/>
            <pc:sldMk cId="3281398045" sldId="320"/>
            <ac:spMk id="26" creationId="{00000000-0000-0000-0000-000000000000}"/>
          </ac:spMkLst>
        </pc:spChg>
        <pc:spChg chg="mod">
          <ac:chgData name="Mateusz Pomianek" userId="S::mpomianek@o365.prz.edu.pl::3d638ea4-2586-4d1a-a8fd-db8a3798db81" providerId="AD" clId="Web-{880FBBE1-B480-5C27-32E7-A9A8E2BCC9B9}" dt="2026-06-28T11:26:20.236" v="797" actId="20577"/>
          <ac:spMkLst>
            <pc:docMk/>
            <pc:sldMk cId="3281398045" sldId="320"/>
            <ac:spMk id="27" creationId="{00000000-0000-0000-0000-000000000000}"/>
          </ac:spMkLst>
        </pc:spChg>
      </pc:sldChg>
    </pc:docChg>
  </pc:docChgLst>
  <pc:docChgLst>
    <pc:chgData name="Mateusz Pomianek" userId="S::mpomianek@o365.prz.edu.pl::3d638ea4-2586-4d1a-a8fd-db8a3798db81" providerId="AD" clId="Web-{33C699C6-6B5D-60B7-54CA-31D7A813744D}"/>
    <pc:docChg chg="addSld modSld">
      <pc:chgData name="Mateusz Pomianek" userId="S::mpomianek@o365.prz.edu.pl::3d638ea4-2586-4d1a-a8fd-db8a3798db81" providerId="AD" clId="Web-{33C699C6-6B5D-60B7-54CA-31D7A813744D}" dt="2026-06-27T15:39:00.258" v="292" actId="20577"/>
      <pc:docMkLst>
        <pc:docMk/>
      </pc:docMkLst>
      <pc:sldChg chg="modSp add">
        <pc:chgData name="Mateusz Pomianek" userId="S::mpomianek@o365.prz.edu.pl::3d638ea4-2586-4d1a-a8fd-db8a3798db81" providerId="AD" clId="Web-{33C699C6-6B5D-60B7-54CA-31D7A813744D}" dt="2026-06-27T15:35:22.909" v="117" actId="20577"/>
        <pc:sldMkLst>
          <pc:docMk/>
          <pc:sldMk cId="0" sldId="256"/>
        </pc:sldMkLst>
        <pc:spChg chg="mod">
          <ac:chgData name="Mateusz Pomianek" userId="S::mpomianek@o365.prz.edu.pl::3d638ea4-2586-4d1a-a8fd-db8a3798db81" providerId="AD" clId="Web-{33C699C6-6B5D-60B7-54CA-31D7A813744D}" dt="2026-06-27T15:32:12.706" v="15" actId="20577"/>
          <ac:spMkLst>
            <pc:docMk/>
            <pc:sldMk cId="0" sldId="256"/>
            <ac:spMk id="4" creationId="{00000000-0000-0000-0000-000000000000}"/>
          </ac:spMkLst>
        </pc:spChg>
        <pc:spChg chg="mod">
          <ac:chgData name="Mateusz Pomianek" userId="S::mpomianek@o365.prz.edu.pl::3d638ea4-2586-4d1a-a8fd-db8a3798db81" providerId="AD" clId="Web-{33C699C6-6B5D-60B7-54CA-31D7A813744D}" dt="2026-06-27T15:32:45.628" v="66" actId="20577"/>
          <ac:spMkLst>
            <pc:docMk/>
            <pc:sldMk cId="0" sldId="256"/>
            <ac:spMk id="8" creationId="{00000000-0000-0000-0000-000000000000}"/>
          </ac:spMkLst>
        </pc:spChg>
        <pc:spChg chg="mod">
          <ac:chgData name="Mateusz Pomianek" userId="S::mpomianek@o365.prz.edu.pl::3d638ea4-2586-4d1a-a8fd-db8a3798db81" providerId="AD" clId="Web-{33C699C6-6B5D-60B7-54CA-31D7A813744D}" dt="2026-06-27T15:34:30.690" v="107" actId="20577"/>
          <ac:spMkLst>
            <pc:docMk/>
            <pc:sldMk cId="0" sldId="256"/>
            <ac:spMk id="9" creationId="{00000000-0000-0000-0000-000000000000}"/>
          </ac:spMkLst>
        </pc:spChg>
        <pc:spChg chg="mod">
          <ac:chgData name="Mateusz Pomianek" userId="S::mpomianek@o365.prz.edu.pl::3d638ea4-2586-4d1a-a8fd-db8a3798db81" providerId="AD" clId="Web-{33C699C6-6B5D-60B7-54CA-31D7A813744D}" dt="2026-06-27T15:32:51.065" v="70" actId="20577"/>
          <ac:spMkLst>
            <pc:docMk/>
            <pc:sldMk cId="0" sldId="256"/>
            <ac:spMk id="11" creationId="{00000000-0000-0000-0000-000000000000}"/>
          </ac:spMkLst>
        </pc:spChg>
        <pc:spChg chg="mod">
          <ac:chgData name="Mateusz Pomianek" userId="S::mpomianek@o365.prz.edu.pl::3d638ea4-2586-4d1a-a8fd-db8a3798db81" providerId="AD" clId="Web-{33C699C6-6B5D-60B7-54CA-31D7A813744D}" dt="2026-06-27T15:34:28.034" v="106" actId="20577"/>
          <ac:spMkLst>
            <pc:docMk/>
            <pc:sldMk cId="0" sldId="256"/>
            <ac:spMk id="12" creationId="{00000000-0000-0000-0000-000000000000}"/>
          </ac:spMkLst>
        </pc:spChg>
        <pc:spChg chg="mod">
          <ac:chgData name="Mateusz Pomianek" userId="S::mpomianek@o365.prz.edu.pl::3d638ea4-2586-4d1a-a8fd-db8a3798db81" providerId="AD" clId="Web-{33C699C6-6B5D-60B7-54CA-31D7A813744D}" dt="2026-06-27T15:34:10.565" v="103" actId="20577"/>
          <ac:spMkLst>
            <pc:docMk/>
            <pc:sldMk cId="0" sldId="256"/>
            <ac:spMk id="14" creationId="{00000000-0000-0000-0000-000000000000}"/>
          </ac:spMkLst>
        </pc:spChg>
        <pc:spChg chg="mod">
          <ac:chgData name="Mateusz Pomianek" userId="S::mpomianek@o365.prz.edu.pl::3d638ea4-2586-4d1a-a8fd-db8a3798db81" providerId="AD" clId="Web-{33C699C6-6B5D-60B7-54CA-31D7A813744D}" dt="2026-06-27T15:34:35.190" v="108" actId="20577"/>
          <ac:spMkLst>
            <pc:docMk/>
            <pc:sldMk cId="0" sldId="256"/>
            <ac:spMk id="15" creationId="{00000000-0000-0000-0000-000000000000}"/>
          </ac:spMkLst>
        </pc:spChg>
        <pc:spChg chg="mod">
          <ac:chgData name="Mateusz Pomianek" userId="S::mpomianek@o365.prz.edu.pl::3d638ea4-2586-4d1a-a8fd-db8a3798db81" providerId="AD" clId="Web-{33C699C6-6B5D-60B7-54CA-31D7A813744D}" dt="2026-06-27T15:34:08.424" v="102" actId="20577"/>
          <ac:spMkLst>
            <pc:docMk/>
            <pc:sldMk cId="0" sldId="256"/>
            <ac:spMk id="17" creationId="{00000000-0000-0000-0000-000000000000}"/>
          </ac:spMkLst>
        </pc:spChg>
        <pc:spChg chg="mod">
          <ac:chgData name="Mateusz Pomianek" userId="S::mpomianek@o365.prz.edu.pl::3d638ea4-2586-4d1a-a8fd-db8a3798db81" providerId="AD" clId="Web-{33C699C6-6B5D-60B7-54CA-31D7A813744D}" dt="2026-06-27T15:34:37.315" v="109" actId="20577"/>
          <ac:spMkLst>
            <pc:docMk/>
            <pc:sldMk cId="0" sldId="256"/>
            <ac:spMk id="18" creationId="{00000000-0000-0000-0000-000000000000}"/>
          </ac:spMkLst>
        </pc:spChg>
        <pc:spChg chg="mod">
          <ac:chgData name="Mateusz Pomianek" userId="S::mpomianek@o365.prz.edu.pl::3d638ea4-2586-4d1a-a8fd-db8a3798db81" providerId="AD" clId="Web-{33C699C6-6B5D-60B7-54CA-31D7A813744D}" dt="2026-06-27T15:34:50.081" v="111" actId="20577"/>
          <ac:spMkLst>
            <pc:docMk/>
            <pc:sldMk cId="0" sldId="256"/>
            <ac:spMk id="20" creationId="{00000000-0000-0000-0000-000000000000}"/>
          </ac:spMkLst>
        </pc:spChg>
        <pc:spChg chg="mod">
          <ac:chgData name="Mateusz Pomianek" userId="S::mpomianek@o365.prz.edu.pl::3d638ea4-2586-4d1a-a8fd-db8a3798db81" providerId="AD" clId="Web-{33C699C6-6B5D-60B7-54CA-31D7A813744D}" dt="2026-06-27T15:33:56.159" v="95" actId="20577"/>
          <ac:spMkLst>
            <pc:docMk/>
            <pc:sldMk cId="0" sldId="256"/>
            <ac:spMk id="21" creationId="{00000000-0000-0000-0000-000000000000}"/>
          </ac:spMkLst>
        </pc:spChg>
        <pc:spChg chg="mod">
          <ac:chgData name="Mateusz Pomianek" userId="S::mpomianek@o365.prz.edu.pl::3d638ea4-2586-4d1a-a8fd-db8a3798db81" providerId="AD" clId="Web-{33C699C6-6B5D-60B7-54CA-31D7A813744D}" dt="2026-06-27T15:34:04.628" v="101" actId="20577"/>
          <ac:spMkLst>
            <pc:docMk/>
            <pc:sldMk cId="0" sldId="256"/>
            <ac:spMk id="23" creationId="{00000000-0000-0000-0000-000000000000}"/>
          </ac:spMkLst>
        </pc:spChg>
        <pc:spChg chg="mod">
          <ac:chgData name="Mateusz Pomianek" userId="S::mpomianek@o365.prz.edu.pl::3d638ea4-2586-4d1a-a8fd-db8a3798db81" providerId="AD" clId="Web-{33C699C6-6B5D-60B7-54CA-31D7A813744D}" dt="2026-06-27T15:34:42.878" v="110" actId="20577"/>
          <ac:spMkLst>
            <pc:docMk/>
            <pc:sldMk cId="0" sldId="256"/>
            <ac:spMk id="24" creationId="{00000000-0000-0000-0000-000000000000}"/>
          </ac:spMkLst>
        </pc:spChg>
        <pc:spChg chg="ord">
          <ac:chgData name="Mateusz Pomianek" userId="S::mpomianek@o365.prz.edu.pl::3d638ea4-2586-4d1a-a8fd-db8a3798db81" providerId="AD" clId="Web-{33C699C6-6B5D-60B7-54CA-31D7A813744D}" dt="2026-06-27T15:32:39.737" v="43"/>
          <ac:spMkLst>
            <pc:docMk/>
            <pc:sldMk cId="0" sldId="256"/>
            <ac:spMk id="25" creationId="{00000000-0000-0000-0000-000000000000}"/>
          </ac:spMkLst>
        </pc:spChg>
        <pc:spChg chg="mod ord">
          <ac:chgData name="Mateusz Pomianek" userId="S::mpomianek@o365.prz.edu.pl::3d638ea4-2586-4d1a-a8fd-db8a3798db81" providerId="AD" clId="Web-{33C699C6-6B5D-60B7-54CA-31D7A813744D}" dt="2026-06-27T15:32:39.956" v="63"/>
          <ac:spMkLst>
            <pc:docMk/>
            <pc:sldMk cId="0" sldId="256"/>
            <ac:spMk id="26" creationId="{00000000-0000-0000-0000-000000000000}"/>
          </ac:spMkLst>
        </pc:spChg>
        <pc:spChg chg="mod">
          <ac:chgData name="Mateusz Pomianek" userId="S::mpomianek@o365.prz.edu.pl::3d638ea4-2586-4d1a-a8fd-db8a3798db81" providerId="AD" clId="Web-{33C699C6-6B5D-60B7-54CA-31D7A813744D}" dt="2026-06-27T15:32:30.034" v="23" actId="14100"/>
          <ac:spMkLst>
            <pc:docMk/>
            <pc:sldMk cId="0" sldId="256"/>
            <ac:spMk id="28" creationId="{00000000-0000-0000-0000-000000000000}"/>
          </ac:spMkLst>
        </pc:spChg>
        <pc:spChg chg="mod">
          <ac:chgData name="Mateusz Pomianek" userId="S::mpomianek@o365.prz.edu.pl::3d638ea4-2586-4d1a-a8fd-db8a3798db81" providerId="AD" clId="Web-{33C699C6-6B5D-60B7-54CA-31D7A813744D}" dt="2026-06-27T15:35:22.909" v="117" actId="20577"/>
          <ac:spMkLst>
            <pc:docMk/>
            <pc:sldMk cId="0" sldId="256"/>
            <ac:spMk id="30" creationId="{00000000-0000-0000-0000-000000000000}"/>
          </ac:spMkLst>
        </pc:spChg>
      </pc:sldChg>
      <pc:sldChg chg="modSp add">
        <pc:chgData name="Mateusz Pomianek" userId="S::mpomianek@o365.prz.edu.pl::3d638ea4-2586-4d1a-a8fd-db8a3798db81" providerId="AD" clId="Web-{33C699C6-6B5D-60B7-54CA-31D7A813744D}" dt="2026-06-27T15:36:47.100" v="155" actId="20577"/>
        <pc:sldMkLst>
          <pc:docMk/>
          <pc:sldMk cId="81590368" sldId="292"/>
        </pc:sldMkLst>
        <pc:spChg chg="mod">
          <ac:chgData name="Mateusz Pomianek" userId="S::mpomianek@o365.prz.edu.pl::3d638ea4-2586-4d1a-a8fd-db8a3798db81" providerId="AD" clId="Web-{33C699C6-6B5D-60B7-54CA-31D7A813744D}" dt="2026-06-27T15:36:47.100" v="155" actId="20577"/>
          <ac:spMkLst>
            <pc:docMk/>
            <pc:sldMk cId="81590368" sldId="292"/>
            <ac:spMk id="4" creationId="{00000000-0000-0000-0000-000000000000}"/>
          </ac:spMkLst>
        </pc:spChg>
        <pc:spChg chg="mod">
          <ac:chgData name="Mateusz Pomianek" userId="S::mpomianek@o365.prz.edu.pl::3d638ea4-2586-4d1a-a8fd-db8a3798db81" providerId="AD" clId="Web-{33C699C6-6B5D-60B7-54CA-31D7A813744D}" dt="2026-06-27T15:35:36.315" v="120" actId="20577"/>
          <ac:spMkLst>
            <pc:docMk/>
            <pc:sldMk cId="81590368" sldId="292"/>
            <ac:spMk id="8" creationId="{00000000-0000-0000-0000-000000000000}"/>
          </ac:spMkLst>
        </pc:spChg>
        <pc:spChg chg="mod">
          <ac:chgData name="Mateusz Pomianek" userId="S::mpomianek@o365.prz.edu.pl::3d638ea4-2586-4d1a-a8fd-db8a3798db81" providerId="AD" clId="Web-{33C699C6-6B5D-60B7-54CA-31D7A813744D}" dt="2026-06-27T15:36:17.537" v="142" actId="20577"/>
          <ac:spMkLst>
            <pc:docMk/>
            <pc:sldMk cId="81590368" sldId="292"/>
            <ac:spMk id="9" creationId="{00000000-0000-0000-0000-000000000000}"/>
          </ac:spMkLst>
        </pc:spChg>
        <pc:spChg chg="mod">
          <ac:chgData name="Mateusz Pomianek" userId="S::mpomianek@o365.prz.edu.pl::3d638ea4-2586-4d1a-a8fd-db8a3798db81" providerId="AD" clId="Web-{33C699C6-6B5D-60B7-54CA-31D7A813744D}" dt="2026-06-27T15:35:39.643" v="122" actId="20577"/>
          <ac:spMkLst>
            <pc:docMk/>
            <pc:sldMk cId="81590368" sldId="292"/>
            <ac:spMk id="13" creationId="{00000000-0000-0000-0000-000000000000}"/>
          </ac:spMkLst>
        </pc:spChg>
        <pc:spChg chg="mod">
          <ac:chgData name="Mateusz Pomianek" userId="S::mpomianek@o365.prz.edu.pl::3d638ea4-2586-4d1a-a8fd-db8a3798db81" providerId="AD" clId="Web-{33C699C6-6B5D-60B7-54CA-31D7A813744D}" dt="2026-06-27T15:36:32.787" v="147" actId="20577"/>
          <ac:spMkLst>
            <pc:docMk/>
            <pc:sldMk cId="81590368" sldId="292"/>
            <ac:spMk id="14" creationId="{00000000-0000-0000-0000-000000000000}"/>
          </ac:spMkLst>
        </pc:spChg>
        <pc:spChg chg="mod">
          <ac:chgData name="Mateusz Pomianek" userId="S::mpomianek@o365.prz.edu.pl::3d638ea4-2586-4d1a-a8fd-db8a3798db81" providerId="AD" clId="Web-{33C699C6-6B5D-60B7-54CA-31D7A813744D}" dt="2026-06-27T15:35:43.862" v="124" actId="20577"/>
          <ac:spMkLst>
            <pc:docMk/>
            <pc:sldMk cId="81590368" sldId="292"/>
            <ac:spMk id="18" creationId="{00000000-0000-0000-0000-000000000000}"/>
          </ac:spMkLst>
        </pc:spChg>
        <pc:spChg chg="mod">
          <ac:chgData name="Mateusz Pomianek" userId="S::mpomianek@o365.prz.edu.pl::3d638ea4-2586-4d1a-a8fd-db8a3798db81" providerId="AD" clId="Web-{33C699C6-6B5D-60B7-54CA-31D7A813744D}" dt="2026-06-27T15:36:35.850" v="149" actId="20577"/>
          <ac:spMkLst>
            <pc:docMk/>
            <pc:sldMk cId="81590368" sldId="292"/>
            <ac:spMk id="19" creationId="{00000000-0000-0000-0000-000000000000}"/>
          </ac:spMkLst>
        </pc:spChg>
        <pc:spChg chg="mod">
          <ac:chgData name="Mateusz Pomianek" userId="S::mpomianek@o365.prz.edu.pl::3d638ea4-2586-4d1a-a8fd-db8a3798db81" providerId="AD" clId="Web-{33C699C6-6B5D-60B7-54CA-31D7A813744D}" dt="2026-06-27T15:36:05.487" v="136" actId="20577"/>
          <ac:spMkLst>
            <pc:docMk/>
            <pc:sldMk cId="81590368" sldId="292"/>
            <ac:spMk id="23" creationId="{00000000-0000-0000-0000-000000000000}"/>
          </ac:spMkLst>
        </pc:spChg>
        <pc:spChg chg="mod">
          <ac:chgData name="Mateusz Pomianek" userId="S::mpomianek@o365.prz.edu.pl::3d638ea4-2586-4d1a-a8fd-db8a3798db81" providerId="AD" clId="Web-{33C699C6-6B5D-60B7-54CA-31D7A813744D}" dt="2026-06-27T15:36:43.928" v="154" actId="20577"/>
          <ac:spMkLst>
            <pc:docMk/>
            <pc:sldMk cId="81590368" sldId="292"/>
            <ac:spMk id="24" creationId="{00000000-0000-0000-0000-000000000000}"/>
          </ac:spMkLst>
        </pc:spChg>
        <pc:spChg chg="mod">
          <ac:chgData name="Mateusz Pomianek" userId="S::mpomianek@o365.prz.edu.pl::3d638ea4-2586-4d1a-a8fd-db8a3798db81" providerId="AD" clId="Web-{33C699C6-6B5D-60B7-54CA-31D7A813744D}" dt="2026-06-27T15:36:02.268" v="134" actId="20577"/>
          <ac:spMkLst>
            <pc:docMk/>
            <pc:sldMk cId="81590368" sldId="292"/>
            <ac:spMk id="28" creationId="{00000000-0000-0000-0000-000000000000}"/>
          </ac:spMkLst>
        </pc:spChg>
        <pc:spChg chg="mod">
          <ac:chgData name="Mateusz Pomianek" userId="S::mpomianek@o365.prz.edu.pl::3d638ea4-2586-4d1a-a8fd-db8a3798db81" providerId="AD" clId="Web-{33C699C6-6B5D-60B7-54CA-31D7A813744D}" dt="2026-06-27T15:36:41.319" v="153" actId="20577"/>
          <ac:spMkLst>
            <pc:docMk/>
            <pc:sldMk cId="81590368" sldId="292"/>
            <ac:spMk id="29" creationId="{00000000-0000-0000-0000-000000000000}"/>
          </ac:spMkLst>
        </pc:spChg>
        <pc:spChg chg="mod">
          <ac:chgData name="Mateusz Pomianek" userId="S::mpomianek@o365.prz.edu.pl::3d638ea4-2586-4d1a-a8fd-db8a3798db81" providerId="AD" clId="Web-{33C699C6-6B5D-60B7-54CA-31D7A813744D}" dt="2026-06-27T15:35:52.190" v="127" actId="14100"/>
          <ac:spMkLst>
            <pc:docMk/>
            <pc:sldMk cId="81590368" sldId="292"/>
            <ac:spMk id="33" creationId="{00000000-0000-0000-0000-000000000000}"/>
          </ac:spMkLst>
        </pc:spChg>
        <pc:spChg chg="mod">
          <ac:chgData name="Mateusz Pomianek" userId="S::mpomianek@o365.prz.edu.pl::3d638ea4-2586-4d1a-a8fd-db8a3798db81" providerId="AD" clId="Web-{33C699C6-6B5D-60B7-54CA-31D7A813744D}" dt="2026-06-27T15:36:39.022" v="151" actId="20577"/>
          <ac:spMkLst>
            <pc:docMk/>
            <pc:sldMk cId="81590368" sldId="292"/>
            <ac:spMk id="34" creationId="{00000000-0000-0000-0000-000000000000}"/>
          </ac:spMkLst>
        </pc:spChg>
      </pc:sldChg>
      <pc:sldChg chg="modSp add">
        <pc:chgData name="Mateusz Pomianek" userId="S::mpomianek@o365.prz.edu.pl::3d638ea4-2586-4d1a-a8fd-db8a3798db81" providerId="AD" clId="Web-{33C699C6-6B5D-60B7-54CA-31D7A813744D}" dt="2026-06-27T15:37:55.256" v="274" actId="20577"/>
        <pc:sldMkLst>
          <pc:docMk/>
          <pc:sldMk cId="984000854" sldId="293"/>
        </pc:sldMkLst>
        <pc:spChg chg="mod">
          <ac:chgData name="Mateusz Pomianek" userId="S::mpomianek@o365.prz.edu.pl::3d638ea4-2586-4d1a-a8fd-db8a3798db81" providerId="AD" clId="Web-{33C699C6-6B5D-60B7-54CA-31D7A813744D}" dt="2026-06-27T15:37:29.178" v="241" actId="20577"/>
          <ac:spMkLst>
            <pc:docMk/>
            <pc:sldMk cId="984000854" sldId="293"/>
            <ac:spMk id="4" creationId="{00000000-0000-0000-0000-000000000000}"/>
          </ac:spMkLst>
        </pc:spChg>
        <pc:spChg chg="ord">
          <ac:chgData name="Mateusz Pomianek" userId="S::mpomianek@o365.prz.edu.pl::3d638ea4-2586-4d1a-a8fd-db8a3798db81" providerId="AD" clId="Web-{33C699C6-6B5D-60B7-54CA-31D7A813744D}" dt="2026-06-27T15:37:16.866" v="236"/>
          <ac:spMkLst>
            <pc:docMk/>
            <pc:sldMk cId="984000854" sldId="293"/>
            <ac:spMk id="5" creationId="{00000000-0000-0000-0000-000000000000}"/>
          </ac:spMkLst>
        </pc:spChg>
        <pc:spChg chg="mod ord">
          <ac:chgData name="Mateusz Pomianek" userId="S::mpomianek@o365.prz.edu.pl::3d638ea4-2586-4d1a-a8fd-db8a3798db81" providerId="AD" clId="Web-{33C699C6-6B5D-60B7-54CA-31D7A813744D}" dt="2026-06-27T15:37:19.881" v="238" actId="20577"/>
          <ac:spMkLst>
            <pc:docMk/>
            <pc:sldMk cId="984000854" sldId="293"/>
            <ac:spMk id="6" creationId="{00000000-0000-0000-0000-000000000000}"/>
          </ac:spMkLst>
        </pc:spChg>
        <pc:spChg chg="mod">
          <ac:chgData name="Mateusz Pomianek" userId="S::mpomianek@o365.prz.edu.pl::3d638ea4-2586-4d1a-a8fd-db8a3798db81" providerId="AD" clId="Web-{33C699C6-6B5D-60B7-54CA-31D7A813744D}" dt="2026-06-27T15:37:48.881" v="265"/>
          <ac:spMkLst>
            <pc:docMk/>
            <pc:sldMk cId="984000854" sldId="293"/>
            <ac:spMk id="8" creationId="{00000000-0000-0000-0000-000000000000}"/>
          </ac:spMkLst>
        </pc:spChg>
        <pc:spChg chg="ord">
          <ac:chgData name="Mateusz Pomianek" userId="S::mpomianek@o365.prz.edu.pl::3d638ea4-2586-4d1a-a8fd-db8a3798db81" providerId="AD" clId="Web-{33C699C6-6B5D-60B7-54CA-31D7A813744D}" dt="2026-06-27T15:37:35.741" v="242"/>
          <ac:spMkLst>
            <pc:docMk/>
            <pc:sldMk cId="984000854" sldId="293"/>
            <ac:spMk id="9" creationId="{00000000-0000-0000-0000-000000000000}"/>
          </ac:spMkLst>
        </pc:spChg>
        <pc:spChg chg="mod">
          <ac:chgData name="Mateusz Pomianek" userId="S::mpomianek@o365.prz.edu.pl::3d638ea4-2586-4d1a-a8fd-db8a3798db81" providerId="AD" clId="Web-{33C699C6-6B5D-60B7-54CA-31D7A813744D}" dt="2026-06-27T15:37:48.881" v="266"/>
          <ac:spMkLst>
            <pc:docMk/>
            <pc:sldMk cId="984000854" sldId="293"/>
            <ac:spMk id="10" creationId="{00000000-0000-0000-0000-000000000000}"/>
          </ac:spMkLst>
        </pc:spChg>
        <pc:spChg chg="ord">
          <ac:chgData name="Mateusz Pomianek" userId="S::mpomianek@o365.prz.edu.pl::3d638ea4-2586-4d1a-a8fd-db8a3798db81" providerId="AD" clId="Web-{33C699C6-6B5D-60B7-54CA-31D7A813744D}" dt="2026-06-27T15:37:36.241" v="250"/>
          <ac:spMkLst>
            <pc:docMk/>
            <pc:sldMk cId="984000854" sldId="293"/>
            <ac:spMk id="11" creationId="{00000000-0000-0000-0000-000000000000}"/>
          </ac:spMkLst>
        </pc:spChg>
        <pc:spChg chg="mod">
          <ac:chgData name="Mateusz Pomianek" userId="S::mpomianek@o365.prz.edu.pl::3d638ea4-2586-4d1a-a8fd-db8a3798db81" providerId="AD" clId="Web-{33C699C6-6B5D-60B7-54CA-31D7A813744D}" dt="2026-06-27T15:37:48.881" v="267"/>
          <ac:spMkLst>
            <pc:docMk/>
            <pc:sldMk cId="984000854" sldId="293"/>
            <ac:spMk id="12" creationId="{00000000-0000-0000-0000-000000000000}"/>
          </ac:spMkLst>
        </pc:spChg>
        <pc:spChg chg="ord">
          <ac:chgData name="Mateusz Pomianek" userId="S::mpomianek@o365.prz.edu.pl::3d638ea4-2586-4d1a-a8fd-db8a3798db81" providerId="AD" clId="Web-{33C699C6-6B5D-60B7-54CA-31D7A813744D}" dt="2026-06-27T15:37:36.287" v="251"/>
          <ac:spMkLst>
            <pc:docMk/>
            <pc:sldMk cId="984000854" sldId="293"/>
            <ac:spMk id="13" creationId="{00000000-0000-0000-0000-000000000000}"/>
          </ac:spMkLst>
        </pc:spChg>
        <pc:spChg chg="mod">
          <ac:chgData name="Mateusz Pomianek" userId="S::mpomianek@o365.prz.edu.pl::3d638ea4-2586-4d1a-a8fd-db8a3798db81" providerId="AD" clId="Web-{33C699C6-6B5D-60B7-54CA-31D7A813744D}" dt="2026-06-27T15:37:48.881" v="268"/>
          <ac:spMkLst>
            <pc:docMk/>
            <pc:sldMk cId="984000854" sldId="293"/>
            <ac:spMk id="14" creationId="{00000000-0000-0000-0000-000000000000}"/>
          </ac:spMkLst>
        </pc:spChg>
        <pc:spChg chg="ord">
          <ac:chgData name="Mateusz Pomianek" userId="S::mpomianek@o365.prz.edu.pl::3d638ea4-2586-4d1a-a8fd-db8a3798db81" providerId="AD" clId="Web-{33C699C6-6B5D-60B7-54CA-31D7A813744D}" dt="2026-06-27T15:37:06.287" v="232"/>
          <ac:spMkLst>
            <pc:docMk/>
            <pc:sldMk cId="984000854" sldId="293"/>
            <ac:spMk id="15" creationId="{00000000-0000-0000-0000-000000000000}"/>
          </ac:spMkLst>
        </pc:spChg>
        <pc:spChg chg="mod ord">
          <ac:chgData name="Mateusz Pomianek" userId="S::mpomianek@o365.prz.edu.pl::3d638ea4-2586-4d1a-a8fd-db8a3798db81" providerId="AD" clId="Web-{33C699C6-6B5D-60B7-54CA-31D7A813744D}" dt="2026-06-27T15:37:24.819" v="239" actId="20577"/>
          <ac:spMkLst>
            <pc:docMk/>
            <pc:sldMk cId="984000854" sldId="293"/>
            <ac:spMk id="16" creationId="{00000000-0000-0000-0000-000000000000}"/>
          </ac:spMkLst>
        </pc:spChg>
        <pc:spChg chg="ord">
          <ac:chgData name="Mateusz Pomianek" userId="S::mpomianek@o365.prz.edu.pl::3d638ea4-2586-4d1a-a8fd-db8a3798db81" providerId="AD" clId="Web-{33C699C6-6B5D-60B7-54CA-31D7A813744D}" dt="2026-06-27T15:37:36.366" v="253"/>
          <ac:spMkLst>
            <pc:docMk/>
            <pc:sldMk cId="984000854" sldId="293"/>
            <ac:spMk id="17" creationId="{00000000-0000-0000-0000-000000000000}"/>
          </ac:spMkLst>
        </pc:spChg>
        <pc:spChg chg="mod">
          <ac:chgData name="Mateusz Pomianek" userId="S::mpomianek@o365.prz.edu.pl::3d638ea4-2586-4d1a-a8fd-db8a3798db81" providerId="AD" clId="Web-{33C699C6-6B5D-60B7-54CA-31D7A813744D}" dt="2026-06-27T15:37:48.881" v="269"/>
          <ac:spMkLst>
            <pc:docMk/>
            <pc:sldMk cId="984000854" sldId="293"/>
            <ac:spMk id="18" creationId="{00000000-0000-0000-0000-000000000000}"/>
          </ac:spMkLst>
        </pc:spChg>
        <pc:spChg chg="ord">
          <ac:chgData name="Mateusz Pomianek" userId="S::mpomianek@o365.prz.edu.pl::3d638ea4-2586-4d1a-a8fd-db8a3798db81" providerId="AD" clId="Web-{33C699C6-6B5D-60B7-54CA-31D7A813744D}" dt="2026-06-27T15:37:35.928" v="246"/>
          <ac:spMkLst>
            <pc:docMk/>
            <pc:sldMk cId="984000854" sldId="293"/>
            <ac:spMk id="19" creationId="{00000000-0000-0000-0000-000000000000}"/>
          </ac:spMkLst>
        </pc:spChg>
        <pc:spChg chg="mod">
          <ac:chgData name="Mateusz Pomianek" userId="S::mpomianek@o365.prz.edu.pl::3d638ea4-2586-4d1a-a8fd-db8a3798db81" providerId="AD" clId="Web-{33C699C6-6B5D-60B7-54CA-31D7A813744D}" dt="2026-06-27T15:37:48.881" v="270"/>
          <ac:spMkLst>
            <pc:docMk/>
            <pc:sldMk cId="984000854" sldId="293"/>
            <ac:spMk id="20" creationId="{00000000-0000-0000-0000-000000000000}"/>
          </ac:spMkLst>
        </pc:spChg>
        <pc:spChg chg="ord">
          <ac:chgData name="Mateusz Pomianek" userId="S::mpomianek@o365.prz.edu.pl::3d638ea4-2586-4d1a-a8fd-db8a3798db81" providerId="AD" clId="Web-{33C699C6-6B5D-60B7-54CA-31D7A813744D}" dt="2026-06-27T15:37:36.428" v="254"/>
          <ac:spMkLst>
            <pc:docMk/>
            <pc:sldMk cId="984000854" sldId="293"/>
            <ac:spMk id="21" creationId="{00000000-0000-0000-0000-000000000000}"/>
          </ac:spMkLst>
        </pc:spChg>
        <pc:spChg chg="mod">
          <ac:chgData name="Mateusz Pomianek" userId="S::mpomianek@o365.prz.edu.pl::3d638ea4-2586-4d1a-a8fd-db8a3798db81" providerId="AD" clId="Web-{33C699C6-6B5D-60B7-54CA-31D7A813744D}" dt="2026-06-27T15:37:48.881" v="271"/>
          <ac:spMkLst>
            <pc:docMk/>
            <pc:sldMk cId="984000854" sldId="293"/>
            <ac:spMk id="22" creationId="{00000000-0000-0000-0000-000000000000}"/>
          </ac:spMkLst>
        </pc:spChg>
        <pc:spChg chg="ord">
          <ac:chgData name="Mateusz Pomianek" userId="S::mpomianek@o365.prz.edu.pl::3d638ea4-2586-4d1a-a8fd-db8a3798db81" providerId="AD" clId="Web-{33C699C6-6B5D-60B7-54CA-31D7A813744D}" dt="2026-06-27T15:37:36.475" v="255"/>
          <ac:spMkLst>
            <pc:docMk/>
            <pc:sldMk cId="984000854" sldId="293"/>
            <ac:spMk id="23" creationId="{00000000-0000-0000-0000-000000000000}"/>
          </ac:spMkLst>
        </pc:spChg>
        <pc:spChg chg="mod">
          <ac:chgData name="Mateusz Pomianek" userId="S::mpomianek@o365.prz.edu.pl::3d638ea4-2586-4d1a-a8fd-db8a3798db81" providerId="AD" clId="Web-{33C699C6-6B5D-60B7-54CA-31D7A813744D}" dt="2026-06-27T15:37:48.975" v="272"/>
          <ac:spMkLst>
            <pc:docMk/>
            <pc:sldMk cId="984000854" sldId="293"/>
            <ac:spMk id="24" creationId="{00000000-0000-0000-0000-000000000000}"/>
          </ac:spMkLst>
        </pc:spChg>
        <pc:spChg chg="ord">
          <ac:chgData name="Mateusz Pomianek" userId="S::mpomianek@o365.prz.edu.pl::3d638ea4-2586-4d1a-a8fd-db8a3798db81" providerId="AD" clId="Web-{33C699C6-6B5D-60B7-54CA-31D7A813744D}" dt="2026-06-27T15:37:36.334" v="252"/>
          <ac:spMkLst>
            <pc:docMk/>
            <pc:sldMk cId="984000854" sldId="293"/>
            <ac:spMk id="25" creationId="{00000000-0000-0000-0000-000000000000}"/>
          </ac:spMkLst>
        </pc:spChg>
        <pc:spChg chg="mod ord">
          <ac:chgData name="Mateusz Pomianek" userId="S::mpomianek@o365.prz.edu.pl::3d638ea4-2586-4d1a-a8fd-db8a3798db81" providerId="AD" clId="Web-{33C699C6-6B5D-60B7-54CA-31D7A813744D}" dt="2026-06-27T15:37:55.256" v="274" actId="20577"/>
          <ac:spMkLst>
            <pc:docMk/>
            <pc:sldMk cId="984000854" sldId="293"/>
            <ac:spMk id="26" creationId="{00000000-0000-0000-0000-000000000000}"/>
          </ac:spMkLst>
        </pc:spChg>
        <pc:spChg chg="ord">
          <ac:chgData name="Mateusz Pomianek" userId="S::mpomianek@o365.prz.edu.pl::3d638ea4-2586-4d1a-a8fd-db8a3798db81" providerId="AD" clId="Web-{33C699C6-6B5D-60B7-54CA-31D7A813744D}" dt="2026-06-27T15:36:52.678" v="177"/>
          <ac:spMkLst>
            <pc:docMk/>
            <pc:sldMk cId="984000854" sldId="293"/>
            <ac:spMk id="27" creationId="{00000000-0000-0000-0000-000000000000}"/>
          </ac:spMkLst>
        </pc:spChg>
      </pc:sldChg>
      <pc:sldChg chg="add">
        <pc:chgData name="Mateusz Pomianek" userId="S::mpomianek@o365.prz.edu.pl::3d638ea4-2586-4d1a-a8fd-db8a3798db81" providerId="AD" clId="Web-{33C699C6-6B5D-60B7-54CA-31D7A813744D}" dt="2026-06-27T15:31:54.893" v="3"/>
        <pc:sldMkLst>
          <pc:docMk/>
          <pc:sldMk cId="501088467" sldId="294"/>
        </pc:sldMkLst>
      </pc:sldChg>
      <pc:sldChg chg="add">
        <pc:chgData name="Mateusz Pomianek" userId="S::mpomianek@o365.prz.edu.pl::3d638ea4-2586-4d1a-a8fd-db8a3798db81" providerId="AD" clId="Web-{33C699C6-6B5D-60B7-54CA-31D7A813744D}" dt="2026-06-27T15:31:55.003" v="4"/>
        <pc:sldMkLst>
          <pc:docMk/>
          <pc:sldMk cId="450187313" sldId="295"/>
        </pc:sldMkLst>
      </pc:sldChg>
      <pc:sldChg chg="add">
        <pc:chgData name="Mateusz Pomianek" userId="S::mpomianek@o365.prz.edu.pl::3d638ea4-2586-4d1a-a8fd-db8a3798db81" providerId="AD" clId="Web-{33C699C6-6B5D-60B7-54CA-31D7A813744D}" dt="2026-06-27T15:31:55.175" v="5"/>
        <pc:sldMkLst>
          <pc:docMk/>
          <pc:sldMk cId="2596162974" sldId="296"/>
        </pc:sldMkLst>
      </pc:sldChg>
      <pc:sldChg chg="add">
        <pc:chgData name="Mateusz Pomianek" userId="S::mpomianek@o365.prz.edu.pl::3d638ea4-2586-4d1a-a8fd-db8a3798db81" providerId="AD" clId="Web-{33C699C6-6B5D-60B7-54CA-31D7A813744D}" dt="2026-06-27T15:31:55.346" v="6"/>
        <pc:sldMkLst>
          <pc:docMk/>
          <pc:sldMk cId="1417017300" sldId="297"/>
        </pc:sldMkLst>
      </pc:sldChg>
      <pc:sldChg chg="add">
        <pc:chgData name="Mateusz Pomianek" userId="S::mpomianek@o365.prz.edu.pl::3d638ea4-2586-4d1a-a8fd-db8a3798db81" providerId="AD" clId="Web-{33C699C6-6B5D-60B7-54CA-31D7A813744D}" dt="2026-06-27T15:31:55.440" v="7"/>
        <pc:sldMkLst>
          <pc:docMk/>
          <pc:sldMk cId="2373747891" sldId="298"/>
        </pc:sldMkLst>
      </pc:sldChg>
      <pc:sldChg chg="add">
        <pc:chgData name="Mateusz Pomianek" userId="S::mpomianek@o365.prz.edu.pl::3d638ea4-2586-4d1a-a8fd-db8a3798db81" providerId="AD" clId="Web-{33C699C6-6B5D-60B7-54CA-31D7A813744D}" dt="2026-06-27T15:31:55.581" v="8"/>
        <pc:sldMkLst>
          <pc:docMk/>
          <pc:sldMk cId="1342341123" sldId="299"/>
        </pc:sldMkLst>
      </pc:sldChg>
      <pc:sldChg chg="modSp add">
        <pc:chgData name="Mateusz Pomianek" userId="S::mpomianek@o365.prz.edu.pl::3d638ea4-2586-4d1a-a8fd-db8a3798db81" providerId="AD" clId="Web-{33C699C6-6B5D-60B7-54CA-31D7A813744D}" dt="2026-06-27T15:39:00.258" v="292" actId="20577"/>
        <pc:sldMkLst>
          <pc:docMk/>
          <pc:sldMk cId="1781659464" sldId="300"/>
        </pc:sldMkLst>
        <pc:spChg chg="mod">
          <ac:chgData name="Mateusz Pomianek" userId="S::mpomianek@o365.prz.edu.pl::3d638ea4-2586-4d1a-a8fd-db8a3798db81" providerId="AD" clId="Web-{33C699C6-6B5D-60B7-54CA-31D7A813744D}" dt="2026-06-27T15:39:00.258" v="292" actId="20577"/>
          <ac:spMkLst>
            <pc:docMk/>
            <pc:sldMk cId="1781659464" sldId="300"/>
            <ac:spMk id="25" creationId="{00000000-0000-0000-0000-000000000000}"/>
          </ac:spMkLst>
        </pc:spChg>
      </pc:sldChg>
      <pc:sldChg chg="add">
        <pc:chgData name="Mateusz Pomianek" userId="S::mpomianek@o365.prz.edu.pl::3d638ea4-2586-4d1a-a8fd-db8a3798db81" providerId="AD" clId="Web-{33C699C6-6B5D-60B7-54CA-31D7A813744D}" dt="2026-06-27T15:31:55.737" v="10"/>
        <pc:sldMkLst>
          <pc:docMk/>
          <pc:sldMk cId="831162118" sldId="301"/>
        </pc:sldMkLst>
      </pc:sldChg>
      <pc:sldChg chg="add">
        <pc:chgData name="Mateusz Pomianek" userId="S::mpomianek@o365.prz.edu.pl::3d638ea4-2586-4d1a-a8fd-db8a3798db81" providerId="AD" clId="Web-{33C699C6-6B5D-60B7-54CA-31D7A813744D}" dt="2026-06-27T15:31:55.815" v="11"/>
        <pc:sldMkLst>
          <pc:docMk/>
          <pc:sldMk cId="1781314527" sldId="302"/>
        </pc:sldMkLst>
      </pc:sldChg>
      <pc:sldChg chg="add">
        <pc:chgData name="Mateusz Pomianek" userId="S::mpomianek@o365.prz.edu.pl::3d638ea4-2586-4d1a-a8fd-db8a3798db81" providerId="AD" clId="Web-{33C699C6-6B5D-60B7-54CA-31D7A813744D}" dt="2026-06-27T15:31:55.987" v="12"/>
        <pc:sldMkLst>
          <pc:docMk/>
          <pc:sldMk cId="3000072868" sldId="303"/>
        </pc:sldMkLst>
      </pc:sldChg>
      <pc:sldChg chg="add">
        <pc:chgData name="Mateusz Pomianek" userId="S::mpomianek@o365.prz.edu.pl::3d638ea4-2586-4d1a-a8fd-db8a3798db81" providerId="AD" clId="Web-{33C699C6-6B5D-60B7-54CA-31D7A813744D}" dt="2026-06-27T15:31:56.159" v="13"/>
        <pc:sldMkLst>
          <pc:docMk/>
          <pc:sldMk cId="3304310526" sldId="304"/>
        </pc:sldMkLst>
      </pc:sldChg>
      <pc:sldChg chg="add">
        <pc:chgData name="Mateusz Pomianek" userId="S::mpomianek@o365.prz.edu.pl::3d638ea4-2586-4d1a-a8fd-db8a3798db81" providerId="AD" clId="Web-{33C699C6-6B5D-60B7-54CA-31D7A813744D}" dt="2026-06-27T15:31:56.237" v="14"/>
        <pc:sldMkLst>
          <pc:docMk/>
          <pc:sldMk cId="1356753842" sldId="30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Arkusz_programu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Arkusz_programu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1"/>
  <c:style val="2"/>
  <c:chart>
    <c:title>
      <c:tx>
        <c:rich>
          <a:bodyPr/>
          <a:lstStyle/>
          <a:p>
            <a:pPr>
              <a:defRPr sz="1100" b="0" i="0" u="none" strike="noStrike">
                <a:solidFill>
                  <a:srgbClr val="1B2A56"/>
                </a:solidFill>
                <a:latin typeface="Arial"/>
              </a:defRPr>
            </a:pPr>
            <a:r>
              <a:rPr lang="pl-PL" sz="1100" b="0" i="0" u="none" strike="noStrike">
                <a:solidFill>
                  <a:srgbClr val="1B2A56"/>
                </a:solidFill>
                <a:latin typeface="Arial"/>
              </a:rPr>
              <a:t>Częste pomiary w toku terapii</a:t>
            </a:r>
          </a:p>
        </c:rich>
      </c:tx>
      <c:overlay val="0"/>
    </c:title>
    <c:autoTitleDeleted val="0"/>
    <c:plotArea>
      <c:layout/>
      <c:lineChart>
        <c:grouping val="standard"/>
        <c:varyColors val="0"/>
        <c:ser>
          <c:idx val="0"/>
          <c:order val="0"/>
          <c:tx>
            <c:strRef>
              <c:f>Sheet1!$B$1</c:f>
              <c:strCache>
                <c:ptCount val="1"/>
                <c:pt idx="0">
                  <c:v>Wynik skali objawowej</c:v>
                </c:pt>
              </c:strCache>
            </c:strRef>
          </c:tx>
          <c:spPr>
            <a:ln w="31750" cap="flat">
              <a:solidFill>
                <a:srgbClr val="3D63B3"/>
              </a:solidFill>
              <a:prstDash val="solid"/>
              <a:round/>
            </a:ln>
            <a:effectLst/>
          </c:spPr>
          <c:marker>
            <c:symbol val="circle"/>
            <c:size val="7"/>
            <c:spPr>
              <a:solidFill>
                <a:srgbClr val="3D63B3"/>
              </a:solidFill>
              <a:ln w="9525" cap="flat">
                <a:solidFill>
                  <a:srgbClr val="3D63B3"/>
                </a:solidFill>
                <a:prstDash val="solid"/>
                <a:round/>
              </a:ln>
              <a:effectLst/>
            </c:spPr>
          </c:marker>
          <c:dLbls>
            <c:numFmt formatCode="#,##0" sourceLinked="0"/>
            <c:spPr>
              <a:noFill/>
              <a:ln>
                <a:noFill/>
              </a:ln>
              <a:effectLst/>
            </c:spPr>
            <c:txPr>
              <a:bodyPr/>
              <a:lstStyle/>
              <a:p>
                <a:pPr>
                  <a:defRPr sz="850" b="0" i="0" u="none" strike="noStrike">
                    <a:solidFill>
                      <a:srgbClr val="2C4373"/>
                    </a:solidFill>
                    <a:latin typeface="Arial"/>
                  </a:defRPr>
                </a:pPr>
                <a:endParaRPr lang="pl-PL"/>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Bazowy</c:v>
                </c:pt>
                <c:pt idx="1">
                  <c:v>Tydz. 2</c:v>
                </c:pt>
                <c:pt idx="2">
                  <c:v>Tydz. 4</c:v>
                </c:pt>
                <c:pt idx="3">
                  <c:v>Tydz. 6</c:v>
                </c:pt>
                <c:pt idx="4">
                  <c:v>Tydz. 8</c:v>
                </c:pt>
                <c:pt idx="5">
                  <c:v>Tydz. 10</c:v>
                </c:pt>
              </c:strCache>
            </c:strRef>
          </c:cat>
          <c:val>
            <c:numRef>
              <c:f>Sheet1!$B$2:$B$7</c:f>
              <c:numCache>
                <c:formatCode>General</c:formatCode>
                <c:ptCount val="6"/>
                <c:pt idx="0">
                  <c:v>19</c:v>
                </c:pt>
                <c:pt idx="1">
                  <c:v>17</c:v>
                </c:pt>
                <c:pt idx="2">
                  <c:v>15</c:v>
                </c:pt>
                <c:pt idx="3">
                  <c:v>16</c:v>
                </c:pt>
                <c:pt idx="4">
                  <c:v>11</c:v>
                </c:pt>
                <c:pt idx="5">
                  <c:v>8</c:v>
                </c:pt>
              </c:numCache>
            </c:numRef>
          </c:val>
          <c:smooth val="0"/>
          <c:extLst>
            <c:ext xmlns:c16="http://schemas.microsoft.com/office/drawing/2014/chart" uri="{C3380CC4-5D6E-409C-BE32-E72D297353CC}">
              <c16:uniqueId val="{00000000-5818-4E82-8CB8-79226D9B845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pl-P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C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Arial"/>
              </a:defRPr>
            </a:pPr>
            <a:endParaRPr lang="pl-PL"/>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1"/>
  <c:style val="2"/>
  <c:chart>
    <c:autoTitleDeleted val="1"/>
    <c:plotArea>
      <c:layout/>
      <c:lineChart>
        <c:grouping val="standard"/>
        <c:varyColors val="0"/>
        <c:ser>
          <c:idx val="0"/>
          <c:order val="0"/>
          <c:tx>
            <c:strRef>
              <c:f>Sheet1!$B$1</c:f>
              <c:strCache>
                <c:ptCount val="1"/>
                <c:pt idx="0">
                  <c:v>Rozwój technologiczny (VR, AI, dane multimodalne)</c:v>
                </c:pt>
              </c:strCache>
            </c:strRef>
          </c:tx>
          <c:spPr>
            <a:ln w="31750" cap="flat">
              <a:solidFill>
                <a:srgbClr val="3D63B3"/>
              </a:solidFill>
              <a:prstDash val="solid"/>
              <a:round/>
            </a:ln>
            <a:effectLst/>
          </c:spPr>
          <c:marker>
            <c:symbol val="circle"/>
            <c:size val="6"/>
            <c:spPr>
              <a:solidFill>
                <a:srgbClr val="3D63B3"/>
              </a:solidFill>
              <a:ln w="9525" cap="flat">
                <a:solidFill>
                  <a:srgbClr val="3D63B3"/>
                </a:solidFill>
                <a:prstDash val="solid"/>
                <a:round/>
              </a:ln>
              <a:effectLst/>
            </c:spPr>
          </c:marker>
          <c:cat>
            <c:strRef>
              <c:f>Sheet1!$A$2:$A$5</c:f>
              <c:strCache>
                <c:ptCount val="4"/>
                <c:pt idx="0">
                  <c:v>Dziś</c:v>
                </c:pt>
                <c:pt idx="1">
                  <c:v>+2 lata</c:v>
                </c:pt>
                <c:pt idx="2">
                  <c:v>+5 lat</c:v>
                </c:pt>
                <c:pt idx="3">
                  <c:v>+10 lat</c:v>
                </c:pt>
              </c:strCache>
            </c:strRef>
          </c:cat>
          <c:val>
            <c:numRef>
              <c:f>Sheet1!$B$2:$B$5</c:f>
              <c:numCache>
                <c:formatCode>General</c:formatCode>
                <c:ptCount val="4"/>
                <c:pt idx="0">
                  <c:v>3</c:v>
                </c:pt>
                <c:pt idx="1">
                  <c:v>5</c:v>
                </c:pt>
                <c:pt idx="2">
                  <c:v>8</c:v>
                </c:pt>
                <c:pt idx="3">
                  <c:v>10</c:v>
                </c:pt>
              </c:numCache>
            </c:numRef>
          </c:val>
          <c:smooth val="0"/>
          <c:extLst>
            <c:ext xmlns:c16="http://schemas.microsoft.com/office/drawing/2014/chart" uri="{C3380CC4-5D6E-409C-BE32-E72D297353CC}">
              <c16:uniqueId val="{00000000-7B5E-4C7C-AB66-CF05100BBD44}"/>
            </c:ext>
          </c:extLst>
        </c:ser>
        <c:ser>
          <c:idx val="1"/>
          <c:order val="1"/>
          <c:tx>
            <c:strRef>
              <c:f>Sheet1!$C$1</c:f>
              <c:strCache>
                <c:ptCount val="1"/>
                <c:pt idx="0">
                  <c:v>Rozwój ram odpowiedzialności i etyki</c:v>
                </c:pt>
              </c:strCache>
            </c:strRef>
          </c:tx>
          <c:spPr>
            <a:ln w="31750" cap="flat">
              <a:solidFill>
                <a:srgbClr val="1E9E78"/>
              </a:solidFill>
              <a:prstDash val="solid"/>
              <a:round/>
            </a:ln>
            <a:effectLst/>
          </c:spPr>
          <c:marker>
            <c:symbol val="circle"/>
            <c:size val="6"/>
            <c:spPr>
              <a:solidFill>
                <a:srgbClr val="1E9E78"/>
              </a:solidFill>
              <a:ln w="9525" cap="flat">
                <a:solidFill>
                  <a:srgbClr val="1E9E78"/>
                </a:solidFill>
                <a:prstDash val="solid"/>
                <a:round/>
              </a:ln>
              <a:effectLst/>
            </c:spPr>
          </c:marker>
          <c:cat>
            <c:strRef>
              <c:f>Sheet1!$A$2:$A$5</c:f>
              <c:strCache>
                <c:ptCount val="4"/>
                <c:pt idx="0">
                  <c:v>Dziś</c:v>
                </c:pt>
                <c:pt idx="1">
                  <c:v>+2 lata</c:v>
                </c:pt>
                <c:pt idx="2">
                  <c:v>+5 lat</c:v>
                </c:pt>
                <c:pt idx="3">
                  <c:v>+10 lat</c:v>
                </c:pt>
              </c:strCache>
            </c:strRef>
          </c:cat>
          <c:val>
            <c:numRef>
              <c:f>Sheet1!$C$2:$C$5</c:f>
              <c:numCache>
                <c:formatCode>General</c:formatCode>
                <c:ptCount val="4"/>
                <c:pt idx="0">
                  <c:v>3</c:v>
                </c:pt>
                <c:pt idx="1">
                  <c:v>4</c:v>
                </c:pt>
                <c:pt idx="2">
                  <c:v>6</c:v>
                </c:pt>
                <c:pt idx="3">
                  <c:v>8</c:v>
                </c:pt>
              </c:numCache>
            </c:numRef>
          </c:val>
          <c:smooth val="0"/>
          <c:extLst>
            <c:ext xmlns:c16="http://schemas.microsoft.com/office/drawing/2014/chart" uri="{C3380CC4-5D6E-409C-BE32-E72D297353CC}">
              <c16:uniqueId val="{00000001-7B5E-4C7C-AB66-CF05100BBD4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pl-PL"/>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layout/>
      <c:overlay val="0"/>
      <c:txPr>
        <a:bodyPr/>
        <a:lstStyle/>
        <a:p>
          <a:pPr>
            <a:defRPr sz="1600">
              <a:solidFill>
                <a:srgbClr val="5B6472"/>
              </a:solidFill>
            </a:defRPr>
          </a:pPr>
          <a:endParaRPr lang="pl-PL"/>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2752E3-4B4F-479A-A3FC-D9C3B4A60BE7}" type="datetimeFigureOut">
              <a:rPr lang="pl-PL" smtClean="0"/>
              <a:t>11.09.2026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0D0A3A-B9D2-4A63-9AE0-BE78A543A3C4}" type="slidenum">
              <a:rPr lang="pl-PL" smtClean="0"/>
              <a:t>‹#›</a:t>
            </a:fld>
            <a:endParaRPr lang="pl-PL"/>
          </a:p>
        </p:txBody>
      </p:sp>
    </p:spTree>
    <p:extLst>
      <p:ext uri="{BB962C8B-B14F-4D97-AF65-F5344CB8AC3E}">
        <p14:creationId xmlns:p14="http://schemas.microsoft.com/office/powerpoint/2010/main" val="347206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Zacznijmy od uporządkowania intuicji, z którą większość z Was przychodzi na ten wykład: e-terapia to terapia przez kamerkę. To prawda, ale tylko częściowo. Kiedy psycholog </a:t>
            </a:r>
            <a:r>
              <a:rPr lang="en-US" err="1"/>
              <a:t>prowadzi</a:t>
            </a:r>
            <a:r>
              <a:rPr lang="en-US"/>
              <a:t> </a:t>
            </a:r>
            <a:r>
              <a:rPr lang="pl-PL" noProof="0"/>
              <a:t>proces</a:t>
            </a:r>
            <a:r>
              <a:rPr lang="en-US"/>
              <a:t> pomocy z wykorzystaniem technologii cyfrowych, zmienia się znacznie więcej niż kanał </a:t>
            </a:r>
            <a:r>
              <a:rPr lang="en-US" err="1"/>
              <a:t>komunikacji</a:t>
            </a:r>
            <a:r>
              <a:rPr lang="en-US"/>
              <a:t> - zmienia się sposób dokumentowania sesji, monitorowania stanu klienta między spotkaniami, reagowania w sytuacji kryzysowej i rozkład odpowiedzialności, gdy w procesie pojawia się aplikacja czy algorytm. Ten wykład prowadzi przez cały ten </a:t>
            </a:r>
            <a:r>
              <a:rPr lang="en-US" err="1"/>
              <a:t>ekosystem</a:t>
            </a:r>
            <a:r>
              <a:rPr lang="en-US"/>
              <a:t> - od kwalifikacji klienta, przez relację terapeutyczną, po dokumentację, bezpieczeństwo danych i rolę AI. Założenie jest praktyczne: chcę, żebyście po tym wykładzie umieli zaprojektować bezpieczny, uzasadniony klinicznie </a:t>
            </a:r>
            <a:r>
              <a:rPr lang="en-US" err="1"/>
              <a:t>proces</a:t>
            </a:r>
            <a:r>
              <a:rPr lang="en-US"/>
              <a:t> e-terapii.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812571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Pytanie</a:t>
            </a:r>
            <a:r>
              <a:rPr lang="en-US" dirty="0"/>
              <a:t> </a:t>
            </a:r>
            <a:r>
              <a:rPr lang="en-US" dirty="0" err="1"/>
              <a:t>dlaczego</a:t>
            </a:r>
            <a:r>
              <a:rPr lang="en-US" dirty="0"/>
              <a:t> </a:t>
            </a:r>
            <a:r>
              <a:rPr lang="en-US" dirty="0" err="1"/>
              <a:t>teraz</a:t>
            </a:r>
            <a:r>
              <a:rPr lang="en-US" dirty="0"/>
              <a:t> </a:t>
            </a:r>
            <a:r>
              <a:rPr lang="en-US" dirty="0" err="1"/>
              <a:t>nie</a:t>
            </a:r>
            <a:r>
              <a:rPr lang="en-US" dirty="0"/>
              <a:t> jest </a:t>
            </a:r>
            <a:r>
              <a:rPr lang="en-US" dirty="0" err="1"/>
              <a:t>retoryczne</a:t>
            </a:r>
            <a:r>
              <a:rPr lang="en-US" dirty="0"/>
              <a:t> - to </a:t>
            </a:r>
            <a:r>
              <a:rPr lang="en-US" dirty="0" err="1"/>
              <a:t>realny</a:t>
            </a:r>
            <a:r>
              <a:rPr lang="en-US" dirty="0"/>
              <a:t> </a:t>
            </a:r>
            <a:r>
              <a:rPr lang="en-US" dirty="0" err="1"/>
              <a:t>zbieg</a:t>
            </a:r>
            <a:r>
              <a:rPr lang="en-US" dirty="0"/>
              <a:t> </a:t>
            </a:r>
            <a:r>
              <a:rPr lang="en-US" dirty="0" err="1"/>
              <a:t>kilku</a:t>
            </a:r>
            <a:r>
              <a:rPr lang="en-US" dirty="0"/>
              <a:t> </a:t>
            </a:r>
            <a:r>
              <a:rPr lang="en-US" dirty="0" err="1"/>
              <a:t>niezależnych</a:t>
            </a:r>
            <a:r>
              <a:rPr lang="en-US" dirty="0"/>
              <a:t> </a:t>
            </a:r>
            <a:r>
              <a:rPr lang="en-US" dirty="0" err="1"/>
              <a:t>trendów</a:t>
            </a:r>
            <a:r>
              <a:rPr lang="en-US" dirty="0"/>
              <a:t>. </a:t>
            </a:r>
            <a:r>
              <a:rPr lang="en-US" dirty="0" err="1"/>
              <a:t>Zapotrzebowanie</a:t>
            </a:r>
            <a:r>
              <a:rPr lang="en-US" dirty="0"/>
              <a:t> </a:t>
            </a:r>
            <a:r>
              <a:rPr lang="en-US" dirty="0" err="1"/>
              <a:t>na</a:t>
            </a:r>
            <a:r>
              <a:rPr lang="en-US" dirty="0"/>
              <a:t> </a:t>
            </a:r>
            <a:r>
              <a:rPr lang="en-US" dirty="0" err="1"/>
              <a:t>pomoc</a:t>
            </a:r>
            <a:r>
              <a:rPr lang="en-US" dirty="0"/>
              <a:t> </a:t>
            </a:r>
            <a:r>
              <a:rPr lang="en-US" dirty="0" err="1"/>
              <a:t>psychologiczną</a:t>
            </a:r>
            <a:r>
              <a:rPr lang="en-US" dirty="0"/>
              <a:t> </a:t>
            </a:r>
            <a:r>
              <a:rPr lang="en-US" dirty="0" err="1"/>
              <a:t>rośnie</a:t>
            </a:r>
            <a:r>
              <a:rPr lang="en-US" dirty="0"/>
              <a:t> </a:t>
            </a:r>
            <a:r>
              <a:rPr lang="en-US" dirty="0" err="1"/>
              <a:t>szybciej</a:t>
            </a:r>
            <a:r>
              <a:rPr lang="en-US" dirty="0"/>
              <a:t> </a:t>
            </a:r>
            <a:r>
              <a:rPr lang="en-US" dirty="0" err="1"/>
              <a:t>niż</a:t>
            </a:r>
            <a:r>
              <a:rPr lang="en-US" dirty="0"/>
              <a:t> </a:t>
            </a:r>
            <a:r>
              <a:rPr lang="en-US" dirty="0" err="1"/>
              <a:t>liczba</a:t>
            </a:r>
            <a:r>
              <a:rPr lang="en-US" dirty="0"/>
              <a:t> </a:t>
            </a:r>
            <a:r>
              <a:rPr lang="en-US" dirty="0" err="1"/>
              <a:t>dostępnych</a:t>
            </a:r>
            <a:r>
              <a:rPr lang="en-US" dirty="0"/>
              <a:t> </a:t>
            </a:r>
            <a:r>
              <a:rPr lang="en-US" dirty="0" err="1"/>
              <a:t>specjalistów</a:t>
            </a:r>
            <a:r>
              <a:rPr lang="en-US" dirty="0"/>
              <a:t>. </a:t>
            </a:r>
            <a:r>
              <a:rPr lang="en-US" dirty="0" err="1"/>
              <a:t>Doświadczenie</a:t>
            </a:r>
            <a:r>
              <a:rPr lang="en-US" dirty="0"/>
              <a:t> </a:t>
            </a:r>
            <a:r>
              <a:rPr lang="en-US" dirty="0" err="1"/>
              <a:t>pandemii</a:t>
            </a:r>
            <a:r>
              <a:rPr lang="en-US" dirty="0"/>
              <a:t> </a:t>
            </a:r>
            <a:r>
              <a:rPr lang="en-US" dirty="0" err="1"/>
              <a:t>znormalizowało</a:t>
            </a:r>
            <a:r>
              <a:rPr lang="en-US" dirty="0"/>
              <a:t> </a:t>
            </a:r>
            <a:r>
              <a:rPr lang="en-US" dirty="0" err="1"/>
              <a:t>kontakt</a:t>
            </a:r>
            <a:r>
              <a:rPr lang="en-US" dirty="0"/>
              <a:t> </a:t>
            </a:r>
            <a:r>
              <a:rPr lang="en-US" dirty="0" err="1"/>
              <a:t>zdalny</a:t>
            </a:r>
            <a:r>
              <a:rPr lang="en-US" dirty="0"/>
              <a:t> w </a:t>
            </a:r>
            <a:r>
              <a:rPr lang="en-US" dirty="0" err="1"/>
              <a:t>sposób</a:t>
            </a:r>
            <a:r>
              <a:rPr lang="en-US" dirty="0"/>
              <a:t>, </a:t>
            </a:r>
            <a:r>
              <a:rPr lang="en-US" dirty="0" err="1"/>
              <a:t>który</a:t>
            </a:r>
            <a:r>
              <a:rPr lang="en-US" dirty="0"/>
              <a:t> </a:t>
            </a:r>
            <a:r>
              <a:rPr lang="en-US" dirty="0" err="1"/>
              <a:t>jeszcze</a:t>
            </a:r>
            <a:r>
              <a:rPr lang="en-US" dirty="0"/>
              <a:t> </a:t>
            </a:r>
            <a:r>
              <a:rPr lang="en-US" dirty="0" err="1"/>
              <a:t>dekadę</a:t>
            </a:r>
            <a:r>
              <a:rPr lang="en-US" dirty="0"/>
              <a:t> </a:t>
            </a:r>
            <a:r>
              <a:rPr lang="en-US" dirty="0" err="1"/>
              <a:t>temu</a:t>
            </a:r>
            <a:r>
              <a:rPr lang="en-US" dirty="0"/>
              <a:t> </a:t>
            </a:r>
            <a:r>
              <a:rPr lang="en-US" dirty="0" err="1"/>
              <a:t>wymagałby</a:t>
            </a:r>
            <a:r>
              <a:rPr lang="en-US" dirty="0"/>
              <a:t> </a:t>
            </a:r>
            <a:r>
              <a:rPr lang="en-US" dirty="0" err="1"/>
              <a:t>lat</a:t>
            </a:r>
            <a:r>
              <a:rPr lang="en-US" dirty="0"/>
              <a:t> </a:t>
            </a:r>
            <a:r>
              <a:rPr lang="en-US" dirty="0" err="1"/>
              <a:t>edukacji</a:t>
            </a:r>
            <a:r>
              <a:rPr lang="en-US" dirty="0"/>
              <a:t>. </a:t>
            </a:r>
            <a:r>
              <a:rPr lang="en-US" dirty="0" err="1"/>
              <a:t>Życie</a:t>
            </a:r>
            <a:r>
              <a:rPr lang="en-US" dirty="0"/>
              <a:t> </a:t>
            </a:r>
            <a:r>
              <a:rPr lang="en-US" dirty="0" err="1"/>
              <a:t>społeczne</a:t>
            </a:r>
            <a:r>
              <a:rPr lang="en-US" dirty="0"/>
              <a:t> </a:t>
            </a:r>
            <a:r>
              <a:rPr lang="en-US" dirty="0" err="1"/>
              <a:t>przenosi</a:t>
            </a:r>
            <a:r>
              <a:rPr lang="en-US" dirty="0"/>
              <a:t> </a:t>
            </a:r>
            <a:r>
              <a:rPr lang="en-US" dirty="0" err="1"/>
              <a:t>się</a:t>
            </a:r>
            <a:r>
              <a:rPr lang="en-US" dirty="0"/>
              <a:t> do </a:t>
            </a:r>
            <a:r>
              <a:rPr lang="en-US" dirty="0" err="1"/>
              <a:t>środowiska</a:t>
            </a:r>
            <a:r>
              <a:rPr lang="en-US" dirty="0"/>
              <a:t> </a:t>
            </a:r>
            <a:r>
              <a:rPr lang="en-US" dirty="0" err="1"/>
              <a:t>cyfrowego</a:t>
            </a:r>
            <a:r>
              <a:rPr lang="en-US" dirty="0"/>
              <a:t> </a:t>
            </a:r>
            <a:r>
              <a:rPr lang="en-US" dirty="0" err="1"/>
              <a:t>niezależnie</a:t>
            </a:r>
            <a:r>
              <a:rPr lang="en-US" dirty="0"/>
              <a:t> od </a:t>
            </a:r>
            <a:r>
              <a:rPr lang="en-US" dirty="0" err="1"/>
              <a:t>terapii</a:t>
            </a:r>
            <a:r>
              <a:rPr lang="en-US" dirty="0"/>
              <a:t>. </a:t>
            </a:r>
            <a:r>
              <a:rPr lang="en-US" dirty="0" err="1"/>
              <a:t>Czwarty</a:t>
            </a:r>
            <a:r>
              <a:rPr lang="en-US" dirty="0"/>
              <a:t> </a:t>
            </a:r>
            <a:r>
              <a:rPr lang="en-US" dirty="0" err="1"/>
              <a:t>czynnik</a:t>
            </a:r>
            <a:r>
              <a:rPr lang="en-US" dirty="0"/>
              <a:t> to </a:t>
            </a:r>
            <a:r>
              <a:rPr lang="en-US" dirty="0" err="1"/>
              <a:t>gwałtowny</a:t>
            </a:r>
            <a:r>
              <a:rPr lang="en-US" dirty="0"/>
              <a:t> </a:t>
            </a:r>
            <a:r>
              <a:rPr lang="en-US" dirty="0" err="1"/>
              <a:t>rozwój</a:t>
            </a:r>
            <a:r>
              <a:rPr lang="en-US" dirty="0"/>
              <a:t> </a:t>
            </a:r>
            <a:r>
              <a:rPr lang="en-US" dirty="0" err="1"/>
              <a:t>technologii</a:t>
            </a:r>
            <a:r>
              <a:rPr lang="en-US" dirty="0"/>
              <a:t>: </a:t>
            </a:r>
            <a:r>
              <a:rPr lang="en-US" dirty="0" err="1"/>
              <a:t>aplikacje</a:t>
            </a:r>
            <a:r>
              <a:rPr lang="en-US" dirty="0"/>
              <a:t>, </a:t>
            </a:r>
            <a:r>
              <a:rPr lang="en-US" dirty="0" err="1"/>
              <a:t>urządzenia</a:t>
            </a:r>
            <a:r>
              <a:rPr lang="en-US" dirty="0"/>
              <a:t> </a:t>
            </a:r>
            <a:r>
              <a:rPr lang="en-US" dirty="0" err="1"/>
              <a:t>monitorujące</a:t>
            </a:r>
            <a:r>
              <a:rPr lang="en-US" dirty="0"/>
              <a:t>, VR </a:t>
            </a:r>
            <a:r>
              <a:rPr lang="en-US" dirty="0" err="1"/>
              <a:t>i</a:t>
            </a:r>
            <a:r>
              <a:rPr lang="en-US" dirty="0"/>
              <a:t> </a:t>
            </a:r>
            <a:r>
              <a:rPr lang="en-US" dirty="0" err="1"/>
              <a:t>generatywna</a:t>
            </a:r>
            <a:r>
              <a:rPr lang="en-US" dirty="0"/>
              <a:t> AI. </a:t>
            </a:r>
            <a:r>
              <a:rPr lang="en-US" dirty="0" err="1"/>
              <a:t>Te</a:t>
            </a:r>
            <a:r>
              <a:rPr lang="en-US" dirty="0"/>
              <a:t> </a:t>
            </a:r>
            <a:r>
              <a:rPr lang="en-US" dirty="0" err="1"/>
              <a:t>cztery</a:t>
            </a:r>
            <a:r>
              <a:rPr lang="en-US" dirty="0"/>
              <a:t> </a:t>
            </a:r>
            <a:r>
              <a:rPr lang="en-US" dirty="0" err="1"/>
              <a:t>siły</a:t>
            </a:r>
            <a:r>
              <a:rPr lang="en-US" dirty="0"/>
              <a:t> </a:t>
            </a:r>
            <a:r>
              <a:rPr lang="en-US" dirty="0" err="1"/>
              <a:t>razem</a:t>
            </a:r>
            <a:r>
              <a:rPr lang="en-US" dirty="0"/>
              <a:t> </a:t>
            </a:r>
            <a:r>
              <a:rPr lang="en-US" dirty="0" err="1"/>
              <a:t>tworzą</a:t>
            </a:r>
            <a:r>
              <a:rPr lang="en-US" dirty="0"/>
              <a:t> </a:t>
            </a:r>
            <a:r>
              <a:rPr lang="en-US" dirty="0" err="1"/>
              <a:t>presję</a:t>
            </a:r>
            <a:r>
              <a:rPr lang="en-US" dirty="0"/>
              <a:t>, </a:t>
            </a:r>
            <a:r>
              <a:rPr lang="en-US" dirty="0" err="1"/>
              <a:t>której</a:t>
            </a:r>
            <a:r>
              <a:rPr lang="en-US" dirty="0"/>
              <a:t> </a:t>
            </a:r>
            <a:r>
              <a:rPr lang="en-US" dirty="0" err="1"/>
              <a:t>nie</a:t>
            </a:r>
            <a:r>
              <a:rPr lang="en-US" dirty="0"/>
              <a:t> da </a:t>
            </a:r>
            <a:r>
              <a:rPr lang="en-US" dirty="0" err="1"/>
              <a:t>się</a:t>
            </a:r>
            <a:r>
              <a:rPr lang="en-US" dirty="0"/>
              <a:t> </a:t>
            </a:r>
            <a:r>
              <a:rPr lang="en-US" dirty="0" err="1"/>
              <a:t>już</a:t>
            </a:r>
            <a:r>
              <a:rPr lang="en-US" dirty="0"/>
              <a:t> </a:t>
            </a:r>
            <a:r>
              <a:rPr lang="en-US" dirty="0" err="1"/>
              <a:t>zignorować</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568240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Historycznie</a:t>
            </a:r>
            <a:r>
              <a:rPr lang="en-US" dirty="0"/>
              <a:t> </a:t>
            </a:r>
            <a:r>
              <a:rPr lang="en-US" dirty="0" err="1"/>
              <a:t>terapia</a:t>
            </a:r>
            <a:r>
              <a:rPr lang="en-US" dirty="0"/>
              <a:t> </a:t>
            </a:r>
            <a:r>
              <a:rPr lang="en-US" dirty="0" err="1"/>
              <a:t>na</a:t>
            </a:r>
            <a:r>
              <a:rPr lang="en-US" dirty="0"/>
              <a:t> </a:t>
            </a:r>
            <a:r>
              <a:rPr lang="en-US" dirty="0" err="1"/>
              <a:t>odległość</a:t>
            </a:r>
            <a:r>
              <a:rPr lang="en-US" dirty="0"/>
              <a:t> </a:t>
            </a:r>
            <a:r>
              <a:rPr lang="en-US" dirty="0" err="1"/>
              <a:t>zaczynała</a:t>
            </a:r>
            <a:r>
              <a:rPr lang="en-US" dirty="0"/>
              <a:t> </a:t>
            </a:r>
            <a:r>
              <a:rPr lang="en-US" dirty="0" err="1"/>
              <a:t>się</a:t>
            </a:r>
            <a:r>
              <a:rPr lang="en-US" dirty="0"/>
              <a:t> </a:t>
            </a:r>
            <a:r>
              <a:rPr lang="en-US" dirty="0" err="1"/>
              <a:t>bardzo</a:t>
            </a:r>
            <a:r>
              <a:rPr lang="en-US" dirty="0"/>
              <a:t> </a:t>
            </a:r>
            <a:r>
              <a:rPr lang="en-US" dirty="0" err="1"/>
              <a:t>prosto</a:t>
            </a:r>
            <a:r>
              <a:rPr lang="en-US" dirty="0"/>
              <a:t>: </a:t>
            </a:r>
            <a:r>
              <a:rPr lang="en-US" dirty="0" err="1"/>
              <a:t>telefon</a:t>
            </a:r>
            <a:r>
              <a:rPr lang="en-US" dirty="0"/>
              <a:t> </a:t>
            </a:r>
            <a:r>
              <a:rPr lang="en-US" dirty="0" err="1"/>
              <a:t>albo</a:t>
            </a:r>
            <a:r>
              <a:rPr lang="en-US" dirty="0"/>
              <a:t> </a:t>
            </a:r>
            <a:r>
              <a:rPr lang="en-US" dirty="0" err="1"/>
              <a:t>wideo</a:t>
            </a:r>
            <a:r>
              <a:rPr lang="en-US" dirty="0"/>
              <a:t> </a:t>
            </a:r>
            <a:r>
              <a:rPr lang="en-US" dirty="0" err="1"/>
              <a:t>zastępowało</a:t>
            </a:r>
            <a:r>
              <a:rPr lang="en-US" dirty="0"/>
              <a:t> </a:t>
            </a:r>
            <a:r>
              <a:rPr lang="en-US" dirty="0" err="1"/>
              <a:t>spotkanie</a:t>
            </a:r>
            <a:r>
              <a:rPr lang="en-US" dirty="0"/>
              <a:t> w </a:t>
            </a:r>
            <a:r>
              <a:rPr lang="en-US" dirty="0" err="1"/>
              <a:t>gabinecie</a:t>
            </a:r>
            <a:r>
              <a:rPr lang="en-US" dirty="0"/>
              <a:t>, a </a:t>
            </a:r>
            <a:r>
              <a:rPr lang="en-US" dirty="0" err="1"/>
              <a:t>cała</a:t>
            </a:r>
            <a:r>
              <a:rPr lang="en-US" dirty="0"/>
              <a:t> </a:t>
            </a:r>
            <a:r>
              <a:rPr lang="en-US" dirty="0" err="1"/>
              <a:t>reszta</a:t>
            </a:r>
            <a:r>
              <a:rPr lang="en-US" dirty="0"/>
              <a:t> </a:t>
            </a:r>
            <a:r>
              <a:rPr lang="en-US" dirty="0" err="1"/>
              <a:t>procesu</a:t>
            </a:r>
            <a:r>
              <a:rPr lang="en-US" dirty="0"/>
              <a:t> </a:t>
            </a:r>
            <a:r>
              <a:rPr lang="en-US" dirty="0" err="1"/>
              <a:t>pozostawała</a:t>
            </a:r>
            <a:r>
              <a:rPr lang="en-US" dirty="0"/>
              <a:t> taka </a:t>
            </a:r>
            <a:r>
              <a:rPr lang="en-US" dirty="0" err="1"/>
              <a:t>jak</a:t>
            </a:r>
            <a:r>
              <a:rPr lang="en-US" dirty="0"/>
              <a:t> w </a:t>
            </a:r>
            <a:r>
              <a:rPr lang="en-US" dirty="0" err="1"/>
              <a:t>pracy</a:t>
            </a:r>
            <a:r>
              <a:rPr lang="en-US" dirty="0"/>
              <a:t> </a:t>
            </a:r>
            <a:r>
              <a:rPr lang="en-US" dirty="0" err="1"/>
              <a:t>stacjonarnej</a:t>
            </a:r>
            <a:r>
              <a:rPr lang="en-US" dirty="0"/>
              <a:t>. To, co </a:t>
            </a:r>
            <a:r>
              <a:rPr lang="en-US" dirty="0" err="1"/>
              <a:t>obserwujemy</a:t>
            </a:r>
            <a:r>
              <a:rPr lang="en-US" dirty="0"/>
              <a:t> </a:t>
            </a:r>
            <a:r>
              <a:rPr lang="en-US" dirty="0" err="1"/>
              <a:t>dziś</a:t>
            </a:r>
            <a:r>
              <a:rPr lang="en-US" dirty="0"/>
              <a:t>, jest </a:t>
            </a:r>
            <a:r>
              <a:rPr lang="en-US" dirty="0" err="1"/>
              <a:t>przejściem</a:t>
            </a:r>
            <a:r>
              <a:rPr lang="en-US" dirty="0"/>
              <a:t> od </a:t>
            </a:r>
            <a:r>
              <a:rPr lang="en-US" dirty="0" err="1"/>
              <a:t>tej</a:t>
            </a:r>
            <a:r>
              <a:rPr lang="en-US" dirty="0"/>
              <a:t> </a:t>
            </a:r>
            <a:r>
              <a:rPr lang="en-US" dirty="0" err="1"/>
              <a:t>prostej</a:t>
            </a:r>
            <a:r>
              <a:rPr lang="en-US" dirty="0"/>
              <a:t> </a:t>
            </a:r>
            <a:r>
              <a:rPr lang="en-US" dirty="0" err="1"/>
              <a:t>zamiany</a:t>
            </a:r>
            <a:r>
              <a:rPr lang="en-US" dirty="0"/>
              <a:t> </a:t>
            </a:r>
            <a:r>
              <a:rPr lang="en-US" dirty="0" err="1"/>
              <a:t>kanału</a:t>
            </a:r>
            <a:r>
              <a:rPr lang="en-US" dirty="0"/>
              <a:t> do </a:t>
            </a:r>
            <a:r>
              <a:rPr lang="en-US" dirty="0" err="1"/>
              <a:t>projektowania</a:t>
            </a:r>
            <a:r>
              <a:rPr lang="en-US" dirty="0"/>
              <a:t> </a:t>
            </a:r>
            <a:r>
              <a:rPr lang="en-US" dirty="0" err="1"/>
              <a:t>całego</a:t>
            </a:r>
            <a:r>
              <a:rPr lang="en-US" dirty="0"/>
              <a:t> </a:t>
            </a:r>
            <a:r>
              <a:rPr lang="en-US" dirty="0" err="1"/>
              <a:t>ekosystemu</a:t>
            </a:r>
            <a:r>
              <a:rPr lang="en-US" dirty="0"/>
              <a:t> </a:t>
            </a:r>
            <a:r>
              <a:rPr lang="en-US" dirty="0" err="1"/>
              <a:t>pomocy</a:t>
            </a:r>
            <a:r>
              <a:rPr lang="en-US" dirty="0"/>
              <a:t>. </a:t>
            </a:r>
            <a:r>
              <a:rPr lang="en-US" dirty="0" err="1"/>
              <a:t>Platforma</a:t>
            </a:r>
            <a:r>
              <a:rPr lang="en-US" dirty="0"/>
              <a:t>, </a:t>
            </a:r>
            <a:r>
              <a:rPr lang="en-US" dirty="0" err="1"/>
              <a:t>kontrakt</a:t>
            </a:r>
            <a:r>
              <a:rPr lang="en-US" dirty="0"/>
              <a:t>, </a:t>
            </a:r>
            <a:r>
              <a:rPr lang="en-US" dirty="0" err="1"/>
              <a:t>pomiar</a:t>
            </a:r>
            <a:r>
              <a:rPr lang="en-US" dirty="0"/>
              <a:t> </a:t>
            </a:r>
            <a:r>
              <a:rPr lang="en-US" dirty="0" err="1"/>
              <a:t>efektów</a:t>
            </a:r>
            <a:r>
              <a:rPr lang="en-US" dirty="0"/>
              <a:t>, </a:t>
            </a:r>
            <a:r>
              <a:rPr lang="en-US" dirty="0" err="1"/>
              <a:t>zadania</a:t>
            </a:r>
            <a:r>
              <a:rPr lang="en-US" dirty="0"/>
              <a:t>, </a:t>
            </a:r>
            <a:r>
              <a:rPr lang="en-US" dirty="0" err="1"/>
              <a:t>aplikacje</a:t>
            </a:r>
            <a:r>
              <a:rPr lang="en-US" dirty="0"/>
              <a:t>, </a:t>
            </a:r>
            <a:r>
              <a:rPr lang="en-US" dirty="0" err="1"/>
              <a:t>dokumentacja</a:t>
            </a:r>
            <a:r>
              <a:rPr lang="en-US" dirty="0"/>
              <a:t> </a:t>
            </a:r>
            <a:r>
              <a:rPr lang="en-US" dirty="0" err="1"/>
              <a:t>i</a:t>
            </a:r>
            <a:r>
              <a:rPr lang="en-US" dirty="0"/>
              <a:t> </a:t>
            </a:r>
            <a:r>
              <a:rPr lang="en-US" dirty="0" err="1"/>
              <a:t>procedury</a:t>
            </a:r>
            <a:r>
              <a:rPr lang="en-US" dirty="0"/>
              <a:t> </a:t>
            </a:r>
            <a:r>
              <a:rPr lang="en-US" dirty="0" err="1"/>
              <a:t>bezpieczeństwa</a:t>
            </a:r>
            <a:r>
              <a:rPr lang="en-US" dirty="0"/>
              <a:t> - </a:t>
            </a:r>
            <a:r>
              <a:rPr lang="en-US" dirty="0" err="1"/>
              <a:t>każdy</a:t>
            </a:r>
            <a:r>
              <a:rPr lang="en-US" dirty="0"/>
              <a:t> z </a:t>
            </a:r>
            <a:r>
              <a:rPr lang="en-US" dirty="0" err="1"/>
              <a:t>tych</a:t>
            </a:r>
            <a:r>
              <a:rPr lang="en-US" dirty="0"/>
              <a:t> </a:t>
            </a:r>
            <a:r>
              <a:rPr lang="en-US" dirty="0" err="1"/>
              <a:t>elementów</a:t>
            </a:r>
            <a:r>
              <a:rPr lang="en-US" dirty="0"/>
              <a:t> wymaga </a:t>
            </a:r>
            <a:r>
              <a:rPr lang="en-US" dirty="0" err="1"/>
              <a:t>teraz</a:t>
            </a:r>
            <a:r>
              <a:rPr lang="en-US" dirty="0"/>
              <a:t> </a:t>
            </a:r>
            <a:r>
              <a:rPr lang="en-US" dirty="0" err="1"/>
              <a:t>osobnej</a:t>
            </a:r>
            <a:r>
              <a:rPr lang="en-US" dirty="0"/>
              <a:t> </a:t>
            </a:r>
            <a:r>
              <a:rPr lang="en-US" dirty="0" err="1"/>
              <a:t>decyzji</a:t>
            </a:r>
            <a:r>
              <a:rPr lang="en-US" dirty="0"/>
              <a:t>. To </a:t>
            </a:r>
            <a:r>
              <a:rPr lang="en-US" dirty="0" err="1"/>
              <a:t>nie</a:t>
            </a:r>
            <a:r>
              <a:rPr lang="en-US" dirty="0"/>
              <a:t> jest </a:t>
            </a:r>
            <a:r>
              <a:rPr lang="en-US" dirty="0" err="1"/>
              <a:t>już</a:t>
            </a:r>
            <a:r>
              <a:rPr lang="en-US" dirty="0"/>
              <a:t> </a:t>
            </a:r>
            <a:r>
              <a:rPr lang="en-US" dirty="0" err="1"/>
              <a:t>pytanie</a:t>
            </a:r>
            <a:r>
              <a:rPr lang="en-US" dirty="0"/>
              <a:t> </a:t>
            </a:r>
            <a:r>
              <a:rPr lang="en-US" dirty="0" err="1"/>
              <a:t>czy</a:t>
            </a:r>
            <a:r>
              <a:rPr lang="en-US" dirty="0"/>
              <a:t> </a:t>
            </a:r>
            <a:r>
              <a:rPr lang="en-US" dirty="0" err="1"/>
              <a:t>robimy</a:t>
            </a:r>
            <a:r>
              <a:rPr lang="en-US" dirty="0"/>
              <a:t> </a:t>
            </a:r>
            <a:r>
              <a:rPr lang="en-US" dirty="0" err="1"/>
              <a:t>sesję</a:t>
            </a:r>
            <a:r>
              <a:rPr lang="en-US" dirty="0"/>
              <a:t> </a:t>
            </a:r>
            <a:r>
              <a:rPr lang="en-US" dirty="0" err="1"/>
              <a:t>przez</a:t>
            </a:r>
            <a:r>
              <a:rPr lang="en-US" dirty="0"/>
              <a:t> </a:t>
            </a:r>
            <a:r>
              <a:rPr lang="en-US" dirty="0" err="1"/>
              <a:t>kamerę</a:t>
            </a:r>
            <a:r>
              <a:rPr lang="en-US" dirty="0"/>
              <a:t>, to </a:t>
            </a:r>
            <a:r>
              <a:rPr lang="en-US" dirty="0" err="1"/>
              <a:t>seria</a:t>
            </a:r>
            <a:r>
              <a:rPr lang="en-US" dirty="0"/>
              <a:t> </a:t>
            </a:r>
            <a:r>
              <a:rPr lang="en-US" dirty="0" err="1"/>
              <a:t>pytań</a:t>
            </a:r>
            <a:r>
              <a:rPr lang="en-US" dirty="0"/>
              <a:t> o </a:t>
            </a:r>
            <a:r>
              <a:rPr lang="en-US" dirty="0" err="1"/>
              <a:t>architekturę</a:t>
            </a:r>
            <a:r>
              <a:rPr lang="en-US" dirty="0"/>
              <a:t> </a:t>
            </a:r>
            <a:r>
              <a:rPr lang="en-US" dirty="0" err="1"/>
              <a:t>całego</a:t>
            </a:r>
            <a:r>
              <a:rPr lang="en-US" dirty="0"/>
              <a:t> </a:t>
            </a:r>
            <a:r>
              <a:rPr lang="en-US" dirty="0" err="1"/>
              <a:t>procesu</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987876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Potrzebujemy precyzyjnej definicji, bo to słowo używane jest dziś bardzo swobodnie. Przyjmijmy definicję roboczą: e-terapia to profesjonalna pomoc psychologiczna lub psychoterapeutyczna, realizowana całkowicie albo częściowo z wykorzystaniem technologii cyfrowych. Profesjonalna wyklucza samodzielne korzystanie z aplikacji bez udziału specjalisty, nawet jeśli aplikacja deklaruje cele terapeutyczne. Całkowicie albo częściowo obejmuje zarówno terapię prowadzoną wyłącznie zdalnie, jak i modele hybrydowe. Ta </a:t>
            </a:r>
            <a:r>
              <a:rPr lang="en-US" err="1"/>
              <a:t>definicja</a:t>
            </a:r>
            <a:r>
              <a:rPr lang="en-US"/>
              <a:t> będzie nam służyć przez cały wykład jako punkt odniesienia.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47885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 terminy nie są synonimami, choć w nieformalnych rozmowach często są używane wymiennie. Telepsychologia i telepsychiatria odnoszą się do świadczenia usług przez licencjonowanych specjalistów na odległość. Digital mental health i mHealth to całe pole obejmujące każdą technologię dotykającą zdrowia psychicznego. E-CBT to cyfrowa realizacja terapii poznawczo-behawioralnej. Blended therapy oznacza model hybrydowy. Digital therapeutics to narzędzia o zwalidowanym mechanizmie działania. Self-guided intervention to interwencje bez bieżącego nadzoru. Terapia algorytmiczna to udział algorytmu w części procesu. Zrozumienie tej mapy pozwoli precyzyjnie czytać literaturę naukową.</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325669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Warto rozróżnić dwa zjawiska, które łatwo pomylić. Prosta sesja przez kamerę polega na przeniesieniu rozmowy do innego kanału, bez zmiany niczego więcej w strukturze procesu. E-terapia w sensie, w jakim używamy tego terminu, jest czymś więcej: to </a:t>
            </a:r>
            <a:r>
              <a:rPr lang="en-US" err="1"/>
              <a:t>proces</a:t>
            </a:r>
            <a:r>
              <a:rPr lang="en-US"/>
              <a:t> kliniczny, w którym narzędzia cyfrowe wspierają cały otaczający rozmowę system. Systematyczny pomiar efektów, automatyczne przypomnienia, materiały psychoedukacyjne dostępne między sesjami, monitoring stanu </a:t>
            </a:r>
            <a:r>
              <a:rPr lang="en-US" err="1"/>
              <a:t>emocjonalnego</a:t>
            </a:r>
            <a:r>
              <a:rPr lang="en-US"/>
              <a:t> - to warstwy odróżniające w pełni rozwinięty model e-terapii od pojedynczej rozmowy wideo.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54644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Żeby mówić precyzyjnie o interwencjach cyfrowych, potrzebujemy wspólnego języka klasyfikacji. Pierwsza oś dotyczy czasu: synchroniczne dzieje się w czasie rzeczywistym, asynchroniczne ma przesunięcie czasowe. Druga oś dotyczy nadzoru: prowadzone przez terapeutę, wspomagane technologią, albo czysto samopomocowe. Trzecia oś dotyczy formatu: indywidualny, grupowy, hybrydowy, coraz częściej algorytmiczny. Konkretna interwencja zwykle łączy wartości z wszystkich trzech </a:t>
            </a:r>
            <a:r>
              <a:rPr lang="en-US" err="1"/>
              <a:t>osi</a:t>
            </a:r>
            <a:r>
              <a:rPr lang="en-US"/>
              <a:t> - czerwone punkty na wykresie pokazują przykładowe skrzyżowanie kategorii dla jednej interwencji.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38378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Spektrum kanałów komunikacji w e-terapii jest dziś znacznie szersze niż wideo albo telefon. Mamy kanały synchroniczne, asynchroniczne, wspierające (aplikacje i platformy), monitorujące (systemy śledzenia objawów) i najnowszą </a:t>
            </a:r>
            <a:r>
              <a:rPr lang="en-US" err="1"/>
              <a:t>kategorię</a:t>
            </a:r>
            <a:r>
              <a:rPr lang="en-US"/>
              <a:t> - środowiska immersyjne VR i AR, o których szerzej porozmawiamy w szóstej części wykładu. Kluczowa rzecz: wybór kanału nie jest tylko kwestią technicznej preferencji. To decyzja </a:t>
            </a:r>
            <a:r>
              <a:rPr lang="en-US" err="1"/>
              <a:t>kliniczna</a:t>
            </a:r>
            <a:r>
              <a:rPr lang="en-US"/>
              <a:t> - kanał tekstowy inaczej nadaje się do pracy z osobą w ostrym kryzysie niż do prowadzenia ustrukturyzowanego programu psychoedukacyjnego.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466936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Ten slajd jest mapą tego, co naprawdę się zmienia, kiedy wprowadzamy technologię do procesu terapeutycznego. Obecność psychologiczna może być inna przez ekran. Dostęp do sygnałów niewerbalnych jest ograniczony przez kadr kamery. Terapeuta traci kontrolę nad otoczeniem klienta. Granice kontaktu się rozmywają. Tempo komunikacji zmienia się przez opóźnienia techniczne. Powstaje trwały ślad zapisu większy niż w pamięci terapeuty. I zmienia się rozkład </a:t>
            </a:r>
            <a:r>
              <a:rPr lang="en-US" err="1"/>
              <a:t>odpowiedzialności</a:t>
            </a:r>
            <a:r>
              <a:rPr lang="en-US"/>
              <a:t> - platforma i instytucja stają się częścią układu odpowiedzialności. Każdy z tych punktów wróci w konkretnej, praktycznej formie w dalszych częściach wykładu.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31022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Ten slajd zamyka pierwszą część wykładu balansem, do którego będziemy wracać przy każdej kolejnej decyzji klinicznej. Po stronie korzyści: większa dostępność geograficzna, elastyczność czasowa, niższe bariery wejścia dla osób z lękiem społecznym czy ograniczoną mobilnością, łatwiejsza </a:t>
            </a:r>
            <a:r>
              <a:rPr lang="en-US" err="1"/>
              <a:t>kontynuacja</a:t>
            </a:r>
            <a:r>
              <a:rPr lang="en-US"/>
              <a:t> terapii przy zmianie miejsca zamieszkania, możliwość częstszego, drobnego kontaktu między sesjami. Po stronie kosztów: zjawisko zmęczenia ekranowego, ryzyko uproszczenia relacji terapeutycznej, zależność od infrastruktury, trudniejsza </a:t>
            </a:r>
            <a:r>
              <a:rPr lang="en-US" err="1"/>
              <a:t>ocena</a:t>
            </a:r>
            <a:r>
              <a:rPr lang="en-US"/>
              <a:t> kontekstu i bezpieczeństwa klienta, mniejsza kontrola nad jakością kontaktu. Żadna z tych korzyści i kosztów nie jest </a:t>
            </a:r>
            <a:r>
              <a:rPr lang="en-US" err="1"/>
              <a:t>absolutna</a:t>
            </a:r>
            <a:r>
              <a:rPr lang="en-US"/>
              <a:t> - ich znaczenie zależy od konkretnego klienta, problemu i kontekstu, czym zajmiemy się w kolejnej części wykładu dotyczącej kwalifikacji.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35769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Zaczynamy drugą część wykładu od pytania praktycznego: komu realnie pomaga e-terapia. Studenci zmieniają miejsce zamieszkania co semestr, a e-terapia pozwala zachować ciągłość procesu. Osoby z lękiem społecznym często zgłaszają, że łatwiej im było napisać pierwszy e-mail niż przekroczyć próg </a:t>
            </a:r>
            <a:r>
              <a:rPr lang="en-US" err="1"/>
              <a:t>gabinetu</a:t>
            </a:r>
            <a:r>
              <a:rPr lang="en-US"/>
              <a:t> - próg wejścia jest niższy, choć to nie znaczy, że terapia jest łatwiejsza. Wspólny mianownik tych sześciu grup: </a:t>
            </a:r>
            <a:r>
              <a:rPr lang="pl-PL" noProof="0"/>
              <a:t>e-terapia</a:t>
            </a:r>
            <a:r>
              <a:rPr lang="en-US"/>
              <a:t> jest lepsza dla konkretnych barier i potrzeb, nie uniwersalnie.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6860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a:t>
            </a:r>
            <a:r>
              <a:rPr lang="en-US" dirty="0" err="1"/>
              <a:t>slajd</a:t>
            </a:r>
            <a:r>
              <a:rPr lang="en-US" dirty="0"/>
              <a:t> jest </a:t>
            </a:r>
            <a:r>
              <a:rPr lang="en-US" dirty="0" err="1"/>
              <a:t>równie</a:t>
            </a:r>
            <a:r>
              <a:rPr lang="en-US" dirty="0"/>
              <a:t> </a:t>
            </a:r>
            <a:r>
              <a:rPr lang="en-US" dirty="0" err="1"/>
              <a:t>ważny</a:t>
            </a:r>
            <a:r>
              <a:rPr lang="en-US" dirty="0"/>
              <a:t> </a:t>
            </a:r>
            <a:r>
              <a:rPr lang="en-US" dirty="0" err="1"/>
              <a:t>jak</a:t>
            </a:r>
            <a:r>
              <a:rPr lang="en-US" dirty="0"/>
              <a:t> </a:t>
            </a:r>
            <a:r>
              <a:rPr lang="en-US" dirty="0" err="1"/>
              <a:t>poprzedni</a:t>
            </a:r>
            <a:r>
              <a:rPr lang="en-US" dirty="0"/>
              <a:t>, </a:t>
            </a:r>
            <a:r>
              <a:rPr lang="en-US" dirty="0" err="1"/>
              <a:t>bo</a:t>
            </a:r>
            <a:r>
              <a:rPr lang="en-US" dirty="0"/>
              <a:t> </a:t>
            </a:r>
            <a:r>
              <a:rPr lang="en-US" dirty="0" err="1"/>
              <a:t>błędna</a:t>
            </a:r>
            <a:r>
              <a:rPr lang="en-US" dirty="0"/>
              <a:t> </a:t>
            </a:r>
            <a:r>
              <a:rPr lang="en-US" dirty="0" err="1"/>
              <a:t>kwalifikacja</a:t>
            </a:r>
            <a:r>
              <a:rPr lang="en-US" dirty="0"/>
              <a:t> w </a:t>
            </a:r>
            <a:r>
              <a:rPr lang="en-US" dirty="0" err="1"/>
              <a:t>tym</a:t>
            </a:r>
            <a:r>
              <a:rPr lang="en-US" dirty="0"/>
              <a:t> </a:t>
            </a:r>
            <a:r>
              <a:rPr lang="en-US" dirty="0" err="1"/>
              <a:t>miejscu</a:t>
            </a:r>
            <a:r>
              <a:rPr lang="en-US" dirty="0"/>
              <a:t> ma </a:t>
            </a:r>
            <a:r>
              <a:rPr lang="en-US" dirty="0" err="1"/>
              <a:t>bezpośrednie</a:t>
            </a:r>
            <a:r>
              <a:rPr lang="en-US" dirty="0"/>
              <a:t> </a:t>
            </a:r>
            <a:r>
              <a:rPr lang="en-US" dirty="0" err="1"/>
              <a:t>konsekwencje</a:t>
            </a:r>
            <a:r>
              <a:rPr lang="en-US" dirty="0"/>
              <a:t> </a:t>
            </a:r>
            <a:r>
              <a:rPr lang="en-US" dirty="0" err="1"/>
              <a:t>bezpieczeństwa</a:t>
            </a:r>
            <a:r>
              <a:rPr lang="en-US" dirty="0"/>
              <a:t>. </a:t>
            </a:r>
            <a:r>
              <a:rPr lang="en-US" dirty="0" err="1"/>
              <a:t>Ostry</a:t>
            </a:r>
            <a:r>
              <a:rPr lang="en-US" dirty="0"/>
              <a:t> </a:t>
            </a:r>
            <a:r>
              <a:rPr lang="en-US" dirty="0" err="1"/>
              <a:t>kryzys</a:t>
            </a:r>
            <a:r>
              <a:rPr lang="en-US" dirty="0"/>
              <a:t> </a:t>
            </a:r>
            <a:r>
              <a:rPr lang="en-US" dirty="0" err="1"/>
              <a:t>suicydalny</a:t>
            </a:r>
            <a:r>
              <a:rPr lang="en-US" dirty="0"/>
              <a:t> wymaga </a:t>
            </a:r>
            <a:r>
              <a:rPr lang="en-US" dirty="0" err="1"/>
              <a:t>zdolności</a:t>
            </a:r>
            <a:r>
              <a:rPr lang="en-US" dirty="0"/>
              <a:t> do </a:t>
            </a:r>
            <a:r>
              <a:rPr lang="en-US" dirty="0" err="1"/>
              <a:t>szybkiej</a:t>
            </a:r>
            <a:r>
              <a:rPr lang="en-US" dirty="0"/>
              <a:t>, </a:t>
            </a:r>
            <a:r>
              <a:rPr lang="en-US" dirty="0" err="1"/>
              <a:t>bezpośredniej</a:t>
            </a:r>
            <a:r>
              <a:rPr lang="en-US" dirty="0"/>
              <a:t> </a:t>
            </a:r>
            <a:r>
              <a:rPr lang="en-US" dirty="0" err="1"/>
              <a:t>interwencji</a:t>
            </a:r>
            <a:r>
              <a:rPr lang="en-US" dirty="0"/>
              <a:t> - </a:t>
            </a:r>
            <a:r>
              <a:rPr lang="en-US" dirty="0" err="1"/>
              <a:t>sama</a:t>
            </a:r>
            <a:r>
              <a:rPr lang="en-US" dirty="0"/>
              <a:t> </a:t>
            </a:r>
            <a:r>
              <a:rPr lang="en-US" dirty="0" err="1"/>
              <a:t>rozmowa</a:t>
            </a:r>
            <a:r>
              <a:rPr lang="en-US" dirty="0"/>
              <a:t> </a:t>
            </a:r>
            <a:r>
              <a:rPr lang="en-US" dirty="0" err="1"/>
              <a:t>wideo</a:t>
            </a:r>
            <a:r>
              <a:rPr lang="en-US" dirty="0"/>
              <a:t> </a:t>
            </a:r>
            <a:r>
              <a:rPr lang="en-US" dirty="0" err="1"/>
              <a:t>nie</a:t>
            </a:r>
            <a:r>
              <a:rPr lang="en-US" dirty="0"/>
              <a:t> </a:t>
            </a:r>
            <a:r>
              <a:rPr lang="en-US" dirty="0" err="1"/>
              <a:t>daje</a:t>
            </a:r>
            <a:r>
              <a:rPr lang="en-US" dirty="0"/>
              <a:t> </a:t>
            </a:r>
            <a:r>
              <a:rPr lang="en-US" dirty="0" err="1"/>
              <a:t>tej</a:t>
            </a:r>
            <a:r>
              <a:rPr lang="en-US" dirty="0"/>
              <a:t> </a:t>
            </a:r>
            <a:r>
              <a:rPr lang="en-US" dirty="0" err="1"/>
              <a:t>kontroli</a:t>
            </a:r>
            <a:r>
              <a:rPr lang="en-US" dirty="0"/>
              <a:t>. </a:t>
            </a:r>
            <a:r>
              <a:rPr lang="en-US" dirty="0" err="1"/>
              <a:t>Przemoc</a:t>
            </a:r>
            <a:r>
              <a:rPr lang="en-US" dirty="0"/>
              <a:t> </a:t>
            </a:r>
            <a:r>
              <a:rPr lang="en-US" dirty="0" err="1"/>
              <a:t>domowa</a:t>
            </a:r>
            <a:r>
              <a:rPr lang="en-US" dirty="0"/>
              <a:t> to </a:t>
            </a:r>
            <a:r>
              <a:rPr lang="en-US" dirty="0" err="1"/>
              <a:t>sytuacja</a:t>
            </a:r>
            <a:r>
              <a:rPr lang="en-US" dirty="0"/>
              <a:t>, w </a:t>
            </a:r>
            <a:r>
              <a:rPr lang="en-US" dirty="0" err="1"/>
              <a:t>której</a:t>
            </a:r>
            <a:r>
              <a:rPr lang="en-US" dirty="0"/>
              <a:t> </a:t>
            </a:r>
            <a:r>
              <a:rPr lang="en-US" dirty="0" err="1"/>
              <a:t>sama</a:t>
            </a:r>
            <a:r>
              <a:rPr lang="en-US" dirty="0"/>
              <a:t> </a:t>
            </a:r>
            <a:r>
              <a:rPr lang="en-US" dirty="0" err="1"/>
              <a:t>próba</a:t>
            </a:r>
            <a:r>
              <a:rPr lang="en-US" dirty="0"/>
              <a:t> </a:t>
            </a:r>
            <a:r>
              <a:rPr lang="en-US" dirty="0" err="1"/>
              <a:t>rozmowy</a:t>
            </a:r>
            <a:r>
              <a:rPr lang="en-US" dirty="0"/>
              <a:t> </a:t>
            </a:r>
            <a:r>
              <a:rPr lang="en-US" dirty="0" err="1"/>
              <a:t>zdalnej</a:t>
            </a:r>
            <a:r>
              <a:rPr lang="en-US" dirty="0"/>
              <a:t> </a:t>
            </a:r>
            <a:r>
              <a:rPr lang="en-US" dirty="0" err="1"/>
              <a:t>może</a:t>
            </a:r>
            <a:r>
              <a:rPr lang="en-US" dirty="0"/>
              <a:t> </a:t>
            </a:r>
            <a:r>
              <a:rPr lang="en-US" dirty="0" err="1"/>
              <a:t>zwiększyć</a:t>
            </a:r>
            <a:r>
              <a:rPr lang="en-US" dirty="0"/>
              <a:t> </a:t>
            </a:r>
            <a:r>
              <a:rPr lang="en-US" dirty="0" err="1"/>
              <a:t>ryzyko</a:t>
            </a:r>
            <a:r>
              <a:rPr lang="en-US" dirty="0"/>
              <a:t>, </a:t>
            </a:r>
            <a:r>
              <a:rPr lang="en-US" dirty="0" err="1"/>
              <a:t>jeśli</a:t>
            </a:r>
            <a:r>
              <a:rPr lang="en-US" dirty="0"/>
              <a:t> </a:t>
            </a:r>
            <a:r>
              <a:rPr lang="en-US" dirty="0" err="1"/>
              <a:t>sprawca</a:t>
            </a:r>
            <a:r>
              <a:rPr lang="en-US" dirty="0"/>
              <a:t> jest w </a:t>
            </a:r>
            <a:r>
              <a:rPr lang="en-US" dirty="0" err="1"/>
              <a:t>tym</a:t>
            </a:r>
            <a:r>
              <a:rPr lang="en-US" dirty="0"/>
              <a:t> </a:t>
            </a:r>
            <a:r>
              <a:rPr lang="en-US" dirty="0" err="1"/>
              <a:t>samym</a:t>
            </a:r>
            <a:r>
              <a:rPr lang="en-US" dirty="0"/>
              <a:t> </a:t>
            </a:r>
            <a:r>
              <a:rPr lang="en-US" dirty="0" err="1"/>
              <a:t>mieszkaniu</a:t>
            </a:r>
            <a:r>
              <a:rPr lang="en-US" dirty="0"/>
              <a:t>. </a:t>
            </a:r>
            <a:r>
              <a:rPr lang="en-US" dirty="0" err="1"/>
              <a:t>Kluczowa</a:t>
            </a:r>
            <a:r>
              <a:rPr lang="en-US" dirty="0"/>
              <a:t> </a:t>
            </a:r>
            <a:r>
              <a:rPr lang="en-US" dirty="0" err="1"/>
              <a:t>kompetencja</a:t>
            </a:r>
            <a:r>
              <a:rPr lang="en-US" dirty="0"/>
              <a:t>: </a:t>
            </a:r>
            <a:r>
              <a:rPr lang="en-US" dirty="0" err="1"/>
              <a:t>umiejętność</a:t>
            </a:r>
            <a:r>
              <a:rPr lang="en-US" dirty="0"/>
              <a:t> </a:t>
            </a:r>
            <a:r>
              <a:rPr lang="en-US" dirty="0" err="1"/>
              <a:t>rozpoznania</a:t>
            </a:r>
            <a:r>
              <a:rPr lang="en-US" dirty="0"/>
              <a:t>, </a:t>
            </a:r>
            <a:r>
              <a:rPr lang="en-US" dirty="0" err="1"/>
              <a:t>kiedy</a:t>
            </a:r>
            <a:r>
              <a:rPr lang="en-US" dirty="0"/>
              <a:t> e-</a:t>
            </a:r>
            <a:r>
              <a:rPr lang="en-US" dirty="0" err="1"/>
              <a:t>terapia</a:t>
            </a:r>
            <a:r>
              <a:rPr lang="en-US" dirty="0"/>
              <a:t> </a:t>
            </a:r>
            <a:r>
              <a:rPr lang="en-US" dirty="0" err="1"/>
              <a:t>nie</a:t>
            </a:r>
            <a:r>
              <a:rPr lang="en-US" dirty="0"/>
              <a:t> jest </a:t>
            </a:r>
            <a:r>
              <a:rPr lang="en-US" dirty="0" err="1"/>
              <a:t>właściwym</a:t>
            </a:r>
            <a:r>
              <a:rPr lang="en-US" dirty="0"/>
              <a:t> </a:t>
            </a:r>
            <a:r>
              <a:rPr lang="en-US" dirty="0" err="1"/>
              <a:t>wyborem</a:t>
            </a:r>
            <a:r>
              <a:rPr lang="en-US" dirty="0"/>
              <a:t>, </a:t>
            </a:r>
            <a:r>
              <a:rPr lang="en-US" dirty="0" err="1"/>
              <a:t>i</a:t>
            </a:r>
            <a:r>
              <a:rPr lang="en-US" dirty="0"/>
              <a:t> </a:t>
            </a:r>
            <a:r>
              <a:rPr lang="en-US" dirty="0" err="1"/>
              <a:t>przekierowania</a:t>
            </a:r>
            <a:r>
              <a:rPr lang="en-US" dirty="0"/>
              <a:t> do </a:t>
            </a:r>
            <a:r>
              <a:rPr lang="en-US" dirty="0" err="1"/>
              <a:t>innej</a:t>
            </a:r>
            <a:r>
              <a:rPr lang="en-US" dirty="0"/>
              <a:t> </a:t>
            </a:r>
            <a:r>
              <a:rPr lang="en-US" dirty="0" err="1"/>
              <a:t>formy</a:t>
            </a:r>
            <a:r>
              <a:rPr lang="en-US" dirty="0"/>
              <a:t> </a:t>
            </a:r>
            <a:r>
              <a:rPr lang="en-US" dirty="0" err="1"/>
              <a:t>pomocy</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633432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 siedem kryteriów składa się na ustrukturyzowany model kwalifikacji, przechodzony świadomie przy każdym nowym kliencie rozważanym do e-terapii. Zdolność do samoregulacji jest kryterium specyficznym dla terapii zdalnej: musimy ocenić, czy klient może bezpiecznie funkcjonować w okresach między sesjami. Dostępność lokalnej pomocy jest często pomijana, a powinna być ustalona na samym początku. Ten model nie jest </a:t>
            </a:r>
            <a:r>
              <a:rPr lang="en-US" err="1"/>
              <a:t>jednorazowy</a:t>
            </a:r>
            <a:r>
              <a:rPr lang="en-US"/>
              <a:t> - wracamy do niego, gdy stan klienta się zmienia.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168847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 </a:t>
            </a:r>
            <a:r>
              <a:rPr lang="en-US" dirty="0" err="1"/>
              <a:t>zakwalifikowaniu</a:t>
            </a:r>
            <a:r>
              <a:rPr lang="en-US" dirty="0"/>
              <a:t> </a:t>
            </a:r>
            <a:r>
              <a:rPr lang="en-US" dirty="0" err="1"/>
              <a:t>klienta</a:t>
            </a:r>
            <a:r>
              <a:rPr lang="en-US" dirty="0"/>
              <a:t> do e-</a:t>
            </a:r>
            <a:r>
              <a:rPr lang="en-US" dirty="0" err="1"/>
              <a:t>terapii</a:t>
            </a:r>
            <a:r>
              <a:rPr lang="en-US" dirty="0"/>
              <a:t> </a:t>
            </a:r>
            <a:r>
              <a:rPr lang="en-US" dirty="0" err="1"/>
              <a:t>pojawia</a:t>
            </a:r>
            <a:r>
              <a:rPr lang="en-US" dirty="0"/>
              <a:t> </a:t>
            </a:r>
            <a:r>
              <a:rPr lang="en-US" dirty="0" err="1"/>
              <a:t>się</a:t>
            </a:r>
            <a:r>
              <a:rPr lang="en-US" dirty="0"/>
              <a:t> </a:t>
            </a:r>
            <a:r>
              <a:rPr lang="en-US" dirty="0" err="1"/>
              <a:t>drugie</a:t>
            </a:r>
            <a:r>
              <a:rPr lang="en-US" dirty="0"/>
              <a:t> </a:t>
            </a:r>
            <a:r>
              <a:rPr lang="en-US" dirty="0" err="1"/>
              <a:t>pytanie</a:t>
            </a:r>
            <a:r>
              <a:rPr lang="en-US" dirty="0"/>
              <a:t>: </a:t>
            </a:r>
            <a:r>
              <a:rPr lang="en-US" dirty="0" err="1"/>
              <a:t>jaka</a:t>
            </a:r>
            <a:r>
              <a:rPr lang="en-US" dirty="0"/>
              <a:t> </a:t>
            </a:r>
            <a:r>
              <a:rPr lang="en-US" dirty="0" err="1"/>
              <a:t>modalność</a:t>
            </a:r>
            <a:r>
              <a:rPr lang="en-US" dirty="0"/>
              <a:t>. </a:t>
            </a:r>
            <a:r>
              <a:rPr lang="en-US" dirty="0" err="1"/>
              <a:t>Wideo</a:t>
            </a:r>
            <a:r>
              <a:rPr lang="en-US" dirty="0"/>
              <a:t> jest </a:t>
            </a:r>
            <a:r>
              <a:rPr lang="en-US" dirty="0" err="1"/>
              <a:t>najbliższe</a:t>
            </a:r>
            <a:r>
              <a:rPr lang="en-US" dirty="0"/>
              <a:t> </a:t>
            </a:r>
            <a:r>
              <a:rPr lang="en-US" dirty="0" err="1"/>
              <a:t>doświadczeniu</a:t>
            </a:r>
            <a:r>
              <a:rPr lang="en-US" dirty="0"/>
              <a:t> </a:t>
            </a:r>
            <a:r>
              <a:rPr lang="en-US" dirty="0" err="1"/>
              <a:t>stacjonarnemu</a:t>
            </a:r>
            <a:r>
              <a:rPr lang="en-US" dirty="0"/>
              <a:t>, ale wymaga </a:t>
            </a:r>
            <a:r>
              <a:rPr lang="en-US" dirty="0" err="1"/>
              <a:t>stabilnego</a:t>
            </a:r>
            <a:r>
              <a:rPr lang="en-US" dirty="0"/>
              <a:t> </a:t>
            </a:r>
            <a:r>
              <a:rPr lang="en-US" dirty="0" err="1"/>
              <a:t>łącza</a:t>
            </a:r>
            <a:r>
              <a:rPr lang="en-US" dirty="0"/>
              <a:t> </a:t>
            </a:r>
            <a:r>
              <a:rPr lang="en-US" dirty="0" err="1"/>
              <a:t>i</a:t>
            </a:r>
            <a:r>
              <a:rPr lang="en-US" dirty="0"/>
              <a:t> </a:t>
            </a:r>
            <a:r>
              <a:rPr lang="en-US" dirty="0" err="1"/>
              <a:t>prywatnego</a:t>
            </a:r>
            <a:r>
              <a:rPr lang="en-US" dirty="0"/>
              <a:t> </a:t>
            </a:r>
            <a:r>
              <a:rPr lang="en-US" dirty="0" err="1"/>
              <a:t>miejsca</a:t>
            </a:r>
            <a:r>
              <a:rPr lang="en-US" dirty="0"/>
              <a:t>. </a:t>
            </a:r>
            <a:r>
              <a:rPr lang="en-US" dirty="0" err="1"/>
              <a:t>Tekst</a:t>
            </a:r>
            <a:r>
              <a:rPr lang="en-US" dirty="0"/>
              <a:t> </a:t>
            </a:r>
            <a:r>
              <a:rPr lang="en-US" dirty="0" err="1"/>
              <a:t>daje</a:t>
            </a:r>
            <a:r>
              <a:rPr lang="en-US" dirty="0"/>
              <a:t> </a:t>
            </a:r>
            <a:r>
              <a:rPr lang="en-US" dirty="0" err="1"/>
              <a:t>większą</a:t>
            </a:r>
            <a:r>
              <a:rPr lang="en-US" dirty="0"/>
              <a:t> </a:t>
            </a:r>
            <a:r>
              <a:rPr lang="en-US" dirty="0" err="1"/>
              <a:t>refleksyjność</a:t>
            </a:r>
            <a:r>
              <a:rPr lang="en-US" dirty="0"/>
              <a:t>, ale </a:t>
            </a:r>
            <a:r>
              <a:rPr lang="en-US" dirty="0" err="1"/>
              <a:t>terapeuta</a:t>
            </a:r>
            <a:r>
              <a:rPr lang="en-US" dirty="0"/>
              <a:t> </a:t>
            </a:r>
            <a:r>
              <a:rPr lang="en-US" dirty="0" err="1"/>
              <a:t>traci</a:t>
            </a:r>
            <a:r>
              <a:rPr lang="en-US" dirty="0"/>
              <a:t> </a:t>
            </a:r>
            <a:r>
              <a:rPr lang="en-US" dirty="0" err="1"/>
              <a:t>dostęp</a:t>
            </a:r>
            <a:r>
              <a:rPr lang="en-US" dirty="0"/>
              <a:t> do </a:t>
            </a:r>
            <a:r>
              <a:rPr lang="en-US" dirty="0" err="1"/>
              <a:t>tonu</a:t>
            </a:r>
            <a:r>
              <a:rPr lang="en-US" dirty="0"/>
              <a:t> </a:t>
            </a:r>
            <a:r>
              <a:rPr lang="en-US" dirty="0" err="1"/>
              <a:t>głosu</a:t>
            </a:r>
            <a:r>
              <a:rPr lang="en-US" dirty="0"/>
              <a:t> w </a:t>
            </a:r>
            <a:r>
              <a:rPr lang="en-US" dirty="0" err="1"/>
              <a:t>czasie</a:t>
            </a:r>
            <a:r>
              <a:rPr lang="en-US" dirty="0"/>
              <a:t> </a:t>
            </a:r>
            <a:r>
              <a:rPr lang="en-US" dirty="0" err="1"/>
              <a:t>rzeczywistym</a:t>
            </a:r>
            <a:r>
              <a:rPr lang="en-US" dirty="0"/>
              <a:t>. Model </a:t>
            </a:r>
            <a:r>
              <a:rPr lang="en-US" dirty="0" err="1"/>
              <a:t>hybrydowy</a:t>
            </a:r>
            <a:r>
              <a:rPr lang="en-US" dirty="0"/>
              <a:t> jest </a:t>
            </a:r>
            <a:r>
              <a:rPr lang="en-US" dirty="0" err="1"/>
              <a:t>często</a:t>
            </a:r>
            <a:r>
              <a:rPr lang="en-US" dirty="0"/>
              <a:t> </a:t>
            </a:r>
            <a:r>
              <a:rPr lang="en-US" dirty="0" err="1"/>
              <a:t>optymalny</a:t>
            </a:r>
            <a:r>
              <a:rPr lang="en-US" dirty="0"/>
              <a:t>. </a:t>
            </a:r>
            <a:r>
              <a:rPr lang="en-US" dirty="0" err="1"/>
              <a:t>Czasem</a:t>
            </a:r>
            <a:r>
              <a:rPr lang="en-US" dirty="0"/>
              <a:t> </a:t>
            </a:r>
            <a:r>
              <a:rPr lang="en-US" dirty="0" err="1"/>
              <a:t>właściwą</a:t>
            </a:r>
            <a:r>
              <a:rPr lang="en-US" dirty="0"/>
              <a:t> </a:t>
            </a:r>
            <a:r>
              <a:rPr lang="en-US" dirty="0" err="1"/>
              <a:t>decyzją</a:t>
            </a:r>
            <a:r>
              <a:rPr lang="en-US" dirty="0"/>
              <a:t> jest </a:t>
            </a:r>
            <a:r>
              <a:rPr lang="en-US" dirty="0" err="1"/>
              <a:t>powrót</a:t>
            </a:r>
            <a:r>
              <a:rPr lang="en-US" dirty="0"/>
              <a:t> do </a:t>
            </a:r>
            <a:r>
              <a:rPr lang="en-US" dirty="0" err="1"/>
              <a:t>terapii</a:t>
            </a:r>
            <a:r>
              <a:rPr lang="en-US" dirty="0"/>
              <a:t> </a:t>
            </a:r>
            <a:r>
              <a:rPr lang="en-US" dirty="0" err="1"/>
              <a:t>stacjonarnej</a:t>
            </a:r>
            <a:r>
              <a:rPr lang="en-US" dirty="0"/>
              <a:t>, </a:t>
            </a:r>
            <a:r>
              <a:rPr lang="en-US" dirty="0" err="1"/>
              <a:t>kiedy</a:t>
            </a:r>
            <a:r>
              <a:rPr lang="en-US" dirty="0"/>
              <a:t> </a:t>
            </a:r>
            <a:r>
              <a:rPr lang="en-US" dirty="0" err="1"/>
              <a:t>ryzyko</a:t>
            </a:r>
            <a:r>
              <a:rPr lang="en-US" dirty="0"/>
              <a:t> </a:t>
            </a:r>
            <a:r>
              <a:rPr lang="en-US" dirty="0" err="1"/>
              <a:t>przeważa</a:t>
            </a:r>
            <a:r>
              <a:rPr lang="en-US" dirty="0"/>
              <a:t> </a:t>
            </a:r>
            <a:r>
              <a:rPr lang="en-US" dirty="0" err="1"/>
              <a:t>korzyści</a:t>
            </a:r>
            <a:r>
              <a:rPr lang="en-US" dirty="0"/>
              <a:t> </a:t>
            </a:r>
            <a:r>
              <a:rPr lang="en-US" dirty="0" err="1"/>
              <a:t>zdalności</a:t>
            </a:r>
            <a:r>
              <a:rPr lang="en-US" dirty="0"/>
              <a:t>. </a:t>
            </a:r>
            <a:r>
              <a:rPr lang="en-US" dirty="0" err="1"/>
              <a:t>Każda</a:t>
            </a:r>
            <a:r>
              <a:rPr lang="en-US" dirty="0"/>
              <a:t> z </a:t>
            </a:r>
            <a:r>
              <a:rPr lang="en-US" dirty="0" err="1"/>
              <a:t>tych</a:t>
            </a:r>
            <a:r>
              <a:rPr lang="en-US" dirty="0"/>
              <a:t> </a:t>
            </a:r>
            <a:r>
              <a:rPr lang="en-US" dirty="0" err="1"/>
              <a:t>decyzji</a:t>
            </a:r>
            <a:r>
              <a:rPr lang="en-US" dirty="0"/>
              <a:t> </a:t>
            </a:r>
            <a:r>
              <a:rPr lang="en-US" dirty="0" err="1"/>
              <a:t>powinna</a:t>
            </a:r>
            <a:r>
              <a:rPr lang="en-US" dirty="0"/>
              <a:t> </a:t>
            </a:r>
            <a:r>
              <a:rPr lang="en-US" dirty="0" err="1"/>
              <a:t>być</a:t>
            </a:r>
            <a:r>
              <a:rPr lang="en-US" dirty="0"/>
              <a:t> </a:t>
            </a:r>
            <a:r>
              <a:rPr lang="en-US" dirty="0" err="1"/>
              <a:t>rewidowana</a:t>
            </a:r>
            <a:r>
              <a:rPr lang="en-US" dirty="0"/>
              <a:t> w </a:t>
            </a:r>
            <a:r>
              <a:rPr lang="en-US" dirty="0" err="1"/>
              <a:t>trakcie</a:t>
            </a:r>
            <a:r>
              <a:rPr lang="en-US" dirty="0"/>
              <a:t> </a:t>
            </a:r>
            <a:r>
              <a:rPr lang="en-US" dirty="0" err="1"/>
              <a:t>procesu</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282932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 sześć modeli pokazują, że terapia online nie jest jednym formatem, lecz rodziną różnych architektur procesu. Model zadaniowy przesuwa środek ciężkości na pracę między </a:t>
            </a:r>
            <a:r>
              <a:rPr lang="en-US" err="1"/>
              <a:t>sesjami</a:t>
            </a:r>
            <a:r>
              <a:rPr lang="en-US"/>
              <a:t> - typowy dla CBT. Model opieki stopniowanej jest najbardziej systemowy: zaczynamy od najmniej intensywnej interwencji adekwatnej do stanu klienta i zwiększamy intensywność tylko wtedy, gdy jest to klinicznie potrzebne.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710313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Przygotowanie techniczne nie jest </a:t>
            </a:r>
            <a:r>
              <a:rPr lang="en-US" err="1"/>
              <a:t>formalnością</a:t>
            </a:r>
            <a:r>
              <a:rPr lang="en-US"/>
              <a:t> - jest częścią profesjonalizmu. Stabilność łącza jest ważniejsza niż jego maksymalna prędkość. Oświetlenie wpływa na to, jak dobrze klient widzi naszą twarz. Plan awaryjny powinien być ustalony z klientem zanim będzie potrzebny, nie improwizowany w momencie awarii. Błędy na poziomie aktualizacji i testu kanału są jedną z najczęstszych przyczyn zakłóceń pierwszych minut sesji.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22404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Ten slajd dotyczy strony </a:t>
            </a:r>
            <a:r>
              <a:rPr lang="en-US" err="1"/>
              <a:t>klienta</a:t>
            </a:r>
            <a:r>
              <a:rPr lang="en-US"/>
              <a:t> - obszaru, nad którym mamy mniejszą kontrolę, ale wciąż możemy go kształtować przez rozmowę. Prywatne pomieszczenie i możliwość swobodnej wypowiedzi nie są tym </a:t>
            </a:r>
            <a:r>
              <a:rPr lang="en-US" err="1"/>
              <a:t>samym</a:t>
            </a:r>
            <a:r>
              <a:rPr lang="en-US"/>
              <a:t> - klient może być sam, ale bać się mówić głośno, bo ściany są cienkie. Brak osób trzecich obejmuje też przestrzeń poza kadrem </a:t>
            </a:r>
            <a:r>
              <a:rPr lang="en-US" err="1"/>
              <a:t>kamery</a:t>
            </a:r>
            <a:r>
              <a:rPr lang="en-US"/>
              <a:t> - miejsce, którego terapeuta nigdy nie widzi. Bezpieczny sposób przerwania połączenia powinien być ustalony zawczasu, najlepiej jako element kontraktu.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166608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Pierwsza sesja online ma dodatkową, sformalizowaną warstwę proceduralną. Weryfikacja tożsamości brzmi formalnie, ale w terapii zdalnej nie mamy domyślnego potwierdzenia, z kim rozmawiamy. Ustalenie lokalizacji jest kluczowe operacyjnie: jeśli zdarzy się kryzys, potrzebujemy wiedzieć, gdzie wysłać pomoc. Ostatni punkt, zasady reagowania kryzysowego, odróżnia profesjonalną pierwszą sesję zdalną od przypadkowej </a:t>
            </a:r>
            <a:r>
              <a:rPr lang="en-US" err="1"/>
              <a:t>rozmowy</a:t>
            </a:r>
            <a:r>
              <a:rPr lang="en-US"/>
              <a:t> - klient powinien znać te zasady zanim ich potrzebuje.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656486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Kontrakt</a:t>
            </a:r>
            <a:r>
              <a:rPr lang="en-US" dirty="0"/>
              <a:t> </a:t>
            </a:r>
            <a:r>
              <a:rPr lang="en-US" dirty="0" err="1"/>
              <a:t>terapeutyczny</a:t>
            </a:r>
            <a:r>
              <a:rPr lang="en-US" dirty="0"/>
              <a:t> w </a:t>
            </a:r>
            <a:r>
              <a:rPr lang="en-US" dirty="0" err="1"/>
              <a:t>pracy</a:t>
            </a:r>
            <a:r>
              <a:rPr lang="en-US" dirty="0"/>
              <a:t> </a:t>
            </a:r>
            <a:r>
              <a:rPr lang="en-US" dirty="0" err="1"/>
              <a:t>zdalnej</a:t>
            </a:r>
            <a:r>
              <a:rPr lang="en-US" dirty="0"/>
              <a:t> </a:t>
            </a:r>
            <a:r>
              <a:rPr lang="en-US" dirty="0" err="1"/>
              <a:t>musi</a:t>
            </a:r>
            <a:r>
              <a:rPr lang="en-US" dirty="0"/>
              <a:t> </a:t>
            </a:r>
            <a:r>
              <a:rPr lang="en-US" dirty="0" err="1"/>
              <a:t>być</a:t>
            </a:r>
            <a:r>
              <a:rPr lang="en-US" dirty="0"/>
              <a:t> </a:t>
            </a:r>
            <a:r>
              <a:rPr lang="en-US" dirty="0" err="1"/>
              <a:t>bardziej</a:t>
            </a:r>
            <a:r>
              <a:rPr lang="en-US" dirty="0"/>
              <a:t> </a:t>
            </a:r>
            <a:r>
              <a:rPr lang="en-US" dirty="0" err="1"/>
              <a:t>wyraźny</a:t>
            </a:r>
            <a:r>
              <a:rPr lang="en-US" dirty="0"/>
              <a:t> </a:t>
            </a:r>
            <a:r>
              <a:rPr lang="en-US" dirty="0" err="1"/>
              <a:t>i</a:t>
            </a:r>
            <a:r>
              <a:rPr lang="en-US" dirty="0"/>
              <a:t> </a:t>
            </a:r>
            <a:r>
              <a:rPr lang="en-US" dirty="0" err="1"/>
              <a:t>spisany</a:t>
            </a:r>
            <a:r>
              <a:rPr lang="en-US" dirty="0"/>
              <a:t> </a:t>
            </a:r>
            <a:r>
              <a:rPr lang="en-US" dirty="0" err="1"/>
              <a:t>niż</a:t>
            </a:r>
            <a:r>
              <a:rPr lang="en-US" dirty="0"/>
              <a:t> w </a:t>
            </a:r>
            <a:r>
              <a:rPr lang="en-US" dirty="0" err="1"/>
              <a:t>terapii</a:t>
            </a:r>
            <a:r>
              <a:rPr lang="en-US" dirty="0"/>
              <a:t> </a:t>
            </a:r>
            <a:r>
              <a:rPr lang="en-US" dirty="0" err="1"/>
              <a:t>stacjonarnej</a:t>
            </a:r>
            <a:r>
              <a:rPr lang="en-US" dirty="0"/>
              <a:t>. </a:t>
            </a:r>
            <a:r>
              <a:rPr lang="en-US" dirty="0" err="1"/>
              <a:t>Czas</a:t>
            </a:r>
            <a:r>
              <a:rPr lang="en-US" dirty="0"/>
              <a:t> </a:t>
            </a:r>
            <a:r>
              <a:rPr lang="en-US" dirty="0" err="1"/>
              <a:t>odpowiedzi</a:t>
            </a:r>
            <a:r>
              <a:rPr lang="en-US" dirty="0"/>
              <a:t> </a:t>
            </a:r>
            <a:r>
              <a:rPr lang="en-US" dirty="0" err="1"/>
              <a:t>na</a:t>
            </a:r>
            <a:r>
              <a:rPr lang="en-US" dirty="0"/>
              <a:t> </a:t>
            </a:r>
            <a:r>
              <a:rPr lang="en-US" dirty="0" err="1"/>
              <a:t>wiadomości</a:t>
            </a:r>
            <a:r>
              <a:rPr lang="en-US" dirty="0"/>
              <a:t> jest </a:t>
            </a:r>
            <a:r>
              <a:rPr lang="en-US" dirty="0" err="1"/>
              <a:t>punktem</a:t>
            </a:r>
            <a:r>
              <a:rPr lang="en-US" dirty="0"/>
              <a:t> </a:t>
            </a:r>
            <a:r>
              <a:rPr lang="en-US" dirty="0" err="1"/>
              <a:t>często</a:t>
            </a:r>
            <a:r>
              <a:rPr lang="en-US" dirty="0"/>
              <a:t> </a:t>
            </a:r>
            <a:r>
              <a:rPr lang="en-US" dirty="0" err="1"/>
              <a:t>zaniedbywanym</a:t>
            </a:r>
            <a:r>
              <a:rPr lang="en-US" dirty="0"/>
              <a:t>, a </a:t>
            </a:r>
            <a:r>
              <a:rPr lang="en-US" dirty="0" err="1"/>
              <a:t>kluczowym</a:t>
            </a:r>
            <a:r>
              <a:rPr lang="en-US" dirty="0"/>
              <a:t> </a:t>
            </a:r>
            <a:r>
              <a:rPr lang="en-US" dirty="0" err="1"/>
              <a:t>dla</a:t>
            </a:r>
            <a:r>
              <a:rPr lang="en-US" dirty="0"/>
              <a:t> </a:t>
            </a:r>
            <a:r>
              <a:rPr lang="en-US" dirty="0" err="1"/>
              <a:t>zarządzania</a:t>
            </a:r>
            <a:r>
              <a:rPr lang="en-US" dirty="0"/>
              <a:t> </a:t>
            </a:r>
            <a:r>
              <a:rPr lang="en-US" dirty="0" err="1"/>
              <a:t>granicami</a:t>
            </a:r>
            <a:r>
              <a:rPr lang="en-US" dirty="0"/>
              <a:t>. </a:t>
            </a:r>
            <a:r>
              <a:rPr lang="en-US" dirty="0" err="1"/>
              <a:t>Nagrywanie</a:t>
            </a:r>
            <a:r>
              <a:rPr lang="en-US" dirty="0"/>
              <a:t> </a:t>
            </a:r>
            <a:r>
              <a:rPr lang="en-US" dirty="0" err="1"/>
              <a:t>sesji</a:t>
            </a:r>
            <a:r>
              <a:rPr lang="en-US" dirty="0"/>
              <a:t> wymaga </a:t>
            </a:r>
            <a:r>
              <a:rPr lang="en-US" dirty="0" err="1"/>
              <a:t>jasnej</a:t>
            </a:r>
            <a:r>
              <a:rPr lang="en-US" dirty="0"/>
              <a:t> </a:t>
            </a:r>
            <a:r>
              <a:rPr lang="en-US" dirty="0" err="1"/>
              <a:t>zgody</a:t>
            </a:r>
            <a:r>
              <a:rPr lang="en-US" dirty="0"/>
              <a:t> </a:t>
            </a:r>
            <a:r>
              <a:rPr lang="en-US" dirty="0" err="1"/>
              <a:t>i</a:t>
            </a:r>
            <a:r>
              <a:rPr lang="en-US" dirty="0"/>
              <a:t> </a:t>
            </a:r>
            <a:r>
              <a:rPr lang="en-US" dirty="0" err="1"/>
              <a:t>zasad</a:t>
            </a:r>
            <a:r>
              <a:rPr lang="en-US" dirty="0"/>
              <a:t> </a:t>
            </a:r>
            <a:r>
              <a:rPr lang="en-US" dirty="0" err="1"/>
              <a:t>przechowywania</a:t>
            </a:r>
            <a:r>
              <a:rPr lang="en-US" dirty="0"/>
              <a:t>. </a:t>
            </a:r>
            <a:r>
              <a:rPr lang="en-US" dirty="0" err="1"/>
              <a:t>Komunikacja</a:t>
            </a:r>
            <a:r>
              <a:rPr lang="en-US" dirty="0"/>
              <a:t> </a:t>
            </a:r>
            <a:r>
              <a:rPr lang="en-US" dirty="0" err="1"/>
              <a:t>między</a:t>
            </a:r>
            <a:r>
              <a:rPr lang="en-US" dirty="0"/>
              <a:t> </a:t>
            </a:r>
            <a:r>
              <a:rPr lang="en-US" dirty="0" err="1"/>
              <a:t>sesjami</a:t>
            </a:r>
            <a:r>
              <a:rPr lang="en-US" dirty="0"/>
              <a:t> </a:t>
            </a:r>
            <a:r>
              <a:rPr lang="en-US" dirty="0" err="1"/>
              <a:t>i</a:t>
            </a:r>
            <a:r>
              <a:rPr lang="en-US" dirty="0"/>
              <a:t> </a:t>
            </a:r>
            <a:r>
              <a:rPr lang="en-US" dirty="0" err="1"/>
              <a:t>postępowanie</a:t>
            </a:r>
            <a:r>
              <a:rPr lang="en-US" dirty="0"/>
              <a:t> </a:t>
            </a:r>
            <a:r>
              <a:rPr lang="en-US" dirty="0" err="1"/>
              <a:t>kryzysowe</a:t>
            </a:r>
            <a:r>
              <a:rPr lang="en-US" dirty="0"/>
              <a:t> </a:t>
            </a:r>
            <a:r>
              <a:rPr lang="en-US" dirty="0" err="1"/>
              <a:t>powinny</a:t>
            </a:r>
            <a:r>
              <a:rPr lang="en-US" dirty="0"/>
              <a:t> </a:t>
            </a:r>
            <a:r>
              <a:rPr lang="en-US" dirty="0" err="1"/>
              <a:t>być</a:t>
            </a:r>
            <a:r>
              <a:rPr lang="en-US" dirty="0"/>
              <a:t> </a:t>
            </a:r>
            <a:r>
              <a:rPr lang="en-US" dirty="0" err="1"/>
              <a:t>znane</a:t>
            </a:r>
            <a:r>
              <a:rPr lang="en-US" dirty="0"/>
              <a:t> </a:t>
            </a:r>
            <a:r>
              <a:rPr lang="en-US" dirty="0" err="1"/>
              <a:t>klientowi</a:t>
            </a:r>
            <a:r>
              <a:rPr lang="en-US" dirty="0"/>
              <a:t> </a:t>
            </a:r>
            <a:r>
              <a:rPr lang="en-US" dirty="0" err="1"/>
              <a:t>zanim</a:t>
            </a:r>
            <a:r>
              <a:rPr lang="en-US" dirty="0"/>
              <a:t> </a:t>
            </a:r>
            <a:r>
              <a:rPr lang="en-US" dirty="0" err="1"/>
              <a:t>ich</a:t>
            </a:r>
            <a:r>
              <a:rPr lang="en-US" dirty="0"/>
              <a:t> </a:t>
            </a:r>
            <a:r>
              <a:rPr lang="en-US" dirty="0" err="1"/>
              <a:t>potrzebuje</a:t>
            </a:r>
            <a:r>
              <a:rPr lang="en-US" dirty="0"/>
              <a:t>, </a:t>
            </a:r>
            <a:r>
              <a:rPr lang="en-US" dirty="0" err="1"/>
              <a:t>nie</a:t>
            </a:r>
            <a:r>
              <a:rPr lang="en-US" dirty="0"/>
              <a:t> </a:t>
            </a:r>
            <a:r>
              <a:rPr lang="en-US" dirty="0" err="1"/>
              <a:t>wynegocjowane</a:t>
            </a:r>
            <a:r>
              <a:rPr lang="en-US" dirty="0"/>
              <a:t> w </a:t>
            </a:r>
            <a:r>
              <a:rPr lang="en-US" dirty="0" err="1"/>
              <a:t>środku</a:t>
            </a:r>
            <a:r>
              <a:rPr lang="en-US" dirty="0"/>
              <a:t> </a:t>
            </a:r>
            <a:r>
              <a:rPr lang="en-US" dirty="0" err="1"/>
              <a:t>kryzysu</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263200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Protokół kryzysowy jest punktem, do którego spinają się wszystkie wcześniejsze elementy: kwalifikacja, lokalizacja ustalana na początku sesji, osoba alarmowa, kontrakt. Ocena ryzyka musi być </a:t>
            </a:r>
            <a:r>
              <a:rPr lang="en-US" err="1"/>
              <a:t>bieżąca</a:t>
            </a:r>
            <a:r>
              <a:rPr lang="en-US"/>
              <a:t> - oparta na tym, co klient faktycznie komunikuje w danym momencie. Dokumentowanie decyzji chroni i klienta, i terapeutę. Musimy precyzyjnie rozumieć, co możemy zrobić z odległości, a czego nie możemy: fizycznie zapewnić bezpieczeństwa. Ta świadomość granic jest elementem kompetencji, nie jej słabością.</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58940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Relacja terapeutyczna nie zmienia swojej natury w środowisku </a:t>
            </a:r>
            <a:r>
              <a:rPr lang="en-US" err="1"/>
              <a:t>cyfrowym</a:t>
            </a:r>
            <a:r>
              <a:rPr lang="en-US"/>
              <a:t> - wciąż jest głównym mechanizmem, przez który dzieje się zmiana, niezależnie od nurtu teoretycznego. Zmienia się sposób, w jaki tę relację budujemy i podtrzymujemy. W gabinecie wiele rzeczy komunikuje się </a:t>
            </a:r>
            <a:r>
              <a:rPr lang="en-US" err="1"/>
              <a:t>samo</a:t>
            </a:r>
            <a:r>
              <a:rPr lang="en-US"/>
              <a:t> - atmosfera pomieszczenia, drobne sygnały ciała poza kadrem kamery. Online te kanały są częściowo niedostępne, więc potrzebujemy większej jawności (częściej nazywamy intencje), większej struktury (brak niewerbalnych wskazówek organizujących rozmowę), metakomunikacji (rozmowa o samej rozmowie staje się częstszym narzędziem) i aktywnej kontroli jakości kontaktu (sprawdzanie, czy druga strona nadal jest emocjonalnie obecna). Te cztery zasady będą wracać przez całą tę część wykładu.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967505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Sojusz</a:t>
            </a:r>
            <a:r>
              <a:rPr lang="en-US" dirty="0"/>
              <a:t> </a:t>
            </a:r>
            <a:r>
              <a:rPr lang="en-US" dirty="0" err="1"/>
              <a:t>terapeutyczny</a:t>
            </a:r>
            <a:r>
              <a:rPr lang="en-US" dirty="0"/>
              <a:t> - </a:t>
            </a:r>
            <a:r>
              <a:rPr lang="en-US" dirty="0" err="1"/>
              <a:t>wspólne</a:t>
            </a:r>
            <a:r>
              <a:rPr lang="en-US" dirty="0"/>
              <a:t> </a:t>
            </a:r>
            <a:r>
              <a:rPr lang="en-US" dirty="0" err="1"/>
              <a:t>rozumienie</a:t>
            </a:r>
            <a:r>
              <a:rPr lang="en-US" dirty="0"/>
              <a:t> </a:t>
            </a:r>
            <a:r>
              <a:rPr lang="en-US" dirty="0" err="1"/>
              <a:t>celów</a:t>
            </a:r>
            <a:r>
              <a:rPr lang="en-US" dirty="0"/>
              <a:t>, </a:t>
            </a:r>
            <a:r>
              <a:rPr lang="en-US" dirty="0" err="1"/>
              <a:t>zadań</a:t>
            </a:r>
            <a:r>
              <a:rPr lang="en-US" dirty="0"/>
              <a:t> </a:t>
            </a:r>
            <a:r>
              <a:rPr lang="en-US" dirty="0" err="1"/>
              <a:t>i</a:t>
            </a:r>
            <a:r>
              <a:rPr lang="en-US" dirty="0"/>
              <a:t> </a:t>
            </a:r>
            <a:r>
              <a:rPr lang="en-US" dirty="0" err="1"/>
              <a:t>więzi</a:t>
            </a:r>
            <a:r>
              <a:rPr lang="en-US" dirty="0"/>
              <a:t> - wymaga online </a:t>
            </a:r>
            <a:r>
              <a:rPr lang="en-US" dirty="0" err="1"/>
              <a:t>bardziej</a:t>
            </a:r>
            <a:r>
              <a:rPr lang="en-US" dirty="0"/>
              <a:t> </a:t>
            </a:r>
            <a:r>
              <a:rPr lang="en-US" dirty="0" err="1"/>
              <a:t>aktywnej</a:t>
            </a:r>
            <a:r>
              <a:rPr lang="en-US" dirty="0"/>
              <a:t>, </a:t>
            </a:r>
            <a:r>
              <a:rPr lang="en-US" dirty="0" err="1"/>
              <a:t>świadomej</a:t>
            </a:r>
            <a:r>
              <a:rPr lang="en-US" dirty="0"/>
              <a:t> </a:t>
            </a:r>
            <a:r>
              <a:rPr lang="en-US" dirty="0" err="1"/>
              <a:t>pracy</a:t>
            </a:r>
            <a:r>
              <a:rPr lang="en-US" dirty="0"/>
              <a:t> </a:t>
            </a:r>
            <a:r>
              <a:rPr lang="en-US" dirty="0" err="1"/>
              <a:t>niż</a:t>
            </a:r>
            <a:r>
              <a:rPr lang="en-US" dirty="0"/>
              <a:t> </a:t>
            </a:r>
            <a:r>
              <a:rPr lang="en-US" dirty="0" err="1"/>
              <a:t>stacjonarnie</a:t>
            </a:r>
            <a:r>
              <a:rPr lang="en-US" dirty="0"/>
              <a:t>, </a:t>
            </a:r>
            <a:r>
              <a:rPr lang="en-US" dirty="0" err="1"/>
              <a:t>gdzie</a:t>
            </a:r>
            <a:r>
              <a:rPr lang="en-US" dirty="0"/>
              <a:t> </a:t>
            </a:r>
            <a:r>
              <a:rPr lang="en-US" dirty="0" err="1"/>
              <a:t>część</a:t>
            </a:r>
            <a:r>
              <a:rPr lang="en-US" dirty="0"/>
              <a:t> </a:t>
            </a:r>
            <a:r>
              <a:rPr lang="en-US" dirty="0" err="1"/>
              <a:t>tego</a:t>
            </a:r>
            <a:r>
              <a:rPr lang="en-US" dirty="0"/>
              <a:t> </a:t>
            </a:r>
            <a:r>
              <a:rPr lang="en-US" dirty="0" err="1"/>
              <a:t>sojuszu</a:t>
            </a:r>
            <a:r>
              <a:rPr lang="en-US" dirty="0"/>
              <a:t> </a:t>
            </a:r>
            <a:r>
              <a:rPr lang="en-US" dirty="0" err="1"/>
              <a:t>buduje</a:t>
            </a:r>
            <a:r>
              <a:rPr lang="en-US" dirty="0"/>
              <a:t> </a:t>
            </a:r>
            <a:r>
              <a:rPr lang="en-US" dirty="0" err="1"/>
              <a:t>się</a:t>
            </a:r>
            <a:r>
              <a:rPr lang="en-US" dirty="0"/>
              <a:t> </a:t>
            </a:r>
            <a:r>
              <a:rPr lang="en-US" dirty="0" err="1"/>
              <a:t>niejako</a:t>
            </a:r>
            <a:r>
              <a:rPr lang="en-US" dirty="0"/>
              <a:t> </a:t>
            </a:r>
            <a:r>
              <a:rPr lang="en-US" dirty="0" err="1"/>
              <a:t>automatycznie</a:t>
            </a:r>
            <a:r>
              <a:rPr lang="en-US" dirty="0"/>
              <a:t> </a:t>
            </a:r>
            <a:r>
              <a:rPr lang="en-US" dirty="0" err="1"/>
              <a:t>przez</a:t>
            </a:r>
            <a:r>
              <a:rPr lang="en-US" dirty="0"/>
              <a:t> </a:t>
            </a:r>
            <a:r>
              <a:rPr lang="en-US" dirty="0" err="1"/>
              <a:t>samą</a:t>
            </a:r>
            <a:r>
              <a:rPr lang="en-US" dirty="0"/>
              <a:t> </a:t>
            </a:r>
            <a:r>
              <a:rPr lang="en-US" dirty="0" err="1"/>
              <a:t>fizyczną</a:t>
            </a:r>
            <a:r>
              <a:rPr lang="en-US" dirty="0"/>
              <a:t> </a:t>
            </a:r>
            <a:r>
              <a:rPr lang="en-US" dirty="0" err="1"/>
              <a:t>obecność</a:t>
            </a:r>
            <a:r>
              <a:rPr lang="en-US" dirty="0"/>
              <a:t>. </a:t>
            </a:r>
            <a:r>
              <a:rPr lang="en-US" dirty="0" err="1"/>
              <a:t>Częstsze</a:t>
            </a:r>
            <a:r>
              <a:rPr lang="en-US" dirty="0"/>
              <a:t> </a:t>
            </a:r>
            <a:r>
              <a:rPr lang="en-US" dirty="0" err="1"/>
              <a:t>sprawdzanie</a:t>
            </a:r>
            <a:r>
              <a:rPr lang="en-US" dirty="0"/>
              <a:t> </a:t>
            </a:r>
            <a:r>
              <a:rPr lang="en-US" dirty="0" err="1"/>
              <a:t>rozumienia</a:t>
            </a:r>
            <a:r>
              <a:rPr lang="en-US" dirty="0"/>
              <a:t> </a:t>
            </a:r>
            <a:r>
              <a:rPr lang="en-US" dirty="0" err="1"/>
              <a:t>warto</a:t>
            </a:r>
            <a:r>
              <a:rPr lang="en-US" dirty="0"/>
              <a:t> </a:t>
            </a:r>
            <a:r>
              <a:rPr lang="en-US" dirty="0" err="1"/>
              <a:t>wprowadzić</a:t>
            </a:r>
            <a:r>
              <a:rPr lang="en-US" dirty="0"/>
              <a:t> </a:t>
            </a:r>
            <a:r>
              <a:rPr lang="en-US" dirty="0" err="1"/>
              <a:t>jako</a:t>
            </a:r>
            <a:r>
              <a:rPr lang="en-US" dirty="0"/>
              <a:t> </a:t>
            </a:r>
            <a:r>
              <a:rPr lang="en-US" dirty="0" err="1"/>
              <a:t>rutynę</a:t>
            </a:r>
            <a:r>
              <a:rPr lang="en-US" dirty="0"/>
              <a:t>, </a:t>
            </a:r>
            <a:r>
              <a:rPr lang="en-US" dirty="0" err="1"/>
              <a:t>nie</a:t>
            </a:r>
            <a:r>
              <a:rPr lang="en-US" dirty="0"/>
              <a:t> </a:t>
            </a:r>
            <a:r>
              <a:rPr lang="en-US" dirty="0" err="1"/>
              <a:t>tylko</a:t>
            </a:r>
            <a:r>
              <a:rPr lang="en-US" dirty="0"/>
              <a:t> </a:t>
            </a:r>
            <a:r>
              <a:rPr lang="en-US" dirty="0" err="1"/>
              <a:t>reakcję</a:t>
            </a:r>
            <a:r>
              <a:rPr lang="en-US" dirty="0"/>
              <a:t> </a:t>
            </a:r>
            <a:r>
              <a:rPr lang="en-US" dirty="0" err="1"/>
              <a:t>na</a:t>
            </a:r>
            <a:r>
              <a:rPr lang="en-US" dirty="0"/>
              <a:t> </a:t>
            </a:r>
            <a:r>
              <a:rPr lang="en-US" dirty="0" err="1"/>
              <a:t>niejasność</a:t>
            </a:r>
            <a:r>
              <a:rPr lang="en-US" dirty="0"/>
              <a:t>. </a:t>
            </a:r>
            <a:r>
              <a:rPr lang="en-US" dirty="0" err="1"/>
              <a:t>Nazywanie</a:t>
            </a:r>
            <a:r>
              <a:rPr lang="en-US" dirty="0"/>
              <a:t> </a:t>
            </a:r>
            <a:r>
              <a:rPr lang="en-US" dirty="0" err="1"/>
              <a:t>przerw</a:t>
            </a:r>
            <a:r>
              <a:rPr lang="en-US" dirty="0"/>
              <a:t> </a:t>
            </a:r>
            <a:r>
              <a:rPr lang="en-US" dirty="0" err="1"/>
              <a:t>technicznych</a:t>
            </a:r>
            <a:r>
              <a:rPr lang="en-US" dirty="0"/>
              <a:t> </a:t>
            </a:r>
            <a:r>
              <a:rPr lang="en-US" dirty="0" err="1"/>
              <a:t>zapobiega</a:t>
            </a:r>
            <a:r>
              <a:rPr lang="en-US" dirty="0"/>
              <a:t> </a:t>
            </a:r>
            <a:r>
              <a:rPr lang="en-US" dirty="0" err="1"/>
              <a:t>temu</a:t>
            </a:r>
            <a:r>
              <a:rPr lang="en-US" dirty="0"/>
              <a:t>, by </a:t>
            </a:r>
            <a:r>
              <a:rPr lang="en-US" dirty="0" err="1"/>
              <a:t>zakłócenie</a:t>
            </a:r>
            <a:r>
              <a:rPr lang="en-US" dirty="0"/>
              <a:t> </a:t>
            </a:r>
            <a:r>
              <a:rPr lang="en-US" dirty="0" err="1"/>
              <a:t>stało</a:t>
            </a:r>
            <a:r>
              <a:rPr lang="en-US" dirty="0"/>
              <a:t> </a:t>
            </a:r>
            <a:r>
              <a:rPr lang="en-US" dirty="0" err="1"/>
              <a:t>się</a:t>
            </a:r>
            <a:r>
              <a:rPr lang="en-US" dirty="0"/>
              <a:t> </a:t>
            </a:r>
            <a:r>
              <a:rPr lang="en-US" dirty="0" err="1"/>
              <a:t>niezamierzoną</a:t>
            </a:r>
            <a:r>
              <a:rPr lang="en-US" dirty="0"/>
              <a:t> </a:t>
            </a:r>
            <a:r>
              <a:rPr lang="en-US" dirty="0" err="1"/>
              <a:t>przerwą</a:t>
            </a:r>
            <a:r>
              <a:rPr lang="en-US" dirty="0"/>
              <a:t> w </a:t>
            </a:r>
            <a:r>
              <a:rPr lang="en-US" dirty="0" err="1"/>
              <a:t>narracji</a:t>
            </a:r>
            <a:r>
              <a:rPr lang="en-US" dirty="0"/>
              <a:t> </a:t>
            </a:r>
            <a:r>
              <a:rPr lang="en-US" dirty="0" err="1"/>
              <a:t>klienta</a:t>
            </a:r>
            <a:r>
              <a:rPr lang="en-US" dirty="0"/>
              <a:t>. </a:t>
            </a:r>
            <a:r>
              <a:rPr lang="en-US" dirty="0" err="1"/>
              <a:t>Parafraza</a:t>
            </a:r>
            <a:r>
              <a:rPr lang="en-US" dirty="0"/>
              <a:t> </a:t>
            </a:r>
            <a:r>
              <a:rPr lang="en-US" dirty="0" err="1"/>
              <a:t>i</a:t>
            </a:r>
            <a:r>
              <a:rPr lang="en-US" dirty="0"/>
              <a:t> </a:t>
            </a:r>
            <a:r>
              <a:rPr lang="en-US" dirty="0" err="1"/>
              <a:t>podsumowania</a:t>
            </a:r>
            <a:r>
              <a:rPr lang="en-US" dirty="0"/>
              <a:t> </a:t>
            </a:r>
            <a:r>
              <a:rPr lang="en-US" dirty="0" err="1"/>
              <a:t>kompensują</a:t>
            </a:r>
            <a:r>
              <a:rPr lang="en-US" dirty="0"/>
              <a:t> </a:t>
            </a:r>
            <a:r>
              <a:rPr lang="en-US" dirty="0" err="1"/>
              <a:t>brak</a:t>
            </a:r>
            <a:r>
              <a:rPr lang="en-US" dirty="0"/>
              <a:t> </a:t>
            </a:r>
            <a:r>
              <a:rPr lang="en-US" dirty="0" err="1"/>
              <a:t>części</a:t>
            </a:r>
            <a:r>
              <a:rPr lang="en-US" dirty="0"/>
              <a:t> </a:t>
            </a:r>
            <a:r>
              <a:rPr lang="en-US" dirty="0" err="1"/>
              <a:t>sygnałów</a:t>
            </a:r>
            <a:r>
              <a:rPr lang="en-US" dirty="0"/>
              <a:t> </a:t>
            </a:r>
            <a:r>
              <a:rPr lang="en-US" dirty="0" err="1"/>
              <a:t>niewerbalnych</a:t>
            </a:r>
            <a:r>
              <a:rPr lang="en-US" dirty="0"/>
              <a:t>. </a:t>
            </a:r>
            <a:r>
              <a:rPr lang="en-US" dirty="0" err="1"/>
              <a:t>Monitorowanie</a:t>
            </a:r>
            <a:r>
              <a:rPr lang="en-US" dirty="0"/>
              <a:t> </a:t>
            </a:r>
            <a:r>
              <a:rPr lang="en-US" dirty="0" err="1"/>
              <a:t>emocji</a:t>
            </a:r>
            <a:r>
              <a:rPr lang="en-US" dirty="0"/>
              <a:t> w </a:t>
            </a:r>
            <a:r>
              <a:rPr lang="en-US" dirty="0" err="1"/>
              <a:t>sposób</a:t>
            </a:r>
            <a:r>
              <a:rPr lang="en-US" dirty="0"/>
              <a:t> </a:t>
            </a:r>
            <a:r>
              <a:rPr lang="en-US" dirty="0" err="1"/>
              <a:t>bardziej</a:t>
            </a:r>
            <a:r>
              <a:rPr lang="en-US" dirty="0"/>
              <a:t> </a:t>
            </a:r>
            <a:r>
              <a:rPr lang="en-US" dirty="0" err="1"/>
              <a:t>eksplicytny</a:t>
            </a:r>
            <a:r>
              <a:rPr lang="en-US" dirty="0"/>
              <a:t> </a:t>
            </a:r>
            <a:r>
              <a:rPr lang="en-US" dirty="0" err="1"/>
              <a:t>oznacza</a:t>
            </a:r>
            <a:r>
              <a:rPr lang="en-US" dirty="0"/>
              <a:t> </a:t>
            </a:r>
            <a:r>
              <a:rPr lang="en-US" dirty="0" err="1"/>
              <a:t>częstsze</a:t>
            </a:r>
            <a:r>
              <a:rPr lang="en-US" dirty="0"/>
              <a:t> </a:t>
            </a:r>
            <a:r>
              <a:rPr lang="en-US" dirty="0" err="1"/>
              <a:t>nazywanie</a:t>
            </a:r>
            <a:r>
              <a:rPr lang="en-US" dirty="0"/>
              <a:t> </a:t>
            </a:r>
            <a:r>
              <a:rPr lang="en-US" dirty="0" err="1"/>
              <a:t>tego</a:t>
            </a:r>
            <a:r>
              <a:rPr lang="en-US" dirty="0"/>
              <a:t>, co </a:t>
            </a:r>
            <a:r>
              <a:rPr lang="en-US" dirty="0" err="1"/>
              <a:t>obserwujemy</a:t>
            </a:r>
            <a:r>
              <a:rPr lang="en-US" dirty="0"/>
              <a:t>. </a:t>
            </a:r>
            <a:r>
              <a:rPr lang="en-US" dirty="0" err="1"/>
              <a:t>Uzgadnianie</a:t>
            </a:r>
            <a:r>
              <a:rPr lang="en-US" dirty="0"/>
              <a:t> </a:t>
            </a:r>
            <a:r>
              <a:rPr lang="en-US" dirty="0" err="1"/>
              <a:t>celów</a:t>
            </a:r>
            <a:r>
              <a:rPr lang="en-US" dirty="0"/>
              <a:t> </a:t>
            </a:r>
            <a:r>
              <a:rPr lang="en-US" dirty="0" err="1"/>
              <a:t>powtarzane</a:t>
            </a:r>
            <a:r>
              <a:rPr lang="en-US" dirty="0"/>
              <a:t> w </a:t>
            </a:r>
            <a:r>
              <a:rPr lang="en-US" dirty="0" err="1"/>
              <a:t>trakcie</a:t>
            </a:r>
            <a:r>
              <a:rPr lang="en-US" dirty="0"/>
              <a:t> </a:t>
            </a:r>
            <a:r>
              <a:rPr lang="en-US" dirty="0" err="1"/>
              <a:t>procesu</a:t>
            </a:r>
            <a:r>
              <a:rPr lang="en-US" dirty="0"/>
              <a:t>, </a:t>
            </a:r>
            <a:r>
              <a:rPr lang="en-US" dirty="0" err="1"/>
              <a:t>nie</a:t>
            </a:r>
            <a:r>
              <a:rPr lang="en-US" dirty="0"/>
              <a:t> </a:t>
            </a:r>
            <a:r>
              <a:rPr lang="en-US" dirty="0" err="1"/>
              <a:t>tylko</a:t>
            </a:r>
            <a:r>
              <a:rPr lang="en-US" dirty="0"/>
              <a:t> </a:t>
            </a:r>
            <a:r>
              <a:rPr lang="en-US" dirty="0" err="1"/>
              <a:t>na</a:t>
            </a:r>
            <a:r>
              <a:rPr lang="en-US" dirty="0"/>
              <a:t> </a:t>
            </a:r>
            <a:r>
              <a:rPr lang="en-US" dirty="0" err="1"/>
              <a:t>starcie</a:t>
            </a:r>
            <a:r>
              <a:rPr lang="en-US" dirty="0"/>
              <a:t>, </a:t>
            </a:r>
            <a:r>
              <a:rPr lang="en-US" dirty="0" err="1"/>
              <a:t>utrzymuje</a:t>
            </a:r>
            <a:r>
              <a:rPr lang="en-US" dirty="0"/>
              <a:t> </a:t>
            </a:r>
            <a:r>
              <a:rPr lang="en-US" dirty="0" err="1"/>
              <a:t>wspólny</a:t>
            </a:r>
            <a:r>
              <a:rPr lang="en-US" dirty="0"/>
              <a:t> </a:t>
            </a:r>
            <a:r>
              <a:rPr lang="en-US" dirty="0" err="1"/>
              <a:t>kierunek</a:t>
            </a:r>
            <a:r>
              <a:rPr lang="en-US" dirty="0"/>
              <a:t> </a:t>
            </a:r>
            <a:r>
              <a:rPr lang="en-US" dirty="0" err="1"/>
              <a:t>pracy</a:t>
            </a:r>
            <a:r>
              <a:rPr lang="en-US" dirty="0"/>
              <a:t> </a:t>
            </a:r>
            <a:r>
              <a:rPr lang="en-US" dirty="0" err="1"/>
              <a:t>widoczny</a:t>
            </a:r>
            <a:r>
              <a:rPr lang="en-US" dirty="0"/>
              <a:t> </a:t>
            </a:r>
            <a:r>
              <a:rPr lang="en-US" dirty="0" err="1"/>
              <a:t>dla</a:t>
            </a:r>
            <a:r>
              <a:rPr lang="en-US" dirty="0"/>
              <a:t> </a:t>
            </a:r>
            <a:r>
              <a:rPr lang="en-US" dirty="0" err="1"/>
              <a:t>obu</a:t>
            </a:r>
            <a:r>
              <a:rPr lang="en-US" dirty="0"/>
              <a:t> </a:t>
            </a:r>
            <a:r>
              <a:rPr lang="en-US" dirty="0" err="1"/>
              <a:t>stron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043323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Empatia w terapii zawsze była komunikowana zarówno werbalnie, jak i niewerbalnie. Online część kanału niewerbalnego jest ograniczona lub zniekształcona, więc kompensujemy to językiem: precyzyjne nazywanie stanów emocjonalnych, wypowiedziana wprost walidacja, częstsza klaryfikacja znaczenia wypowiedzi, świadome stosowanie pauz, wolniejsze tempo dające czas na przetworzenie informacji przez opóźniony kanał, oraz pytania metakomunikacyjne o samo doświadczenie rozmowy przez ekran. Kluczowa zasada: gdy obserwacja jest niepewna, nie budujemy interpretacji na niejasnym </a:t>
            </a:r>
            <a:r>
              <a:rPr lang="en-US" err="1"/>
              <a:t>sygnale</a:t>
            </a:r>
            <a:r>
              <a:rPr lang="en-US"/>
              <a:t> - pytamy wprost.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554386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Kontakt wzrokowy ma realne znaczenie kliniczne, nie tylko techniczne. Kamera poniżej linii oczu daje efekt patrzenia z góry, nieświadomie odbierany jako ocena lub dystans. Kadrowanie powinno być stabilne, od piersi </a:t>
            </a:r>
            <a:r>
              <a:rPr lang="en-US" err="1"/>
              <a:t>wzwyż</a:t>
            </a:r>
            <a:r>
              <a:rPr lang="en-US"/>
              <a:t> - przypadkowy kadr rozprasza. Kluczowa różnica: patrzenie na ekran (gdzie widzimy twarz klienta) nie jest tym samym co patrzenie w </a:t>
            </a:r>
            <a:r>
              <a:rPr lang="en-US" err="1"/>
              <a:t>obiektyw</a:t>
            </a:r>
            <a:r>
              <a:rPr lang="en-US"/>
              <a:t> - z perspektywy klienta tylko patrzenie w obiektyw jest odbierane jako kontakt wzrokowy. Mimika powinna być nieco bardziej wyrazista niż stacjonarnie, bo kompresja wideo może wygładzać subtelne mikroekspresje, a opóźnienia transmisji wpływają na naturalność wymiany spojrzeń i reakcji.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2038440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Cisza w terapii stacjonarnej ma bogatą tradycję interpretacyjną. Online pojawia się dodatkowy rodzaj </a:t>
            </a:r>
            <a:r>
              <a:rPr lang="en-US" err="1"/>
              <a:t>ciszy</a:t>
            </a:r>
            <a:r>
              <a:rPr lang="en-US"/>
              <a:t> - techniczna, wynikająca z zerwanego połączenia czy problemu z </a:t>
            </a:r>
            <a:r>
              <a:rPr lang="en-US" err="1"/>
              <a:t>mikrofonem</a:t>
            </a:r>
            <a:r>
              <a:rPr lang="en-US"/>
              <a:t> - nie do odróżnienia od osoby siedzącej w zamyśleniu bez aktywnego sprawdzenia: krótkiego „czy mnie Pan/Pani słyszy?”. Opóźnienia transmisji generują problem nakładania się </a:t>
            </a:r>
            <a:r>
              <a:rPr lang="en-US" err="1"/>
              <a:t>głosów</a:t>
            </a:r>
            <a:r>
              <a:rPr lang="en-US"/>
              <a:t> - dobrą praktyką jest krótka pauza przed odpowiedzią. Nazywanie zakłóceń wprost zapobiega sytuacji, w której klient odczytuje techniczne zakłócenie jako brak zainteresowania czy emocjonalny dystans terapeuty.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0218203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Praca</a:t>
            </a:r>
            <a:r>
              <a:rPr lang="en-US" dirty="0"/>
              <a:t> z </a:t>
            </a:r>
            <a:r>
              <a:rPr lang="en-US" dirty="0" err="1"/>
              <a:t>ciałem</a:t>
            </a:r>
            <a:r>
              <a:rPr lang="en-US" dirty="0"/>
              <a:t> </a:t>
            </a:r>
            <a:r>
              <a:rPr lang="en-US" dirty="0" err="1"/>
              <a:t>nie</a:t>
            </a:r>
            <a:r>
              <a:rPr lang="en-US" dirty="0"/>
              <a:t> </a:t>
            </a:r>
            <a:r>
              <a:rPr lang="en-US" dirty="0" err="1"/>
              <a:t>zatrzymuje</a:t>
            </a:r>
            <a:r>
              <a:rPr lang="en-US" dirty="0"/>
              <a:t> </a:t>
            </a:r>
            <a:r>
              <a:rPr lang="en-US" dirty="0" err="1"/>
              <a:t>się</a:t>
            </a:r>
            <a:r>
              <a:rPr lang="en-US" dirty="0"/>
              <a:t> w </a:t>
            </a:r>
            <a:r>
              <a:rPr lang="en-US" dirty="0" err="1"/>
              <a:t>środowisku</a:t>
            </a:r>
            <a:r>
              <a:rPr lang="en-US" dirty="0"/>
              <a:t> </a:t>
            </a:r>
            <a:r>
              <a:rPr lang="en-US" dirty="0" err="1"/>
              <a:t>zdalnym</a:t>
            </a:r>
            <a:r>
              <a:rPr lang="en-US" dirty="0"/>
              <a:t>, ale </a:t>
            </a:r>
            <a:r>
              <a:rPr lang="en-US" dirty="0" err="1"/>
              <a:t>zmienia</a:t>
            </a:r>
            <a:r>
              <a:rPr lang="en-US" dirty="0"/>
              <a:t> </a:t>
            </a:r>
            <a:r>
              <a:rPr lang="en-US" dirty="0" err="1"/>
              <a:t>się</a:t>
            </a:r>
            <a:r>
              <a:rPr lang="en-US" dirty="0"/>
              <a:t> </a:t>
            </a:r>
            <a:r>
              <a:rPr lang="en-US" dirty="0" err="1"/>
              <a:t>zakres</a:t>
            </a:r>
            <a:r>
              <a:rPr lang="en-US" dirty="0"/>
              <a:t> </a:t>
            </a:r>
            <a:r>
              <a:rPr lang="en-US" dirty="0" err="1"/>
              <a:t>dostępnych</a:t>
            </a:r>
            <a:r>
              <a:rPr lang="en-US" dirty="0"/>
              <a:t> </a:t>
            </a:r>
            <a:r>
              <a:rPr lang="en-US" dirty="0" err="1"/>
              <a:t>obserwacji</a:t>
            </a:r>
            <a:r>
              <a:rPr lang="en-US" dirty="0"/>
              <a:t> </a:t>
            </a:r>
            <a:r>
              <a:rPr lang="en-US" dirty="0" err="1"/>
              <a:t>i</a:t>
            </a:r>
            <a:r>
              <a:rPr lang="en-US" dirty="0"/>
              <a:t> </a:t>
            </a:r>
            <a:r>
              <a:rPr lang="en-US" dirty="0" err="1"/>
              <a:t>poziom</a:t>
            </a:r>
            <a:r>
              <a:rPr lang="en-US" dirty="0"/>
              <a:t> </a:t>
            </a:r>
            <a:r>
              <a:rPr lang="en-US" dirty="0" err="1"/>
              <a:t>pewności</a:t>
            </a:r>
            <a:r>
              <a:rPr lang="en-US" dirty="0"/>
              <a:t> </a:t>
            </a:r>
            <a:r>
              <a:rPr lang="en-US" dirty="0" err="1"/>
              <a:t>interpretacji</a:t>
            </a:r>
            <a:r>
              <a:rPr lang="en-US" dirty="0"/>
              <a:t>. </a:t>
            </a:r>
            <a:r>
              <a:rPr lang="en-US" dirty="0" err="1"/>
              <a:t>Oddech</a:t>
            </a:r>
            <a:r>
              <a:rPr lang="en-US" dirty="0"/>
              <a:t> jest </a:t>
            </a:r>
            <a:r>
              <a:rPr lang="en-US" dirty="0" err="1"/>
              <a:t>czasem</a:t>
            </a:r>
            <a:r>
              <a:rPr lang="en-US" dirty="0"/>
              <a:t> </a:t>
            </a:r>
            <a:r>
              <a:rPr lang="en-US" dirty="0" err="1"/>
              <a:t>widoczny</a:t>
            </a:r>
            <a:r>
              <a:rPr lang="en-US" dirty="0"/>
              <a:t> </a:t>
            </a:r>
            <a:r>
              <a:rPr lang="en-US" dirty="0" err="1"/>
              <a:t>nawet</a:t>
            </a:r>
            <a:r>
              <a:rPr lang="en-US" dirty="0"/>
              <a:t> w </a:t>
            </a:r>
            <a:r>
              <a:rPr lang="en-US" dirty="0" err="1"/>
              <a:t>wąskim</a:t>
            </a:r>
            <a:r>
              <a:rPr lang="en-US" dirty="0"/>
              <a:t> </a:t>
            </a:r>
            <a:r>
              <a:rPr lang="en-US" dirty="0" err="1"/>
              <a:t>kadrze</a:t>
            </a:r>
            <a:r>
              <a:rPr lang="en-US" dirty="0"/>
              <a:t>. </a:t>
            </a:r>
            <a:r>
              <a:rPr lang="en-US" dirty="0" err="1"/>
              <a:t>Głos</a:t>
            </a:r>
            <a:r>
              <a:rPr lang="en-US" dirty="0"/>
              <a:t> </a:t>
            </a:r>
            <a:r>
              <a:rPr lang="en-US" dirty="0" err="1"/>
              <a:t>pozostaje</a:t>
            </a:r>
            <a:r>
              <a:rPr lang="en-US" dirty="0"/>
              <a:t> </a:t>
            </a:r>
            <a:r>
              <a:rPr lang="en-US" dirty="0" err="1"/>
              <a:t>bogatym</a:t>
            </a:r>
            <a:r>
              <a:rPr lang="en-US" dirty="0"/>
              <a:t> </a:t>
            </a:r>
            <a:r>
              <a:rPr lang="en-US" dirty="0" err="1"/>
              <a:t>źródłem</a:t>
            </a:r>
            <a:r>
              <a:rPr lang="en-US" dirty="0"/>
              <a:t> </a:t>
            </a:r>
            <a:r>
              <a:rPr lang="en-US" dirty="0" err="1"/>
              <a:t>informacji</a:t>
            </a:r>
            <a:r>
              <a:rPr lang="en-US" dirty="0"/>
              <a:t> </a:t>
            </a:r>
            <a:r>
              <a:rPr lang="en-US" dirty="0" err="1"/>
              <a:t>i</a:t>
            </a:r>
            <a:r>
              <a:rPr lang="en-US" dirty="0"/>
              <a:t> </a:t>
            </a:r>
            <a:r>
              <a:rPr lang="en-US" dirty="0" err="1"/>
              <a:t>zwykle</a:t>
            </a:r>
            <a:r>
              <a:rPr lang="en-US" dirty="0"/>
              <a:t> </a:t>
            </a:r>
            <a:r>
              <a:rPr lang="en-US" dirty="0" err="1"/>
              <a:t>przechodzi</a:t>
            </a:r>
            <a:r>
              <a:rPr lang="en-US" dirty="0"/>
              <a:t> </a:t>
            </a:r>
            <a:r>
              <a:rPr lang="en-US" dirty="0" err="1"/>
              <a:t>przez</a:t>
            </a:r>
            <a:r>
              <a:rPr lang="en-US" dirty="0"/>
              <a:t> </a:t>
            </a:r>
            <a:r>
              <a:rPr lang="en-US" dirty="0" err="1"/>
              <a:t>połączenie</a:t>
            </a:r>
            <a:r>
              <a:rPr lang="en-US" dirty="0"/>
              <a:t> z </a:t>
            </a:r>
            <a:r>
              <a:rPr lang="en-US" dirty="0" err="1"/>
              <a:t>mniejszymi</a:t>
            </a:r>
            <a:r>
              <a:rPr lang="en-US" dirty="0"/>
              <a:t> </a:t>
            </a:r>
            <a:r>
              <a:rPr lang="en-US" dirty="0" err="1"/>
              <a:t>zniekształceniami</a:t>
            </a:r>
            <a:r>
              <a:rPr lang="en-US" dirty="0"/>
              <a:t> </a:t>
            </a:r>
            <a:r>
              <a:rPr lang="en-US" dirty="0" err="1"/>
              <a:t>niż</a:t>
            </a:r>
            <a:r>
              <a:rPr lang="en-US" dirty="0"/>
              <a:t> </a:t>
            </a:r>
            <a:r>
              <a:rPr lang="en-US" dirty="0" err="1"/>
              <a:t>obraz</a:t>
            </a:r>
            <a:r>
              <a:rPr lang="en-US" dirty="0"/>
              <a:t>. </a:t>
            </a:r>
            <a:r>
              <a:rPr lang="en-US" dirty="0" err="1"/>
              <a:t>Napięcie</a:t>
            </a:r>
            <a:r>
              <a:rPr lang="en-US" dirty="0"/>
              <a:t> </a:t>
            </a:r>
            <a:r>
              <a:rPr lang="en-US" dirty="0" err="1"/>
              <a:t>i</a:t>
            </a:r>
            <a:r>
              <a:rPr lang="en-US" dirty="0"/>
              <a:t> </a:t>
            </a:r>
            <a:r>
              <a:rPr lang="en-US" dirty="0" err="1"/>
              <a:t>postawa</a:t>
            </a:r>
            <a:r>
              <a:rPr lang="en-US" dirty="0"/>
              <a:t> </a:t>
            </a:r>
            <a:r>
              <a:rPr lang="en-US" dirty="0" err="1"/>
              <a:t>ciała</a:t>
            </a:r>
            <a:r>
              <a:rPr lang="en-US" dirty="0"/>
              <a:t> </a:t>
            </a:r>
            <a:r>
              <a:rPr lang="en-US" dirty="0" err="1"/>
              <a:t>są</a:t>
            </a:r>
            <a:r>
              <a:rPr lang="en-US" dirty="0"/>
              <a:t> </a:t>
            </a:r>
            <a:r>
              <a:rPr lang="en-US" dirty="0" err="1"/>
              <a:t>dostępne</a:t>
            </a:r>
            <a:r>
              <a:rPr lang="en-US" dirty="0"/>
              <a:t> </a:t>
            </a:r>
            <a:r>
              <a:rPr lang="en-US" dirty="0" err="1"/>
              <a:t>tylko</a:t>
            </a:r>
            <a:r>
              <a:rPr lang="en-US" dirty="0"/>
              <a:t> w </a:t>
            </a:r>
            <a:r>
              <a:rPr lang="en-US" dirty="0" err="1"/>
              <a:t>zakresie</a:t>
            </a:r>
            <a:r>
              <a:rPr lang="en-US" dirty="0"/>
              <a:t> </a:t>
            </a:r>
            <a:r>
              <a:rPr lang="en-US" dirty="0" err="1"/>
              <a:t>widocznym</a:t>
            </a:r>
            <a:r>
              <a:rPr lang="en-US" dirty="0"/>
              <a:t> w </a:t>
            </a:r>
            <a:r>
              <a:rPr lang="en-US" dirty="0" err="1"/>
              <a:t>kadrze</a:t>
            </a:r>
            <a:r>
              <a:rPr lang="en-US" dirty="0"/>
              <a:t>. </a:t>
            </a:r>
            <a:r>
              <a:rPr lang="en-US" dirty="0" err="1"/>
              <a:t>Mimika</a:t>
            </a:r>
            <a:r>
              <a:rPr lang="en-US" dirty="0"/>
              <a:t> wymaga </a:t>
            </a:r>
            <a:r>
              <a:rPr lang="en-US" dirty="0" err="1"/>
              <a:t>ostrożności</a:t>
            </a:r>
            <a:r>
              <a:rPr lang="en-US" dirty="0"/>
              <a:t> </a:t>
            </a:r>
            <a:r>
              <a:rPr lang="en-US" dirty="0" err="1"/>
              <a:t>interpretacyjnej</a:t>
            </a:r>
            <a:r>
              <a:rPr lang="en-US" dirty="0"/>
              <a:t> - </a:t>
            </a:r>
            <a:r>
              <a:rPr lang="en-US" dirty="0" err="1"/>
              <a:t>kompresja</a:t>
            </a:r>
            <a:r>
              <a:rPr lang="en-US" dirty="0"/>
              <a:t> </a:t>
            </a:r>
            <a:r>
              <a:rPr lang="en-US" dirty="0" err="1"/>
              <a:t>wideo</a:t>
            </a:r>
            <a:r>
              <a:rPr lang="en-US" dirty="0"/>
              <a:t> </a:t>
            </a:r>
            <a:r>
              <a:rPr lang="en-US" dirty="0" err="1"/>
              <a:t>może</a:t>
            </a:r>
            <a:r>
              <a:rPr lang="en-US" dirty="0"/>
              <a:t> </a:t>
            </a:r>
            <a:r>
              <a:rPr lang="en-US" dirty="0" err="1"/>
              <a:t>tworzyć</a:t>
            </a:r>
            <a:r>
              <a:rPr lang="en-US" dirty="0"/>
              <a:t> </a:t>
            </a:r>
            <a:r>
              <a:rPr lang="en-US" dirty="0" err="1"/>
              <a:t>artefakty</a:t>
            </a:r>
            <a:r>
              <a:rPr lang="en-US" dirty="0"/>
              <a:t> </a:t>
            </a:r>
            <a:r>
              <a:rPr lang="en-US" dirty="0" err="1"/>
              <a:t>przypominające</a:t>
            </a:r>
            <a:r>
              <a:rPr lang="en-US" dirty="0"/>
              <a:t> </a:t>
            </a:r>
            <a:r>
              <a:rPr lang="en-US" dirty="0" err="1"/>
              <a:t>grymas</a:t>
            </a:r>
            <a:r>
              <a:rPr lang="en-US" dirty="0"/>
              <a:t>. </a:t>
            </a:r>
            <a:r>
              <a:rPr lang="en-US" dirty="0" err="1"/>
              <a:t>Kluczowa</a:t>
            </a:r>
            <a:r>
              <a:rPr lang="en-US" dirty="0"/>
              <a:t> </a:t>
            </a:r>
            <a:r>
              <a:rPr lang="en-US" dirty="0" err="1"/>
              <a:t>zasada</a:t>
            </a:r>
            <a:r>
              <a:rPr lang="en-US" dirty="0"/>
              <a:t>: </a:t>
            </a:r>
            <a:r>
              <a:rPr lang="en-US" dirty="0" err="1"/>
              <a:t>gdy</a:t>
            </a:r>
            <a:r>
              <a:rPr lang="en-US" dirty="0"/>
              <a:t> </a:t>
            </a:r>
            <a:r>
              <a:rPr lang="en-US" dirty="0" err="1"/>
              <a:t>obserwacja</a:t>
            </a:r>
            <a:r>
              <a:rPr lang="en-US" dirty="0"/>
              <a:t> jest </a:t>
            </a:r>
            <a:r>
              <a:rPr lang="en-US" dirty="0" err="1"/>
              <a:t>niepewna</a:t>
            </a:r>
            <a:r>
              <a:rPr lang="en-US" dirty="0"/>
              <a:t>, </a:t>
            </a:r>
            <a:r>
              <a:rPr lang="en-US" dirty="0" err="1"/>
              <a:t>pytamy</a:t>
            </a:r>
            <a:r>
              <a:rPr lang="en-US" dirty="0"/>
              <a:t> </a:t>
            </a:r>
            <a:r>
              <a:rPr lang="en-US" dirty="0" err="1"/>
              <a:t>wprost</a:t>
            </a:r>
            <a:r>
              <a:rPr lang="en-US" dirty="0"/>
              <a:t> o </a:t>
            </a:r>
            <a:r>
              <a:rPr lang="en-US" dirty="0" err="1"/>
              <a:t>doświadczenia</a:t>
            </a:r>
            <a:r>
              <a:rPr lang="en-US" dirty="0"/>
              <a:t> </a:t>
            </a:r>
            <a:r>
              <a:rPr lang="en-US" dirty="0" err="1"/>
              <a:t>somatyczne</a:t>
            </a:r>
            <a:r>
              <a:rPr lang="en-US" dirty="0"/>
              <a:t>, </a:t>
            </a:r>
            <a:r>
              <a:rPr lang="en-US" dirty="0" err="1"/>
              <a:t>zamiast</a:t>
            </a:r>
            <a:r>
              <a:rPr lang="en-US" dirty="0"/>
              <a:t> </a:t>
            </a:r>
            <a:r>
              <a:rPr lang="en-US" dirty="0" err="1"/>
              <a:t>budować</a:t>
            </a:r>
            <a:r>
              <a:rPr lang="en-US" dirty="0"/>
              <a:t> </a:t>
            </a:r>
            <a:r>
              <a:rPr lang="en-US" dirty="0" err="1"/>
              <a:t>interpretację</a:t>
            </a:r>
            <a:r>
              <a:rPr lang="en-US" dirty="0"/>
              <a:t> </a:t>
            </a:r>
            <a:r>
              <a:rPr lang="en-US" dirty="0" err="1"/>
              <a:t>na</a:t>
            </a:r>
            <a:r>
              <a:rPr lang="en-US" dirty="0"/>
              <a:t> </a:t>
            </a:r>
            <a:r>
              <a:rPr lang="en-US" dirty="0" err="1"/>
              <a:t>niejasnym</a:t>
            </a:r>
            <a:r>
              <a:rPr lang="en-US" dirty="0"/>
              <a:t> </a:t>
            </a:r>
            <a:r>
              <a:rPr lang="en-US" dirty="0" err="1"/>
              <a:t>sygnale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185117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Wideoterapia jest dziś domyślnym wyobrażeniem e-</a:t>
            </a:r>
            <a:r>
              <a:rPr lang="en-US" err="1"/>
              <a:t>terapii</a:t>
            </a:r>
            <a:r>
              <a:rPr lang="en-US"/>
              <a:t> - daje najbliższy odpowiednik kontaktu twarzą w twarz, z dostępem do mimiki, części mowy ciała i obserwacją reakcji w czasie rzeczywistym. Ale ma swoje koszty: zmęczenie poznawcze (Zoom fatigue) wynikające z przetwarzania nienaturalnie utrzymywanego kontaktu wzrokowego i własnego obrazu na ekranie; ekspozycja domowego otoczenia klienta, czasem korzystna, czasem obciążająca; oraz silna zależność od jakości technologii, co czyni przygotowanie techniczne tutaj najbardziej krytycznym ze wszystkich modalności.</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579516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Terapia tekstowa jest modalnością często niedocenianą akademicko, a szeroko używaną w </a:t>
            </a:r>
            <a:r>
              <a:rPr lang="en-US" err="1"/>
              <a:t>praktyce</a:t>
            </a:r>
            <a:r>
              <a:rPr lang="en-US"/>
              <a:t> - szczególnie w pracy z młodszymi klientami i interwencjach kryzysowych pierwszego kontaktu. Większa refleksyjność i trwały zapis rozmowy są realnymi zaletami klinicznymi. Jednocześnie tracimy ton </a:t>
            </a:r>
            <a:r>
              <a:rPr lang="en-US" err="1"/>
              <a:t>głosu</a:t>
            </a:r>
            <a:r>
              <a:rPr lang="en-US"/>
              <a:t> - ten sam zestaw słów może oznaczać żart, sarkazm albo szczery niepokój. Opóźnienie reakcji, naturalne w kanale tekstowym, może być błędnie odczytane jako ignorowanie, jeśli nie zostanie wcześniej uzgodnione jako normalna cecha tego kanału. Stąd potrzeba szczególnej precyzji języka i częstszej klaryfikacji.</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5273692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Interwencje asynchroniczne wypełniają przestrzeń między sesjami, która w terapii stacjonarnej była zwykle pusta z perspektywy bezpośredniego kontaktu z terapeutą. Wiadomości terapeutyczne powinny być krótkie i </a:t>
            </a:r>
            <a:r>
              <a:rPr lang="en-US" err="1"/>
              <a:t>celowe</a:t>
            </a:r>
            <a:r>
              <a:rPr lang="en-US"/>
              <a:t> - nie próbą prowadzenia sesji przez SMS. Komentarze do dzienniczków wzmacniają i ukierunkowują refleksję. Moduły psychoedukacyjne strukturyzują proces uczenia się. Zadania domowe wymagają jasno określonego celu i sposobu sprawdzenia. Feedback między sesjami powinien być krótki i konkretny, z jasną </a:t>
            </a:r>
            <a:r>
              <a:rPr lang="en-US" err="1"/>
              <a:t>granicą</a:t>
            </a:r>
            <a:r>
              <a:rPr lang="en-US"/>
              <a:t> - nie zastępuje głębszej pracy zarezerwowanej na sesję synchroniczną.</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490467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Pierwsze ćwiczenie </a:t>
            </a:r>
            <a:r>
              <a:rPr lang="en-US" err="1"/>
              <a:t>warsztatowe</a:t>
            </a:r>
            <a:r>
              <a:rPr lang="en-US"/>
              <a:t> - celowo dotyczy najbardziej „ubogiego” kanału komunikacji, tekstu asynchronicznego, bo tam precyzja językowa ma największe znaczenie. Prowadzący przedstawia krótką, autentycznie brzmiącą wiadomość klienta między sesjami. Zadanie polega na zaprojektowaniu odpowiedzi, która w ograniczonej przestrzeni tekstu wykonuje kilka funkcji jednocześnie: waliduje, dopytuje o niejasności, zadaje pytanie otwierające refleksję, formułuje ostrożną hipotezę roboczą, ewentualnie sięga po restrukturyzację poznawczą i proponuje mały krok przed następną sesją. Po pracy indywidualnej lub w </a:t>
            </a:r>
            <a:r>
              <a:rPr lang="en-US" err="1"/>
              <a:t>parach</a:t>
            </a:r>
            <a:r>
              <a:rPr lang="en-US"/>
              <a:t> - dyskusja grupowa porównująca różne podejścia do tego samego materiału.</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809559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CBT z natury jest terapią ustrukturyzowaną, oparta na konkretnych technikach i mierzalnych celach, co czyni ją stosunkowo łatwą do przeniesienia na format cyfrowy bez utraty istoty interwencji. Moduły psychoedukacyjne pozwalają ustrukturyzować wprowadzenie do mechanizmów zaburzenia. Restrukturyzacja poznawcza dobrze nadaje się do formularzy cyfrowych. Ekspozycja zyskuje nowe możliwości dzięki VR. Aktywizacja behawioralna korzysta z cyfrowego śledzenia aktywności. Kluczowa przewaga całego obszaru: możliwość ciągłego monitorowania objawów i adherencji, co pozwala na bieżącą korektę planu pomocy.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1676538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Blended therapy jest rozwiązaniem pośrednim, które unika kompromisów obu czystych modeli. Oś główna procesu pozostaje spotkanie, stacjonarne albo wideo. Aplikacja wspiera pracę w przestrzeni między sesjami, którą wcześniej wypełniały tylko pamięć klienta i papierowe notatki. Materiały psychoedukacyjne dostępne na żądanie pozwalają wracać do treści wtedy, gdy są potrzebne. Automatyczne przypomnienia adresują naturalne zapominanie. Kluczowa zaleta: pomiar efektów zintegrowany z całym procesem, dający terapeucie ciągły obraz tego, co dzieje się między sesjami.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1587046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Terapia</a:t>
            </a:r>
            <a:r>
              <a:rPr lang="en-US" dirty="0"/>
              <a:t> </a:t>
            </a:r>
            <a:r>
              <a:rPr lang="en-US" dirty="0" err="1"/>
              <a:t>grupowa</a:t>
            </a:r>
            <a:r>
              <a:rPr lang="en-US" dirty="0"/>
              <a:t> online jest </a:t>
            </a:r>
            <a:r>
              <a:rPr lang="en-US" dirty="0" err="1"/>
              <a:t>jedną</a:t>
            </a:r>
            <a:r>
              <a:rPr lang="en-US" dirty="0"/>
              <a:t> z </a:t>
            </a:r>
            <a:r>
              <a:rPr lang="en-US" dirty="0" err="1"/>
              <a:t>bardziej</a:t>
            </a:r>
            <a:r>
              <a:rPr lang="en-US" dirty="0"/>
              <a:t> </a:t>
            </a:r>
            <a:r>
              <a:rPr lang="en-US" dirty="0" err="1"/>
              <a:t>wymagających</a:t>
            </a:r>
            <a:r>
              <a:rPr lang="en-US" dirty="0"/>
              <a:t> </a:t>
            </a:r>
            <a:r>
              <a:rPr lang="en-US" dirty="0" err="1"/>
              <a:t>modalności</a:t>
            </a:r>
            <a:r>
              <a:rPr lang="en-US" dirty="0"/>
              <a:t>, </a:t>
            </a:r>
            <a:r>
              <a:rPr lang="en-US" dirty="0" err="1"/>
              <a:t>bo</a:t>
            </a:r>
            <a:r>
              <a:rPr lang="en-US" dirty="0"/>
              <a:t> </a:t>
            </a:r>
            <a:r>
              <a:rPr lang="en-US" dirty="0" err="1"/>
              <a:t>grupa</a:t>
            </a:r>
            <a:r>
              <a:rPr lang="en-US" dirty="0"/>
              <a:t> </a:t>
            </a:r>
            <a:r>
              <a:rPr lang="en-US" dirty="0" err="1"/>
              <a:t>stacjonarna</a:t>
            </a:r>
            <a:r>
              <a:rPr lang="en-US" dirty="0"/>
              <a:t> ma </a:t>
            </a:r>
            <a:r>
              <a:rPr lang="en-US" dirty="0" err="1"/>
              <a:t>naturalną</a:t>
            </a:r>
            <a:r>
              <a:rPr lang="en-US" dirty="0"/>
              <a:t> </a:t>
            </a:r>
            <a:r>
              <a:rPr lang="en-US" dirty="0" err="1"/>
              <a:t>dynamikę</a:t>
            </a:r>
            <a:r>
              <a:rPr lang="en-US" dirty="0"/>
              <a:t> </a:t>
            </a:r>
            <a:r>
              <a:rPr lang="en-US" dirty="0" err="1"/>
              <a:t>przestrzenną</a:t>
            </a:r>
            <a:r>
              <a:rPr lang="en-US" dirty="0"/>
              <a:t>, </a:t>
            </a:r>
            <a:r>
              <a:rPr lang="en-US" dirty="0" err="1"/>
              <a:t>która</a:t>
            </a:r>
            <a:r>
              <a:rPr lang="en-US" dirty="0"/>
              <a:t> online </a:t>
            </a:r>
            <a:r>
              <a:rPr lang="en-US" dirty="0" err="1"/>
              <a:t>częściowo</a:t>
            </a:r>
            <a:r>
              <a:rPr lang="en-US" dirty="0"/>
              <a:t> </a:t>
            </a:r>
            <a:r>
              <a:rPr lang="en-US" dirty="0" err="1"/>
              <a:t>zanika</a:t>
            </a:r>
            <a:r>
              <a:rPr lang="en-US" dirty="0"/>
              <a:t>. </a:t>
            </a:r>
            <a:r>
              <a:rPr lang="en-US" dirty="0" err="1"/>
              <a:t>Kolejność</a:t>
            </a:r>
            <a:r>
              <a:rPr lang="en-US" dirty="0"/>
              <a:t> </a:t>
            </a:r>
            <a:r>
              <a:rPr lang="en-US" dirty="0" err="1"/>
              <a:t>wypowiedzi</a:t>
            </a:r>
            <a:r>
              <a:rPr lang="en-US" dirty="0"/>
              <a:t> wymaga </a:t>
            </a:r>
            <a:r>
              <a:rPr lang="en-US" dirty="0" err="1"/>
              <a:t>jawnych</a:t>
            </a:r>
            <a:r>
              <a:rPr lang="en-US" dirty="0"/>
              <a:t> </a:t>
            </a:r>
            <a:r>
              <a:rPr lang="en-US" dirty="0" err="1"/>
              <a:t>reguł</a:t>
            </a:r>
            <a:r>
              <a:rPr lang="en-US" dirty="0"/>
              <a:t> </a:t>
            </a:r>
            <a:r>
              <a:rPr lang="en-US" dirty="0" err="1"/>
              <a:t>albo</a:t>
            </a:r>
            <a:r>
              <a:rPr lang="en-US" dirty="0"/>
              <a:t> </a:t>
            </a:r>
            <a:r>
              <a:rPr lang="en-US" dirty="0" err="1"/>
              <a:t>aktywnej</a:t>
            </a:r>
            <a:r>
              <a:rPr lang="en-US" dirty="0"/>
              <a:t> </a:t>
            </a:r>
            <a:r>
              <a:rPr lang="en-US" dirty="0" err="1"/>
              <a:t>moderacji</a:t>
            </a:r>
            <a:r>
              <a:rPr lang="en-US" dirty="0"/>
              <a:t>. </a:t>
            </a:r>
            <a:r>
              <a:rPr lang="en-US" dirty="0" err="1"/>
              <a:t>Cisza</a:t>
            </a:r>
            <a:r>
              <a:rPr lang="en-US" dirty="0"/>
              <a:t> w </a:t>
            </a:r>
            <a:r>
              <a:rPr lang="en-US" dirty="0" err="1"/>
              <a:t>grupie</a:t>
            </a:r>
            <a:r>
              <a:rPr lang="en-US" dirty="0"/>
              <a:t> online jest </a:t>
            </a:r>
            <a:r>
              <a:rPr lang="en-US" dirty="0" err="1"/>
              <a:t>trudniejsza</a:t>
            </a:r>
            <a:r>
              <a:rPr lang="en-US" dirty="0"/>
              <a:t> do </a:t>
            </a:r>
            <a:r>
              <a:rPr lang="en-US" dirty="0" err="1"/>
              <a:t>odczytania</a:t>
            </a:r>
            <a:r>
              <a:rPr lang="en-US" dirty="0"/>
              <a:t> </a:t>
            </a:r>
            <a:r>
              <a:rPr lang="en-US" dirty="0" err="1"/>
              <a:t>niż</a:t>
            </a:r>
            <a:r>
              <a:rPr lang="en-US" dirty="0"/>
              <a:t> </a:t>
            </a:r>
            <a:r>
              <a:rPr lang="en-US" dirty="0" err="1"/>
              <a:t>cisza</a:t>
            </a:r>
            <a:r>
              <a:rPr lang="en-US" dirty="0"/>
              <a:t> w </a:t>
            </a:r>
            <a:r>
              <a:rPr lang="en-US" dirty="0" err="1"/>
              <a:t>pokoju</a:t>
            </a:r>
            <a:r>
              <a:rPr lang="en-US" dirty="0"/>
              <a:t>. </a:t>
            </a:r>
            <a:r>
              <a:rPr lang="en-US" dirty="0" err="1"/>
              <a:t>Bezpieczeństwo</a:t>
            </a:r>
            <a:r>
              <a:rPr lang="en-US" dirty="0"/>
              <a:t> </a:t>
            </a:r>
            <a:r>
              <a:rPr lang="en-US" dirty="0" err="1"/>
              <a:t>nabiera</a:t>
            </a:r>
            <a:r>
              <a:rPr lang="en-US" dirty="0"/>
              <a:t> </a:t>
            </a:r>
            <a:r>
              <a:rPr lang="en-US" dirty="0" err="1"/>
              <a:t>nowego</a:t>
            </a:r>
            <a:r>
              <a:rPr lang="en-US" dirty="0"/>
              <a:t> </a:t>
            </a:r>
            <a:r>
              <a:rPr lang="en-US" dirty="0" err="1"/>
              <a:t>wymiaru</a:t>
            </a:r>
            <a:r>
              <a:rPr lang="en-US" dirty="0"/>
              <a:t>: </a:t>
            </a:r>
            <a:r>
              <a:rPr lang="en-US" dirty="0" err="1"/>
              <a:t>każdy</a:t>
            </a:r>
            <a:r>
              <a:rPr lang="en-US" dirty="0"/>
              <a:t> </a:t>
            </a:r>
            <a:r>
              <a:rPr lang="en-US" dirty="0" err="1"/>
              <a:t>uczestnik</a:t>
            </a:r>
            <a:r>
              <a:rPr lang="en-US" dirty="0"/>
              <a:t> </a:t>
            </a:r>
            <a:r>
              <a:rPr lang="en-US" dirty="0" err="1"/>
              <a:t>może</a:t>
            </a:r>
            <a:r>
              <a:rPr lang="en-US" dirty="0"/>
              <a:t> </a:t>
            </a:r>
            <a:r>
              <a:rPr lang="en-US" dirty="0" err="1"/>
              <a:t>mieć</a:t>
            </a:r>
            <a:r>
              <a:rPr lang="en-US" dirty="0"/>
              <a:t> w </a:t>
            </a:r>
            <a:r>
              <a:rPr lang="en-US" dirty="0" err="1"/>
              <a:t>swoim</a:t>
            </a:r>
            <a:r>
              <a:rPr lang="en-US" dirty="0"/>
              <a:t> </a:t>
            </a:r>
            <a:r>
              <a:rPr lang="en-US" dirty="0" err="1"/>
              <a:t>otoczeniu</a:t>
            </a:r>
            <a:r>
              <a:rPr lang="en-US" dirty="0"/>
              <a:t> </a:t>
            </a:r>
            <a:r>
              <a:rPr lang="en-US" dirty="0" err="1"/>
              <a:t>osoby</a:t>
            </a:r>
            <a:r>
              <a:rPr lang="en-US" dirty="0"/>
              <a:t> </a:t>
            </a:r>
            <a:r>
              <a:rPr lang="en-US" dirty="0" err="1"/>
              <a:t>trzecie</a:t>
            </a:r>
            <a:r>
              <a:rPr lang="en-US" dirty="0"/>
              <a:t> </a:t>
            </a:r>
            <a:r>
              <a:rPr lang="en-US" dirty="0" err="1"/>
              <a:t>poza</a:t>
            </a:r>
            <a:r>
              <a:rPr lang="en-US" dirty="0"/>
              <a:t> </a:t>
            </a:r>
            <a:r>
              <a:rPr lang="en-US" dirty="0" err="1"/>
              <a:t>kadrem</a:t>
            </a:r>
            <a:r>
              <a:rPr lang="en-US" dirty="0"/>
              <a:t>, </a:t>
            </a:r>
            <a:r>
              <a:rPr lang="en-US" dirty="0" err="1"/>
              <a:t>czego</a:t>
            </a:r>
            <a:r>
              <a:rPr lang="en-US" dirty="0"/>
              <a:t> </a:t>
            </a:r>
            <a:r>
              <a:rPr lang="en-US" dirty="0" err="1"/>
              <a:t>prowadzący</a:t>
            </a:r>
            <a:r>
              <a:rPr lang="en-US" dirty="0"/>
              <a:t> </a:t>
            </a:r>
            <a:r>
              <a:rPr lang="en-US" dirty="0" err="1"/>
              <a:t>nie</a:t>
            </a:r>
            <a:r>
              <a:rPr lang="en-US" dirty="0"/>
              <a:t> </a:t>
            </a:r>
            <a:r>
              <a:rPr lang="en-US" dirty="0" err="1"/>
              <a:t>kontroluje</a:t>
            </a:r>
            <a:r>
              <a:rPr lang="en-US" dirty="0"/>
              <a:t>. </a:t>
            </a:r>
            <a:r>
              <a:rPr lang="en-US" dirty="0" err="1"/>
              <a:t>Utrzymanie</a:t>
            </a:r>
            <a:r>
              <a:rPr lang="en-US" dirty="0"/>
              <a:t> </a:t>
            </a:r>
            <a:r>
              <a:rPr lang="en-US" dirty="0" err="1"/>
              <a:t>zaangażowania</a:t>
            </a:r>
            <a:r>
              <a:rPr lang="en-US" dirty="0"/>
              <a:t> </a:t>
            </a:r>
            <a:r>
              <a:rPr lang="en-US" dirty="0" err="1"/>
              <a:t>grupy</a:t>
            </a:r>
            <a:r>
              <a:rPr lang="en-US" dirty="0"/>
              <a:t> </a:t>
            </a:r>
            <a:r>
              <a:rPr lang="en-US" dirty="0" err="1"/>
              <a:t>przy</a:t>
            </a:r>
            <a:r>
              <a:rPr lang="en-US" dirty="0"/>
              <a:t> </a:t>
            </a:r>
            <a:r>
              <a:rPr lang="en-US" dirty="0" err="1"/>
              <a:t>ograniczonych</a:t>
            </a:r>
            <a:r>
              <a:rPr lang="en-US" dirty="0"/>
              <a:t> </a:t>
            </a:r>
            <a:r>
              <a:rPr lang="en-US" dirty="0" err="1"/>
              <a:t>sygnałach</a:t>
            </a:r>
            <a:r>
              <a:rPr lang="en-US" dirty="0"/>
              <a:t> </a:t>
            </a:r>
            <a:r>
              <a:rPr lang="en-US" dirty="0" err="1"/>
              <a:t>niewerbalnych</a:t>
            </a:r>
            <a:r>
              <a:rPr lang="en-US" dirty="0"/>
              <a:t> wymaga </a:t>
            </a:r>
            <a:r>
              <a:rPr lang="en-US" dirty="0" err="1"/>
              <a:t>świadomego</a:t>
            </a:r>
            <a:r>
              <a:rPr lang="en-US" dirty="0"/>
              <a:t> </a:t>
            </a:r>
            <a:r>
              <a:rPr lang="en-US" dirty="0" err="1"/>
              <a:t>budowania</a:t>
            </a:r>
            <a:r>
              <a:rPr lang="en-US" dirty="0"/>
              <a:t> </a:t>
            </a:r>
            <a:r>
              <a:rPr lang="en-US" dirty="0" err="1"/>
              <a:t>rytuałów</a:t>
            </a:r>
            <a:r>
              <a:rPr lang="en-US" dirty="0"/>
              <a:t> </a:t>
            </a:r>
            <a:r>
              <a:rPr lang="en-US" dirty="0" err="1"/>
              <a:t>i</a:t>
            </a:r>
            <a:r>
              <a:rPr lang="en-US" dirty="0"/>
              <a:t> </a:t>
            </a:r>
            <a:r>
              <a:rPr lang="en-US" dirty="0" err="1"/>
              <a:t>struktury</a:t>
            </a:r>
            <a:r>
              <a:rPr lang="en-US" dirty="0"/>
              <a:t> </a:t>
            </a:r>
            <a:r>
              <a:rPr lang="en-US" dirty="0" err="1"/>
              <a:t>zastępujących</a:t>
            </a:r>
            <a:r>
              <a:rPr lang="en-US" dirty="0"/>
              <a:t> to, co </a:t>
            </a:r>
            <a:r>
              <a:rPr lang="en-US" dirty="0" err="1"/>
              <a:t>dzieje</a:t>
            </a:r>
            <a:r>
              <a:rPr lang="en-US" dirty="0"/>
              <a:t> </a:t>
            </a:r>
            <a:r>
              <a:rPr lang="en-US" dirty="0" err="1"/>
              <a:t>się</a:t>
            </a:r>
            <a:r>
              <a:rPr lang="en-US" dirty="0"/>
              <a:t> </a:t>
            </a:r>
            <a:r>
              <a:rPr lang="en-US" dirty="0" err="1"/>
              <a:t>automatycznie</a:t>
            </a:r>
            <a:r>
              <a:rPr lang="en-US" dirty="0"/>
              <a:t> w </a:t>
            </a:r>
            <a:r>
              <a:rPr lang="en-US" dirty="0" err="1"/>
              <a:t>grupie</a:t>
            </a:r>
            <a:r>
              <a:rPr lang="en-US" dirty="0"/>
              <a:t> </a:t>
            </a:r>
            <a:r>
              <a:rPr lang="en-US" dirty="0" err="1"/>
              <a:t>stacjonarnej</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6766511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Klasyczne</a:t>
            </a:r>
            <a:r>
              <a:rPr lang="en-US" dirty="0"/>
              <a:t> </a:t>
            </a:r>
            <a:r>
              <a:rPr lang="en-US" dirty="0" err="1"/>
              <a:t>pojęcia</a:t>
            </a:r>
            <a:r>
              <a:rPr lang="en-US" dirty="0"/>
              <a:t> </a:t>
            </a:r>
            <a:r>
              <a:rPr lang="en-US" dirty="0" err="1"/>
              <a:t>dynamiki</a:t>
            </a:r>
            <a:r>
              <a:rPr lang="en-US" dirty="0"/>
              <a:t> </a:t>
            </a:r>
            <a:r>
              <a:rPr lang="en-US" dirty="0" err="1"/>
              <a:t>grupowej</a:t>
            </a:r>
            <a:r>
              <a:rPr lang="en-US" dirty="0"/>
              <a:t> - </a:t>
            </a:r>
            <a:r>
              <a:rPr lang="en-US" dirty="0" err="1"/>
              <a:t>aktywność</a:t>
            </a:r>
            <a:r>
              <a:rPr lang="en-US" dirty="0"/>
              <a:t>, </a:t>
            </a:r>
            <a:r>
              <a:rPr lang="en-US" dirty="0" err="1"/>
              <a:t>wycofanie</a:t>
            </a:r>
            <a:r>
              <a:rPr lang="en-US" dirty="0"/>
              <a:t>, </a:t>
            </a:r>
            <a:r>
              <a:rPr lang="en-US" dirty="0" err="1"/>
              <a:t>dominacja</a:t>
            </a:r>
            <a:r>
              <a:rPr lang="en-US" dirty="0"/>
              <a:t>, </a:t>
            </a:r>
            <a:r>
              <a:rPr lang="en-US" dirty="0" err="1"/>
              <a:t>koalicje</a:t>
            </a:r>
            <a:r>
              <a:rPr lang="en-US" dirty="0"/>
              <a:t> - </a:t>
            </a:r>
            <a:r>
              <a:rPr lang="en-US" dirty="0" err="1"/>
              <a:t>nie</a:t>
            </a:r>
            <a:r>
              <a:rPr lang="en-US" dirty="0"/>
              <a:t> </a:t>
            </a:r>
            <a:r>
              <a:rPr lang="en-US" dirty="0" err="1"/>
              <a:t>znikają</a:t>
            </a:r>
            <a:r>
              <a:rPr lang="en-US" dirty="0"/>
              <a:t> online, ale </a:t>
            </a:r>
            <a:r>
              <a:rPr lang="en-US" dirty="0" err="1"/>
              <a:t>obserwujemy</a:t>
            </a:r>
            <a:r>
              <a:rPr lang="en-US" dirty="0"/>
              <a:t> je </a:t>
            </a:r>
            <a:r>
              <a:rPr lang="en-US" dirty="0" err="1"/>
              <a:t>przez</a:t>
            </a:r>
            <a:r>
              <a:rPr lang="en-US" dirty="0"/>
              <a:t> </a:t>
            </a:r>
            <a:r>
              <a:rPr lang="en-US" dirty="0" err="1"/>
              <a:t>węższy</a:t>
            </a:r>
            <a:r>
              <a:rPr lang="en-US" dirty="0"/>
              <a:t> </a:t>
            </a:r>
            <a:r>
              <a:rPr lang="en-US" dirty="0" err="1"/>
              <a:t>zestaw</a:t>
            </a:r>
            <a:r>
              <a:rPr lang="en-US" dirty="0"/>
              <a:t> </a:t>
            </a:r>
            <a:r>
              <a:rPr lang="en-US" dirty="0" err="1"/>
              <a:t>sygnałów</a:t>
            </a:r>
            <a:r>
              <a:rPr lang="en-US" dirty="0"/>
              <a:t>. </a:t>
            </a:r>
            <a:r>
              <a:rPr lang="en-US" dirty="0" err="1"/>
              <a:t>Dominacja</a:t>
            </a:r>
            <a:r>
              <a:rPr lang="en-US" dirty="0"/>
              <a:t> </a:t>
            </a:r>
            <a:r>
              <a:rPr lang="en-US" dirty="0" err="1"/>
              <a:t>bywa</a:t>
            </a:r>
            <a:r>
              <a:rPr lang="en-US" dirty="0"/>
              <a:t> </a:t>
            </a:r>
            <a:r>
              <a:rPr lang="en-US" dirty="0" err="1"/>
              <a:t>łatwiejsza</a:t>
            </a:r>
            <a:r>
              <a:rPr lang="en-US" dirty="0"/>
              <a:t> do </a:t>
            </a:r>
            <a:r>
              <a:rPr lang="en-US" dirty="0" err="1"/>
              <a:t>niezauważenia</a:t>
            </a:r>
            <a:r>
              <a:rPr lang="en-US" dirty="0"/>
              <a:t>, </a:t>
            </a:r>
            <a:r>
              <a:rPr lang="en-US" dirty="0" err="1"/>
              <a:t>bo</a:t>
            </a:r>
            <a:r>
              <a:rPr lang="en-US" dirty="0"/>
              <a:t> online </a:t>
            </a:r>
            <a:r>
              <a:rPr lang="en-US" dirty="0" err="1"/>
              <a:t>dominujący</a:t>
            </a:r>
            <a:r>
              <a:rPr lang="en-US" dirty="0"/>
              <a:t> </a:t>
            </a:r>
            <a:r>
              <a:rPr lang="en-US" dirty="0" err="1"/>
              <a:t>uczestnik</a:t>
            </a:r>
            <a:r>
              <a:rPr lang="en-US" dirty="0"/>
              <a:t> </a:t>
            </a:r>
            <a:r>
              <a:rPr lang="en-US" dirty="0" err="1"/>
              <a:t>może</a:t>
            </a:r>
            <a:r>
              <a:rPr lang="en-US" dirty="0"/>
              <a:t> </a:t>
            </a:r>
            <a:r>
              <a:rPr lang="en-US" dirty="0" err="1"/>
              <a:t>po</a:t>
            </a:r>
            <a:r>
              <a:rPr lang="en-US" dirty="0"/>
              <a:t> </a:t>
            </a:r>
            <a:r>
              <a:rPr lang="en-US" dirty="0" err="1"/>
              <a:t>prostu</a:t>
            </a:r>
            <a:r>
              <a:rPr lang="en-US" dirty="0"/>
              <a:t> </a:t>
            </a:r>
            <a:r>
              <a:rPr lang="en-US" dirty="0" err="1"/>
              <a:t>częściej</a:t>
            </a:r>
            <a:r>
              <a:rPr lang="en-US" dirty="0"/>
              <a:t> </a:t>
            </a:r>
            <a:r>
              <a:rPr lang="en-US" dirty="0" err="1"/>
              <a:t>się</a:t>
            </a:r>
            <a:r>
              <a:rPr lang="en-US" dirty="0"/>
              <a:t> </a:t>
            </a:r>
            <a:r>
              <a:rPr lang="en-US" dirty="0" err="1"/>
              <a:t>włączać</a:t>
            </a:r>
            <a:r>
              <a:rPr lang="en-US" dirty="0"/>
              <a:t> bez </a:t>
            </a:r>
            <a:r>
              <a:rPr lang="en-US" dirty="0" err="1"/>
              <a:t>wyraźnego</a:t>
            </a:r>
            <a:r>
              <a:rPr lang="en-US" dirty="0"/>
              <a:t> </a:t>
            </a:r>
            <a:r>
              <a:rPr lang="en-US" dirty="0" err="1"/>
              <a:t>sygnału</a:t>
            </a:r>
            <a:r>
              <a:rPr lang="en-US" dirty="0"/>
              <a:t>, </a:t>
            </a:r>
            <a:r>
              <a:rPr lang="en-US" dirty="0" err="1"/>
              <a:t>który</a:t>
            </a:r>
            <a:r>
              <a:rPr lang="en-US" dirty="0"/>
              <a:t> </a:t>
            </a:r>
            <a:r>
              <a:rPr lang="en-US" dirty="0" err="1"/>
              <a:t>prowadzący</a:t>
            </a:r>
            <a:r>
              <a:rPr lang="en-US" dirty="0"/>
              <a:t> by </a:t>
            </a:r>
            <a:r>
              <a:rPr lang="en-US" dirty="0" err="1"/>
              <a:t>przerwał</a:t>
            </a:r>
            <a:r>
              <a:rPr lang="en-US" dirty="0"/>
              <a:t>. </a:t>
            </a:r>
            <a:r>
              <a:rPr lang="en-US" dirty="0" err="1"/>
              <a:t>Koalicje</a:t>
            </a:r>
            <a:r>
              <a:rPr lang="en-US" dirty="0"/>
              <a:t> </a:t>
            </a:r>
            <a:r>
              <a:rPr lang="en-US" dirty="0" err="1"/>
              <a:t>między</a:t>
            </a:r>
            <a:r>
              <a:rPr lang="en-US" dirty="0"/>
              <a:t> </a:t>
            </a:r>
            <a:r>
              <a:rPr lang="en-US" dirty="0" err="1"/>
              <a:t>uczestnikami</a:t>
            </a:r>
            <a:r>
              <a:rPr lang="en-US" dirty="0"/>
              <a:t> </a:t>
            </a:r>
            <a:r>
              <a:rPr lang="en-US" dirty="0" err="1"/>
              <a:t>mogą</a:t>
            </a:r>
            <a:r>
              <a:rPr lang="en-US" dirty="0"/>
              <a:t> </a:t>
            </a:r>
            <a:r>
              <a:rPr lang="en-US" dirty="0" err="1"/>
              <a:t>tworzyć</a:t>
            </a:r>
            <a:r>
              <a:rPr lang="en-US" dirty="0"/>
              <a:t> </a:t>
            </a:r>
            <a:r>
              <a:rPr lang="en-US" dirty="0" err="1"/>
              <a:t>się</a:t>
            </a:r>
            <a:r>
              <a:rPr lang="en-US" dirty="0"/>
              <a:t> w </a:t>
            </a:r>
            <a:r>
              <a:rPr lang="en-US" dirty="0" err="1"/>
              <a:t>kanałach</a:t>
            </a:r>
            <a:r>
              <a:rPr lang="en-US" dirty="0"/>
              <a:t> </a:t>
            </a:r>
            <a:r>
              <a:rPr lang="en-US" dirty="0" err="1"/>
              <a:t>niewidocznych</a:t>
            </a:r>
            <a:r>
              <a:rPr lang="en-US" dirty="0"/>
              <a:t> </a:t>
            </a:r>
            <a:r>
              <a:rPr lang="en-US" dirty="0" err="1"/>
              <a:t>dla</a:t>
            </a:r>
            <a:r>
              <a:rPr lang="en-US" dirty="0"/>
              <a:t> </a:t>
            </a:r>
            <a:r>
              <a:rPr lang="en-US" dirty="0" err="1"/>
              <a:t>prowadzącego</a:t>
            </a:r>
            <a:r>
              <a:rPr lang="en-US" dirty="0"/>
              <a:t>, np. w </a:t>
            </a:r>
            <a:r>
              <a:rPr lang="en-US" dirty="0" err="1"/>
              <a:t>prywatnym</a:t>
            </a:r>
            <a:r>
              <a:rPr lang="en-US" dirty="0"/>
              <a:t> </a:t>
            </a:r>
            <a:r>
              <a:rPr lang="en-US" dirty="0" err="1"/>
              <a:t>czacie</a:t>
            </a:r>
            <a:r>
              <a:rPr lang="en-US" dirty="0"/>
              <a:t> </a:t>
            </a:r>
            <a:r>
              <a:rPr lang="en-US" dirty="0" err="1"/>
              <a:t>równolegle</a:t>
            </a:r>
            <a:r>
              <a:rPr lang="en-US" dirty="0"/>
              <a:t> do </a:t>
            </a:r>
            <a:r>
              <a:rPr lang="en-US" dirty="0" err="1"/>
              <a:t>sesji</a:t>
            </a:r>
            <a:r>
              <a:rPr lang="en-US" dirty="0"/>
              <a:t>. </a:t>
            </a:r>
            <a:r>
              <a:rPr lang="en-US" dirty="0" err="1"/>
              <a:t>Praca</a:t>
            </a:r>
            <a:r>
              <a:rPr lang="en-US" dirty="0"/>
              <a:t> w </a:t>
            </a:r>
            <a:r>
              <a:rPr lang="en-US" dirty="0" err="1"/>
              <a:t>podgrupach</a:t>
            </a:r>
            <a:r>
              <a:rPr lang="en-US" dirty="0"/>
              <a:t> (breakout rooms) jest </a:t>
            </a:r>
            <a:r>
              <a:rPr lang="en-US" dirty="0" err="1"/>
              <a:t>funkcją</a:t>
            </a:r>
            <a:r>
              <a:rPr lang="en-US" dirty="0"/>
              <a:t> bez </a:t>
            </a:r>
            <a:r>
              <a:rPr lang="en-US" dirty="0" err="1"/>
              <a:t>prostego</a:t>
            </a:r>
            <a:r>
              <a:rPr lang="en-US" dirty="0"/>
              <a:t> </a:t>
            </a:r>
            <a:r>
              <a:rPr lang="en-US" dirty="0" err="1"/>
              <a:t>stacjonarnego</a:t>
            </a:r>
            <a:r>
              <a:rPr lang="en-US" dirty="0"/>
              <a:t> </a:t>
            </a:r>
            <a:r>
              <a:rPr lang="en-US" dirty="0" err="1"/>
              <a:t>odpowiednika</a:t>
            </a:r>
            <a:r>
              <a:rPr lang="en-US" dirty="0"/>
              <a:t> </a:t>
            </a:r>
            <a:r>
              <a:rPr lang="en-US" dirty="0" err="1"/>
              <a:t>i</a:t>
            </a:r>
            <a:r>
              <a:rPr lang="en-US" dirty="0"/>
              <a:t> wymaga </a:t>
            </a:r>
            <a:r>
              <a:rPr lang="en-US" dirty="0" err="1"/>
              <a:t>przemyślanej</a:t>
            </a:r>
            <a:r>
              <a:rPr lang="en-US" dirty="0"/>
              <a:t> </a:t>
            </a:r>
            <a:r>
              <a:rPr lang="en-US" dirty="0" err="1"/>
              <a:t>struktury</a:t>
            </a:r>
            <a:r>
              <a:rPr lang="en-US" dirty="0"/>
              <a:t> </a:t>
            </a:r>
            <a:r>
              <a:rPr lang="en-US" dirty="0" err="1"/>
              <a:t>powrotu</a:t>
            </a:r>
            <a:r>
              <a:rPr lang="en-US" dirty="0"/>
              <a:t> do </a:t>
            </a:r>
            <a:r>
              <a:rPr lang="en-US" dirty="0" err="1"/>
              <a:t>grupy</a:t>
            </a:r>
            <a:r>
              <a:rPr lang="en-US" dirty="0"/>
              <a:t> </a:t>
            </a:r>
            <a:r>
              <a:rPr lang="en-US" dirty="0" err="1"/>
              <a:t>głównej</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222694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Bezpieczeństwo</a:t>
            </a:r>
            <a:r>
              <a:rPr lang="en-US" dirty="0"/>
              <a:t> </a:t>
            </a:r>
            <a:r>
              <a:rPr lang="en-US" dirty="0" err="1"/>
              <a:t>grupy</a:t>
            </a:r>
            <a:r>
              <a:rPr lang="en-US" dirty="0"/>
              <a:t> </a:t>
            </a:r>
            <a:r>
              <a:rPr lang="en-US" dirty="0" err="1"/>
              <a:t>cyfrowej</a:t>
            </a:r>
            <a:r>
              <a:rPr lang="en-US" dirty="0"/>
              <a:t> wymaga </a:t>
            </a:r>
            <a:r>
              <a:rPr lang="en-US" dirty="0" err="1"/>
              <a:t>więcej</a:t>
            </a:r>
            <a:r>
              <a:rPr lang="en-US" dirty="0"/>
              <a:t> </a:t>
            </a:r>
            <a:r>
              <a:rPr lang="en-US" dirty="0" err="1"/>
              <a:t>sformalizowanych</a:t>
            </a:r>
            <a:r>
              <a:rPr lang="en-US" dirty="0"/>
              <a:t> </a:t>
            </a:r>
            <a:r>
              <a:rPr lang="en-US" dirty="0" err="1"/>
              <a:t>reguł</a:t>
            </a:r>
            <a:r>
              <a:rPr lang="en-US" dirty="0"/>
              <a:t> </a:t>
            </a:r>
            <a:r>
              <a:rPr lang="en-US" dirty="0" err="1"/>
              <a:t>niż</a:t>
            </a:r>
            <a:r>
              <a:rPr lang="en-US" dirty="0"/>
              <a:t> </a:t>
            </a:r>
            <a:r>
              <a:rPr lang="en-US" dirty="0" err="1"/>
              <a:t>grupa</a:t>
            </a:r>
            <a:r>
              <a:rPr lang="en-US" dirty="0"/>
              <a:t> </a:t>
            </a:r>
            <a:r>
              <a:rPr lang="en-US" dirty="0" err="1"/>
              <a:t>stacjonarna</a:t>
            </a:r>
            <a:r>
              <a:rPr lang="en-US" dirty="0"/>
              <a:t>, </a:t>
            </a:r>
            <a:r>
              <a:rPr lang="en-US" dirty="0" err="1"/>
              <a:t>bo</a:t>
            </a:r>
            <a:r>
              <a:rPr lang="en-US" dirty="0"/>
              <a:t> </a:t>
            </a:r>
            <a:r>
              <a:rPr lang="en-US" dirty="0" err="1"/>
              <a:t>więcej</a:t>
            </a:r>
            <a:r>
              <a:rPr lang="en-US" dirty="0"/>
              <a:t> </a:t>
            </a:r>
            <a:r>
              <a:rPr lang="en-US" dirty="0" err="1"/>
              <a:t>elementów</a:t>
            </a:r>
            <a:r>
              <a:rPr lang="en-US" dirty="0"/>
              <a:t> </a:t>
            </a:r>
            <a:r>
              <a:rPr lang="en-US" dirty="0" err="1"/>
              <a:t>kontekstu</a:t>
            </a:r>
            <a:r>
              <a:rPr lang="en-US" dirty="0"/>
              <a:t> jest </a:t>
            </a:r>
            <a:r>
              <a:rPr lang="en-US" dirty="0" err="1"/>
              <a:t>niewidocznych</a:t>
            </a:r>
            <a:r>
              <a:rPr lang="en-US" dirty="0"/>
              <a:t> </a:t>
            </a:r>
            <a:r>
              <a:rPr lang="en-US" dirty="0" err="1"/>
              <a:t>i</a:t>
            </a:r>
            <a:r>
              <a:rPr lang="en-US" dirty="0"/>
              <a:t> </a:t>
            </a:r>
            <a:r>
              <a:rPr lang="en-US" dirty="0" err="1"/>
              <a:t>niekontrolowanych</a:t>
            </a:r>
            <a:r>
              <a:rPr lang="en-US" dirty="0"/>
              <a:t> </a:t>
            </a:r>
            <a:r>
              <a:rPr lang="en-US" dirty="0" err="1"/>
              <a:t>przez</a:t>
            </a:r>
            <a:r>
              <a:rPr lang="en-US" dirty="0"/>
              <a:t> </a:t>
            </a:r>
            <a:r>
              <a:rPr lang="en-US" dirty="0" err="1"/>
              <a:t>prowadzącego</a:t>
            </a:r>
            <a:r>
              <a:rPr lang="en-US" dirty="0"/>
              <a:t>. </a:t>
            </a:r>
            <a:r>
              <a:rPr lang="en-US" dirty="0" err="1"/>
              <a:t>Regulamin</a:t>
            </a:r>
            <a:r>
              <a:rPr lang="en-US" dirty="0"/>
              <a:t> </a:t>
            </a:r>
            <a:r>
              <a:rPr lang="en-US" dirty="0" err="1"/>
              <a:t>grupy</a:t>
            </a:r>
            <a:r>
              <a:rPr lang="en-US" dirty="0"/>
              <a:t> </a:t>
            </a:r>
            <a:r>
              <a:rPr lang="en-US" dirty="0" err="1"/>
              <a:t>powinien</a:t>
            </a:r>
            <a:r>
              <a:rPr lang="en-US" dirty="0"/>
              <a:t> </a:t>
            </a:r>
            <a:r>
              <a:rPr lang="en-US" dirty="0" err="1"/>
              <a:t>być</a:t>
            </a:r>
            <a:r>
              <a:rPr lang="en-US" dirty="0"/>
              <a:t> </a:t>
            </a:r>
            <a:r>
              <a:rPr lang="en-US" dirty="0" err="1"/>
              <a:t>spisany</a:t>
            </a:r>
            <a:r>
              <a:rPr lang="en-US" dirty="0"/>
              <a:t> </a:t>
            </a:r>
            <a:r>
              <a:rPr lang="en-US" dirty="0" err="1"/>
              <a:t>i</a:t>
            </a:r>
            <a:r>
              <a:rPr lang="en-US" dirty="0"/>
              <a:t> </a:t>
            </a:r>
            <a:r>
              <a:rPr lang="en-US" dirty="0" err="1"/>
              <a:t>przekazany</a:t>
            </a:r>
            <a:r>
              <a:rPr lang="en-US" dirty="0"/>
              <a:t> </a:t>
            </a:r>
            <a:r>
              <a:rPr lang="en-US" dirty="0" err="1"/>
              <a:t>przed</a:t>
            </a:r>
            <a:r>
              <a:rPr lang="en-US" dirty="0"/>
              <a:t> </a:t>
            </a:r>
            <a:r>
              <a:rPr lang="en-US" dirty="0" err="1"/>
              <a:t>pierwszą</a:t>
            </a:r>
            <a:r>
              <a:rPr lang="en-US" dirty="0"/>
              <a:t> </a:t>
            </a:r>
            <a:r>
              <a:rPr lang="en-US" dirty="0" err="1"/>
              <a:t>sesją</a:t>
            </a:r>
            <a:r>
              <a:rPr lang="en-US" dirty="0"/>
              <a:t>. </a:t>
            </a:r>
            <a:r>
              <a:rPr lang="en-US" dirty="0" err="1"/>
              <a:t>Zakaz</a:t>
            </a:r>
            <a:r>
              <a:rPr lang="en-US" dirty="0"/>
              <a:t> </a:t>
            </a:r>
            <a:r>
              <a:rPr lang="en-US" dirty="0" err="1"/>
              <a:t>nagrywania</a:t>
            </a:r>
            <a:r>
              <a:rPr lang="en-US" dirty="0"/>
              <a:t> jest </a:t>
            </a:r>
            <a:r>
              <a:rPr lang="en-US" dirty="0" err="1"/>
              <a:t>kluczowym</a:t>
            </a:r>
            <a:r>
              <a:rPr lang="en-US" dirty="0"/>
              <a:t> </a:t>
            </a:r>
            <a:r>
              <a:rPr lang="en-US" dirty="0" err="1"/>
              <a:t>elementem</a:t>
            </a:r>
            <a:r>
              <a:rPr lang="en-US" dirty="0"/>
              <a:t> </a:t>
            </a:r>
            <a:r>
              <a:rPr lang="en-US" dirty="0" err="1"/>
              <a:t>ochrony</a:t>
            </a:r>
            <a:r>
              <a:rPr lang="en-US" dirty="0"/>
              <a:t> </a:t>
            </a:r>
            <a:r>
              <a:rPr lang="en-US" dirty="0" err="1"/>
              <a:t>poufności</a:t>
            </a:r>
            <a:r>
              <a:rPr lang="en-US" dirty="0"/>
              <a:t> </a:t>
            </a:r>
            <a:r>
              <a:rPr lang="en-US" dirty="0" err="1"/>
              <a:t>innych</a:t>
            </a:r>
            <a:r>
              <a:rPr lang="en-US" dirty="0"/>
              <a:t> </a:t>
            </a:r>
            <a:r>
              <a:rPr lang="en-US" dirty="0" err="1"/>
              <a:t>członków</a:t>
            </a:r>
            <a:r>
              <a:rPr lang="en-US" dirty="0"/>
              <a:t> </a:t>
            </a:r>
            <a:r>
              <a:rPr lang="en-US" dirty="0" err="1"/>
              <a:t>grupy</a:t>
            </a:r>
            <a:r>
              <a:rPr lang="en-US" dirty="0"/>
              <a:t> - online </a:t>
            </a:r>
            <a:r>
              <a:rPr lang="en-US" dirty="0" err="1"/>
              <a:t>nagrywanie</a:t>
            </a:r>
            <a:r>
              <a:rPr lang="en-US" dirty="0"/>
              <a:t> jest </a:t>
            </a:r>
            <a:r>
              <a:rPr lang="en-US" dirty="0" err="1"/>
              <a:t>praktycznie</a:t>
            </a:r>
            <a:r>
              <a:rPr lang="en-US" dirty="0"/>
              <a:t> </a:t>
            </a:r>
            <a:r>
              <a:rPr lang="en-US" dirty="0" err="1"/>
              <a:t>niewykrywalne</a:t>
            </a:r>
            <a:r>
              <a:rPr lang="en-US" dirty="0"/>
              <a:t>. </a:t>
            </a:r>
            <a:r>
              <a:rPr lang="en-US" dirty="0" err="1"/>
              <a:t>Słuchawki</a:t>
            </a:r>
            <a:r>
              <a:rPr lang="en-US" dirty="0"/>
              <a:t> </a:t>
            </a:r>
            <a:r>
              <a:rPr lang="en-US" dirty="0" err="1"/>
              <a:t>powinny</a:t>
            </a:r>
            <a:r>
              <a:rPr lang="en-US" dirty="0"/>
              <a:t> </a:t>
            </a:r>
            <a:r>
              <a:rPr lang="en-US" dirty="0" err="1"/>
              <a:t>być</a:t>
            </a:r>
            <a:r>
              <a:rPr lang="en-US" dirty="0"/>
              <a:t> </a:t>
            </a:r>
            <a:r>
              <a:rPr lang="en-US" dirty="0" err="1"/>
              <a:t>standardem</a:t>
            </a:r>
            <a:r>
              <a:rPr lang="en-US" dirty="0"/>
              <a:t>, </a:t>
            </a:r>
            <a:r>
              <a:rPr lang="en-US" dirty="0" err="1"/>
              <a:t>nie</a:t>
            </a:r>
            <a:r>
              <a:rPr lang="en-US" dirty="0"/>
              <a:t> </a:t>
            </a:r>
            <a:r>
              <a:rPr lang="en-US" dirty="0" err="1"/>
              <a:t>opcją</a:t>
            </a:r>
            <a:r>
              <a:rPr lang="en-US" dirty="0"/>
              <a:t>. </a:t>
            </a:r>
            <a:r>
              <a:rPr lang="en-US" dirty="0" err="1"/>
              <a:t>Decyzja</a:t>
            </a:r>
            <a:r>
              <a:rPr lang="en-US" dirty="0"/>
              <a:t> o </a:t>
            </a:r>
            <a:r>
              <a:rPr lang="en-US" dirty="0" err="1"/>
              <a:t>kamerze</a:t>
            </a:r>
            <a:r>
              <a:rPr lang="en-US" dirty="0"/>
              <a:t> </a:t>
            </a:r>
            <a:r>
              <a:rPr lang="en-US" dirty="0" err="1"/>
              <a:t>powinna</a:t>
            </a:r>
            <a:r>
              <a:rPr lang="en-US" dirty="0"/>
              <a:t> </a:t>
            </a:r>
            <a:r>
              <a:rPr lang="en-US" dirty="0" err="1"/>
              <a:t>być</a:t>
            </a:r>
            <a:r>
              <a:rPr lang="en-US" dirty="0"/>
              <a:t> </a:t>
            </a:r>
            <a:r>
              <a:rPr lang="en-US" dirty="0" err="1"/>
              <a:t>uzgodniona</a:t>
            </a:r>
            <a:r>
              <a:rPr lang="en-US" dirty="0"/>
              <a:t> z </a:t>
            </a:r>
            <a:r>
              <a:rPr lang="en-US" dirty="0" err="1"/>
              <a:t>grupą</a:t>
            </a:r>
            <a:r>
              <a:rPr lang="en-US" dirty="0"/>
              <a:t> </a:t>
            </a:r>
            <a:r>
              <a:rPr lang="en-US" dirty="0" err="1"/>
              <a:t>jako</a:t>
            </a:r>
            <a:r>
              <a:rPr lang="en-US" dirty="0"/>
              <a:t> </a:t>
            </a:r>
            <a:r>
              <a:rPr lang="en-US" dirty="0" err="1"/>
              <a:t>zasada</a:t>
            </a:r>
            <a:r>
              <a:rPr lang="en-US" dirty="0"/>
              <a:t>. </a:t>
            </a:r>
            <a:r>
              <a:rPr lang="en-US" dirty="0" err="1"/>
              <a:t>Prywatne</a:t>
            </a:r>
            <a:r>
              <a:rPr lang="en-US" dirty="0"/>
              <a:t> </a:t>
            </a:r>
            <a:r>
              <a:rPr lang="en-US" dirty="0" err="1"/>
              <a:t>miejsce</a:t>
            </a:r>
            <a:r>
              <a:rPr lang="en-US" dirty="0"/>
              <a:t> </a:t>
            </a:r>
            <a:r>
              <a:rPr lang="en-US" dirty="0" err="1"/>
              <a:t>każdego</a:t>
            </a:r>
            <a:r>
              <a:rPr lang="en-US" dirty="0"/>
              <a:t> </a:t>
            </a:r>
            <a:r>
              <a:rPr lang="en-US" dirty="0" err="1"/>
              <a:t>uczestnika</a:t>
            </a:r>
            <a:r>
              <a:rPr lang="en-US" dirty="0"/>
              <a:t> jest </a:t>
            </a:r>
            <a:r>
              <a:rPr lang="en-US" dirty="0" err="1"/>
              <a:t>warunkiem</a:t>
            </a:r>
            <a:r>
              <a:rPr lang="en-US" dirty="0"/>
              <a:t> </a:t>
            </a:r>
            <a:r>
              <a:rPr lang="en-US" dirty="0" err="1"/>
              <a:t>wstępnym</a:t>
            </a:r>
            <a:r>
              <a:rPr lang="en-US" dirty="0"/>
              <a:t>, </a:t>
            </a:r>
            <a:r>
              <a:rPr lang="en-US" dirty="0" err="1"/>
              <a:t>analogicznie</a:t>
            </a:r>
            <a:r>
              <a:rPr lang="en-US" dirty="0"/>
              <a:t> do </a:t>
            </a:r>
            <a:r>
              <a:rPr lang="en-US" dirty="0" err="1"/>
              <a:t>klienta</a:t>
            </a:r>
            <a:r>
              <a:rPr lang="en-US" dirty="0"/>
              <a:t> </a:t>
            </a:r>
            <a:r>
              <a:rPr lang="en-US" dirty="0" err="1"/>
              <a:t>indywidualnego</a:t>
            </a:r>
            <a:r>
              <a:rPr lang="en-US" dirty="0"/>
              <a:t>. </a:t>
            </a:r>
            <a:r>
              <a:rPr lang="en-US" dirty="0" err="1"/>
              <a:t>Kontrakt</a:t>
            </a:r>
            <a:r>
              <a:rPr lang="en-US" dirty="0"/>
              <a:t> </a:t>
            </a:r>
            <a:r>
              <a:rPr lang="en-US" dirty="0" err="1"/>
              <a:t>poufności</a:t>
            </a:r>
            <a:r>
              <a:rPr lang="en-US" dirty="0"/>
              <a:t>, </a:t>
            </a:r>
            <a:r>
              <a:rPr lang="en-US" dirty="0" err="1"/>
              <a:t>procedura</a:t>
            </a:r>
            <a:r>
              <a:rPr lang="en-US" dirty="0"/>
              <a:t> </a:t>
            </a:r>
            <a:r>
              <a:rPr lang="en-US" dirty="0" err="1"/>
              <a:t>zgłaszania</a:t>
            </a:r>
            <a:r>
              <a:rPr lang="en-US" dirty="0"/>
              <a:t> </a:t>
            </a:r>
            <a:r>
              <a:rPr lang="en-US" dirty="0" err="1"/>
              <a:t>trudnych</a:t>
            </a:r>
            <a:r>
              <a:rPr lang="en-US" dirty="0"/>
              <a:t> </a:t>
            </a:r>
            <a:r>
              <a:rPr lang="en-US" dirty="0" err="1"/>
              <a:t>wypowiedzi</a:t>
            </a:r>
            <a:r>
              <a:rPr lang="en-US" dirty="0"/>
              <a:t> </a:t>
            </a:r>
            <a:r>
              <a:rPr lang="en-US" dirty="0" err="1"/>
              <a:t>i</a:t>
            </a:r>
            <a:r>
              <a:rPr lang="en-US" dirty="0"/>
              <a:t> plan </a:t>
            </a:r>
            <a:r>
              <a:rPr lang="en-US" dirty="0" err="1"/>
              <a:t>awaryjny</a:t>
            </a:r>
            <a:r>
              <a:rPr lang="en-US" dirty="0"/>
              <a:t> </a:t>
            </a:r>
            <a:r>
              <a:rPr lang="en-US" dirty="0" err="1"/>
              <a:t>zamykają</a:t>
            </a:r>
            <a:r>
              <a:rPr lang="en-US" dirty="0"/>
              <a:t> </a:t>
            </a:r>
            <a:r>
              <a:rPr lang="en-US" dirty="0" err="1"/>
              <a:t>kompletny</a:t>
            </a:r>
            <a:r>
              <a:rPr lang="en-US" dirty="0"/>
              <a:t> system.</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2512409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Aplikacje mobilne są dziś najbardziej rozpowszechnioną formą cyfrowego wsparcia zdrowia psychicznego, dostępną zarówno jako element nadzorowanej e-terapii, jak i w czysto samopomocowym użyciu. Dzienniczki nastroju, snu i lęku dają bogatszy obraz przebiegu objawów w czasie niż retrospektywny opis na sesji raz w tydzień czy dwa tygodnie. Przypomnienia adresują naturalne zapominanie. Ćwiczenia oddechowe i mindfulness prowadzone w aplikacji dają strukturę i konsystencję praktyki. Wspomagana ekspozycja łączy się z e-CBT. Monitoring zachowań daje dane behawioralne uzupełniające samoopis. Skale objawowe wypełniane cyklicznie prowadzą nas do tematu systematycznego pomiaru efektów terapii.</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Wybór platformy do prowadzenia terapii nie powinien być decyzją podejmowaną na podstawie wygody interfejsu czy popularności. Bezpieczeństwo - szyfrowanie i ochrona przed nieautoryzowanym dostępem - jest warunkiem podstawowym. Stabilność wpływa bezpośrednio na jakość kliniczną sesji. Zgodność prawna z RODO i lokalnymi regulacjami jest wymogiem, nie sugestią. Zarządzanie zgodami wbudowane w system ułatwia dokumentowanie, na co klient faktycznie się zgodził. Możliwość prowadzenia dokumentacji zgodnej z wymogami zawodowymi bywa pomijana przy platformach konsumenckich. Konta i eksport danych dają klientowi kontrolę i przenośność, jeśli zmienia terapeutę lub platformę.</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Rynek aplikacji mental health jest dziś ogromny i słabo regulowany. Wiele aplikacji deklaruje skuteczność terapeutyczną bez przeprowadzonych badań kontrolowanych. Wysokie oceny i popularność mówią o satysfakcji z korzystania, nie o realnym efekcie terapeutycznym. Atrakcyjny interfejs nie ma żadnego związku z bezpieczeństwem klinicznym narzędzia. Część aplikacji nie udostępnia publicznie żadnej dokumentacji metodologicznej. Najpoważniejsze ryzyko: aplikacja może dawać użytkownikowi fałszywe poczucie, że otrzymuje pomoc, podczas gdy nie ma dostępu do realnego wsparcia, szczególnie krytyczne w sytuacji kryzysu psychicznego.</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 macierz ocenowa jest praktycznym narzędziem, które warto stosować systematycznie, nie tylko intuicyjnie, przy każdej aplikacji czy platformie rozważanej do włączenia w proces terapeutyczny. Cel kliniczny musi być jasno zdefiniowany. Grupa docelowa decyduje, czy narzędzie nadaje się dla konkretnego klienta. Dowody empiryczne oceniamy pod kątem jakości metodologicznej, nie tylko istnienia jakiegokolwiek badania. Autorzy i instytucja mówią o kompetencjach i potencjalnych konfliktach interesu. Ryzyko szkody jest punktem często pomijanym. Prywatność danych jest kluczowa, biorąc pod uwagę wrażliwość informacji o zdrowiu psychicznym. Procedury kryzysowe i możliwość usunięcia danych zamykają listę jako kryteria operacyjne.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Drugie ćwiczenie warsztatowe - naturalne dopełnienie poprzednich dwóch slajdów. Przedstawiamy opis fikcyjnej aplikacji - celowo fikcyjnej, by uniknąć dyskusji o konkretnym, istniejącym produkcie i skupić się na metodzie oceny. Opis brzmi przekonująco, z elementami typowymi dla materiałów marketingowych tego segmentu rynku. Zadanie polega na systematycznym przejściu przez macierz oceny z poprzedniego slajdu. Praca w małych grupach z prezentacją wniosków pozwoli zobaczyć, że różne osoby, stosując tę samą macierz, czasem dochodzą do różnych, równie uzasadnionych wniosków - co samo jest ważną lekcją o naturze takiej oceny.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Otwieramy piątą część wykładu systematycznym pomiarem efektów terapii. Pomiar bazowy daje punkt odniesienia. Środowisko cyfrowe ułatwia częstotliwość pomiaru niedostępną stacjonarnie - krótka skala wypełniana raz w tygodniu przez aplikację jest logistycznie trywialna. Regularne pomiary w toku terapii pozwalają obserwować trajektorię zmiany, nie tylko punkt początkowy i końcowy - czy zmiana jest stabilna, czy z wahaniami. Najważniejsze jest jednak to, co robimy z danymi: wykorzystanie wyników do modyfikowania planu pomocy w czasie rzeczywistym. Pomiar, który nie wpływa na decyzje kliniczne, traci swoją główną wartość.</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 sześć narzędzi to reprezentatywny przegląd typów miar używanych w cyfrowym monitorowaniu stanu psychicznego. PHQ-9 i GAD-7 są krótkimi, dobrze zwalidowanymi skalami przesiewowymi, szeroko stosowanymi ze względu na łatwość cyfrowej implementacji. WHO-5 mierzy ogólne samopoczucie w sposób bardziej pozytywny. DASS-21 łączy trzy wymiary w jednym narzędziu. CORE-OM jest miarą bardziej ogólną, zaprojektowaną do śledzenia efektów psychoterapii niezależnie od nurtu. Dzienniczki uzupełniają ustandaryzowane skale danymi jakościowymi. Kluczowe zastrzeżenie: każde narzędzie ma swoje ograniczenia interpretacyjne i żadne nie zastępuje całościowej oceny klinicznej.</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Adherencja, czyli stopień, w jakim klient faktycznie korzysta z zaproponowanej interwencji, jest jednym z najważniejszych, a często niedocenianych wskaźników w e-terapii. Regularność korzystania z aplikacji widzimy dosłownie w logach systemowych. Ukończenie modułów daje obiektywny wskaźnik postępu. Wykonywanie zadań śledzone cyfrowo pozwala odróżnić sytuację, w której technika nie działa, od sytuacji, w której technika nie była w ogóle stosowana. Jakość kontaktu podczas sesji jest osobnym wymiarem zaangażowania. Rezygnacja z programu jest wskaźnikiem szczególnie ważnym i często ukrytym. Kluczowa rama interpretacyjna: niska adherencja jest wskaźnikiem implementacji procesu, nie etykietą charakterologiczną przypisywaną klientowi jako „brak motywacji”.</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 sześć czynników są wynikiem syntezy badań nad skutecznością interwencji cyfrowych w zdrowiu psychicznym. Dopasowanie modalności do klienta - najbardziej zaawansowana technologicznie interwencja zawiedzie, jeśli nie odpowiada realnym potrzebom. Kompetencje terapeuty obejmują dziś dwa wymiary: kliniczny i technologiczny. Struktura programu jest szczególnie istotna online, gdzie mniej rzeczy „wyjaśnia się samo”. Feedback podtrzymuje zaangażowanie i poczucie rozwoju procesu. Prostota technologii jest czynnikiem często niedocenianym przez twórców narzędzi. Bezpieczeństwo i monitoring zamykają listę jako warunek wstępny - bez nich żaden z poprzednich czynników nie ma znaczenia.</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Najlepiej udokumentowane są ustrukturyzowane interwencje oparte na CBT - struktura i mierzalność tego nurtu ułatwia zarówno cyfrową implementację, jak i rygorystyczne badanie efektów. Dowody są szczególnie silne przy depresji i zaburzeniach lękowych, gdzie metaanalizy wielokrotnie replikowały korzystne efekty. Wyniki silnie zależą od populacji - efekty z prób nieklinicznych nie automatycznie przenoszą się na populację kliniczną. Wyniki zależą też od poziomu wsparcia - interwencje czysto samopomocowe mają zwykle słabsze efekty i wyższy dropout niż prowadzone lub wspomagane przez specjalistę. Dla innych nurtów i bardziej złożonych zaburzeń dowody są mniej jednoznaczne, częściowo dlatego, że są po prostu mniej zbadane. Właściwa postawa to ostrożny optymizm.</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Dokumentacja</a:t>
            </a:r>
            <a:r>
              <a:rPr lang="en-US" dirty="0"/>
              <a:t> e-</a:t>
            </a:r>
            <a:r>
              <a:rPr lang="en-US" dirty="0" err="1"/>
              <a:t>terapii</a:t>
            </a:r>
            <a:r>
              <a:rPr lang="en-US" dirty="0"/>
              <a:t> wymaga </a:t>
            </a:r>
            <a:r>
              <a:rPr lang="en-US" dirty="0" err="1"/>
              <a:t>więcej</a:t>
            </a:r>
            <a:r>
              <a:rPr lang="en-US" dirty="0"/>
              <a:t> </a:t>
            </a:r>
            <a:r>
              <a:rPr lang="en-US" dirty="0" err="1"/>
              <a:t>elementów</a:t>
            </a:r>
            <a:r>
              <a:rPr lang="en-US" dirty="0"/>
              <a:t> </a:t>
            </a:r>
            <a:r>
              <a:rPr lang="en-US" dirty="0" err="1"/>
              <a:t>niż</a:t>
            </a:r>
            <a:r>
              <a:rPr lang="en-US" dirty="0"/>
              <a:t> </a:t>
            </a:r>
            <a:r>
              <a:rPr lang="en-US" dirty="0" err="1"/>
              <a:t>dokumentacja</a:t>
            </a:r>
            <a:r>
              <a:rPr lang="en-US" dirty="0"/>
              <a:t> </a:t>
            </a:r>
            <a:r>
              <a:rPr lang="en-US" dirty="0" err="1"/>
              <a:t>terapii</a:t>
            </a:r>
            <a:r>
              <a:rPr lang="en-US" dirty="0"/>
              <a:t> </a:t>
            </a:r>
            <a:r>
              <a:rPr lang="en-US" dirty="0" err="1"/>
              <a:t>stacjonarnej</a:t>
            </a:r>
            <a:r>
              <a:rPr lang="en-US" dirty="0"/>
              <a:t>, </a:t>
            </a:r>
            <a:r>
              <a:rPr lang="en-US" dirty="0" err="1"/>
              <a:t>bo</a:t>
            </a:r>
            <a:r>
              <a:rPr lang="en-US" dirty="0"/>
              <a:t> </a:t>
            </a:r>
            <a:r>
              <a:rPr lang="en-US" dirty="0" err="1"/>
              <a:t>więcej</a:t>
            </a:r>
            <a:r>
              <a:rPr lang="en-US" dirty="0"/>
              <a:t> </a:t>
            </a:r>
            <a:r>
              <a:rPr lang="en-US" dirty="0" err="1"/>
              <a:t>aspektów</a:t>
            </a:r>
            <a:r>
              <a:rPr lang="en-US" dirty="0"/>
              <a:t> </a:t>
            </a:r>
            <a:r>
              <a:rPr lang="en-US" dirty="0" err="1"/>
              <a:t>procesu</a:t>
            </a:r>
            <a:r>
              <a:rPr lang="en-US" dirty="0"/>
              <a:t> jest </a:t>
            </a:r>
            <a:r>
              <a:rPr lang="en-US" dirty="0" err="1"/>
              <a:t>zapośredniczonych</a:t>
            </a:r>
            <a:r>
              <a:rPr lang="en-US" dirty="0"/>
              <a:t> </a:t>
            </a:r>
            <a:r>
              <a:rPr lang="en-US" dirty="0" err="1"/>
              <a:t>technologicznie</a:t>
            </a:r>
            <a:r>
              <a:rPr lang="en-US" dirty="0"/>
              <a:t>. </a:t>
            </a:r>
            <a:r>
              <a:rPr lang="en-US" dirty="0" err="1"/>
              <a:t>Kanał</a:t>
            </a:r>
            <a:r>
              <a:rPr lang="en-US" dirty="0"/>
              <a:t> </a:t>
            </a:r>
            <a:r>
              <a:rPr lang="en-US" dirty="0" err="1"/>
              <a:t>i</a:t>
            </a:r>
            <a:r>
              <a:rPr lang="en-US" dirty="0"/>
              <a:t> </a:t>
            </a:r>
            <a:r>
              <a:rPr lang="en-US" dirty="0" err="1"/>
              <a:t>czas</a:t>
            </a:r>
            <a:r>
              <a:rPr lang="en-US" dirty="0"/>
              <a:t> </a:t>
            </a:r>
            <a:r>
              <a:rPr lang="en-US" dirty="0" err="1"/>
              <a:t>kontaktu</a:t>
            </a:r>
            <a:r>
              <a:rPr lang="en-US" dirty="0"/>
              <a:t> </a:t>
            </a:r>
            <a:r>
              <a:rPr lang="en-US" dirty="0" err="1"/>
              <a:t>powinny</a:t>
            </a:r>
            <a:r>
              <a:rPr lang="en-US" dirty="0"/>
              <a:t> </a:t>
            </a:r>
            <a:r>
              <a:rPr lang="en-US" dirty="0" err="1"/>
              <a:t>być</a:t>
            </a:r>
            <a:r>
              <a:rPr lang="en-US" dirty="0"/>
              <a:t> </a:t>
            </a:r>
            <a:r>
              <a:rPr lang="en-US" dirty="0" err="1"/>
              <a:t>odnotowane</a:t>
            </a:r>
            <a:r>
              <a:rPr lang="en-US" dirty="0"/>
              <a:t> z </a:t>
            </a:r>
            <a:r>
              <a:rPr lang="en-US" dirty="0" err="1"/>
              <a:t>precyzją</a:t>
            </a:r>
            <a:r>
              <a:rPr lang="en-US" dirty="0"/>
              <a:t>. </a:t>
            </a:r>
            <a:r>
              <a:rPr lang="en-US" dirty="0" err="1"/>
              <a:t>Zgody</a:t>
            </a:r>
            <a:r>
              <a:rPr lang="en-US" dirty="0"/>
              <a:t> </a:t>
            </a:r>
            <a:r>
              <a:rPr lang="en-US" dirty="0" err="1"/>
              <a:t>klienta</a:t>
            </a:r>
            <a:r>
              <a:rPr lang="en-US" dirty="0"/>
              <a:t> </a:t>
            </a:r>
            <a:r>
              <a:rPr lang="en-US" dirty="0" err="1"/>
              <a:t>muszą</a:t>
            </a:r>
            <a:r>
              <a:rPr lang="en-US" dirty="0"/>
              <a:t> </a:t>
            </a:r>
            <a:r>
              <a:rPr lang="en-US" dirty="0" err="1"/>
              <a:t>być</a:t>
            </a:r>
            <a:r>
              <a:rPr lang="en-US" dirty="0"/>
              <a:t> </a:t>
            </a:r>
            <a:r>
              <a:rPr lang="en-US" dirty="0" err="1"/>
              <a:t>dostępne</a:t>
            </a:r>
            <a:r>
              <a:rPr lang="en-US" dirty="0"/>
              <a:t> do </a:t>
            </a:r>
            <a:r>
              <a:rPr lang="en-US" dirty="0" err="1"/>
              <a:t>wglądu</a:t>
            </a:r>
            <a:r>
              <a:rPr lang="en-US" dirty="0"/>
              <a:t> - </a:t>
            </a:r>
            <a:r>
              <a:rPr lang="en-US" dirty="0" err="1"/>
              <a:t>nie</a:t>
            </a:r>
            <a:r>
              <a:rPr lang="en-US" dirty="0"/>
              <a:t> </a:t>
            </a:r>
            <a:r>
              <a:rPr lang="en-US" dirty="0" err="1"/>
              <a:t>wystarczy</a:t>
            </a:r>
            <a:r>
              <a:rPr lang="en-US" dirty="0"/>
              <a:t> </a:t>
            </a:r>
            <a:r>
              <a:rPr lang="en-US" dirty="0" err="1"/>
              <a:t>pamiętać</a:t>
            </a:r>
            <a:r>
              <a:rPr lang="en-US" dirty="0"/>
              <a:t>, </a:t>
            </a:r>
            <a:r>
              <a:rPr lang="en-US" dirty="0" err="1"/>
              <a:t>że</a:t>
            </a:r>
            <a:r>
              <a:rPr lang="en-US" dirty="0"/>
              <a:t> </a:t>
            </a:r>
            <a:r>
              <a:rPr lang="en-US" dirty="0" err="1"/>
              <a:t>zgoda</a:t>
            </a:r>
            <a:r>
              <a:rPr lang="en-US" dirty="0"/>
              <a:t> </a:t>
            </a:r>
            <a:r>
              <a:rPr lang="en-US" dirty="0" err="1"/>
              <a:t>była</a:t>
            </a:r>
            <a:r>
              <a:rPr lang="en-US" dirty="0"/>
              <a:t> </a:t>
            </a:r>
            <a:r>
              <a:rPr lang="en-US" dirty="0" err="1"/>
              <a:t>udzielona</a:t>
            </a:r>
            <a:r>
              <a:rPr lang="en-US" dirty="0"/>
              <a:t> </a:t>
            </a:r>
            <a:r>
              <a:rPr lang="en-US" dirty="0" err="1"/>
              <a:t>ustnie</a:t>
            </a:r>
            <a:r>
              <a:rPr lang="en-US" dirty="0"/>
              <a:t> </a:t>
            </a:r>
            <a:r>
              <a:rPr lang="en-US" dirty="0" err="1"/>
              <a:t>kiedyś</a:t>
            </a:r>
            <a:r>
              <a:rPr lang="en-US" dirty="0"/>
              <a:t> </a:t>
            </a:r>
            <a:r>
              <a:rPr lang="en-US" dirty="0" err="1"/>
              <a:t>na</a:t>
            </a:r>
            <a:r>
              <a:rPr lang="en-US" dirty="0"/>
              <a:t> </a:t>
            </a:r>
            <a:r>
              <a:rPr lang="en-US" dirty="0" err="1"/>
              <a:t>początku</a:t>
            </a:r>
            <a:r>
              <a:rPr lang="en-US" dirty="0"/>
              <a:t>. </a:t>
            </a:r>
            <a:r>
              <a:rPr lang="en-US" dirty="0" err="1"/>
              <a:t>Problemy</a:t>
            </a:r>
            <a:r>
              <a:rPr lang="en-US" dirty="0"/>
              <a:t> </a:t>
            </a:r>
            <a:r>
              <a:rPr lang="en-US" dirty="0" err="1"/>
              <a:t>techniczne</a:t>
            </a:r>
            <a:r>
              <a:rPr lang="en-US" dirty="0"/>
              <a:t> </a:t>
            </a:r>
            <a:r>
              <a:rPr lang="en-US" dirty="0" err="1"/>
              <a:t>odnotowujemy</a:t>
            </a:r>
            <a:r>
              <a:rPr lang="en-US" dirty="0"/>
              <a:t>, </a:t>
            </a:r>
            <a:r>
              <a:rPr lang="en-US" dirty="0" err="1"/>
              <a:t>gdy</a:t>
            </a:r>
            <a:r>
              <a:rPr lang="en-US" dirty="0"/>
              <a:t> </a:t>
            </a:r>
            <a:r>
              <a:rPr lang="en-US" dirty="0" err="1"/>
              <a:t>realnie</a:t>
            </a:r>
            <a:r>
              <a:rPr lang="en-US" dirty="0"/>
              <a:t> </a:t>
            </a:r>
            <a:r>
              <a:rPr lang="en-US" dirty="0" err="1"/>
              <a:t>wpływają</a:t>
            </a:r>
            <a:r>
              <a:rPr lang="en-US" dirty="0"/>
              <a:t> </a:t>
            </a:r>
            <a:r>
              <a:rPr lang="en-US" dirty="0" err="1"/>
              <a:t>na</a:t>
            </a:r>
            <a:r>
              <a:rPr lang="en-US" dirty="0"/>
              <a:t> </a:t>
            </a:r>
            <a:r>
              <a:rPr lang="en-US" dirty="0" err="1"/>
              <a:t>przebieg</a:t>
            </a:r>
            <a:r>
              <a:rPr lang="en-US" dirty="0"/>
              <a:t> </a:t>
            </a:r>
            <a:r>
              <a:rPr lang="en-US" dirty="0" err="1"/>
              <a:t>sesji</a:t>
            </a:r>
            <a:r>
              <a:rPr lang="en-US" dirty="0"/>
              <a:t>. </a:t>
            </a:r>
            <a:r>
              <a:rPr lang="en-US" dirty="0" err="1"/>
              <a:t>Zastosowane</a:t>
            </a:r>
            <a:r>
              <a:rPr lang="en-US" dirty="0"/>
              <a:t> </a:t>
            </a:r>
            <a:r>
              <a:rPr lang="en-US" dirty="0" err="1"/>
              <a:t>interwencje</a:t>
            </a:r>
            <a:r>
              <a:rPr lang="en-US" dirty="0"/>
              <a:t> </a:t>
            </a:r>
            <a:r>
              <a:rPr lang="en-US" dirty="0" err="1"/>
              <a:t>powinny</a:t>
            </a:r>
            <a:r>
              <a:rPr lang="en-US" dirty="0"/>
              <a:t> </a:t>
            </a:r>
            <a:r>
              <a:rPr lang="en-US" dirty="0" err="1"/>
              <a:t>być</a:t>
            </a:r>
            <a:r>
              <a:rPr lang="en-US" dirty="0"/>
              <a:t> </a:t>
            </a:r>
            <a:r>
              <a:rPr lang="en-US" dirty="0" err="1"/>
              <a:t>dokumentowane</a:t>
            </a:r>
            <a:r>
              <a:rPr lang="en-US" dirty="0"/>
              <a:t> </a:t>
            </a:r>
            <a:r>
              <a:rPr lang="en-US" dirty="0" err="1"/>
              <a:t>konkretnie</a:t>
            </a:r>
            <a:r>
              <a:rPr lang="en-US" dirty="0"/>
              <a:t>. </a:t>
            </a:r>
            <a:r>
              <a:rPr lang="en-US" dirty="0" err="1"/>
              <a:t>Zadania</a:t>
            </a:r>
            <a:r>
              <a:rPr lang="en-US" dirty="0"/>
              <a:t>, </a:t>
            </a:r>
            <a:r>
              <a:rPr lang="en-US" dirty="0" err="1"/>
              <a:t>skale</a:t>
            </a:r>
            <a:r>
              <a:rPr lang="en-US" dirty="0"/>
              <a:t> </a:t>
            </a:r>
            <a:r>
              <a:rPr lang="en-US" dirty="0" err="1"/>
              <a:t>i</a:t>
            </a:r>
            <a:r>
              <a:rPr lang="en-US" dirty="0"/>
              <a:t> </a:t>
            </a:r>
            <a:r>
              <a:rPr lang="en-US" dirty="0" err="1"/>
              <a:t>wyniki</a:t>
            </a:r>
            <a:r>
              <a:rPr lang="en-US" dirty="0"/>
              <a:t> </a:t>
            </a:r>
            <a:r>
              <a:rPr lang="en-US" dirty="0" err="1"/>
              <a:t>pomiarów</a:t>
            </a:r>
            <a:r>
              <a:rPr lang="en-US" dirty="0"/>
              <a:t> </a:t>
            </a:r>
            <a:r>
              <a:rPr lang="en-US" dirty="0" err="1"/>
              <a:t>powinny</a:t>
            </a:r>
            <a:r>
              <a:rPr lang="en-US" dirty="0"/>
              <a:t> </a:t>
            </a:r>
            <a:r>
              <a:rPr lang="en-US" dirty="0" err="1"/>
              <a:t>być</a:t>
            </a:r>
            <a:r>
              <a:rPr lang="en-US" dirty="0"/>
              <a:t> </a:t>
            </a:r>
            <a:r>
              <a:rPr lang="en-US" dirty="0" err="1"/>
              <a:t>zintegrowane</a:t>
            </a:r>
            <a:r>
              <a:rPr lang="en-US" dirty="0"/>
              <a:t> z </a:t>
            </a:r>
            <a:r>
              <a:rPr lang="en-US" dirty="0" err="1"/>
              <a:t>resztą</a:t>
            </a:r>
            <a:r>
              <a:rPr lang="en-US" dirty="0"/>
              <a:t> </a:t>
            </a:r>
            <a:r>
              <a:rPr lang="en-US" dirty="0" err="1"/>
              <a:t>dokumentacji</a:t>
            </a:r>
            <a:r>
              <a:rPr lang="en-US" dirty="0"/>
              <a:t>. </a:t>
            </a:r>
            <a:r>
              <a:rPr lang="en-US" dirty="0" err="1"/>
              <a:t>Ryzyka</a:t>
            </a:r>
            <a:r>
              <a:rPr lang="en-US" dirty="0"/>
              <a:t>, </a:t>
            </a:r>
            <a:r>
              <a:rPr lang="en-US" dirty="0" err="1"/>
              <a:t>decyzje</a:t>
            </a:r>
            <a:r>
              <a:rPr lang="en-US" dirty="0"/>
              <a:t> </a:t>
            </a:r>
            <a:r>
              <a:rPr lang="en-US" dirty="0" err="1"/>
              <a:t>kliniczne</a:t>
            </a:r>
            <a:r>
              <a:rPr lang="en-US" dirty="0"/>
              <a:t> </a:t>
            </a:r>
            <a:r>
              <a:rPr lang="en-US" dirty="0" err="1"/>
              <a:t>i</a:t>
            </a:r>
            <a:r>
              <a:rPr lang="en-US" dirty="0"/>
              <a:t> </a:t>
            </a:r>
            <a:r>
              <a:rPr lang="en-US" dirty="0" err="1"/>
              <a:t>działania</a:t>
            </a:r>
            <a:r>
              <a:rPr lang="en-US" dirty="0"/>
              <a:t> </a:t>
            </a:r>
            <a:r>
              <a:rPr lang="en-US" dirty="0" err="1"/>
              <a:t>awaryjne</a:t>
            </a:r>
            <a:r>
              <a:rPr lang="en-US" dirty="0"/>
              <a:t> </a:t>
            </a:r>
            <a:r>
              <a:rPr lang="en-US" dirty="0" err="1"/>
              <a:t>wymagają</a:t>
            </a:r>
            <a:r>
              <a:rPr lang="en-US" dirty="0"/>
              <a:t> </a:t>
            </a:r>
            <a:r>
              <a:rPr lang="en-US" dirty="0" err="1"/>
              <a:t>szczególnie</a:t>
            </a:r>
            <a:r>
              <a:rPr lang="en-US" dirty="0"/>
              <a:t> </a:t>
            </a:r>
            <a:r>
              <a:rPr lang="en-US" dirty="0" err="1"/>
              <a:t>szczegółowej</a:t>
            </a:r>
            <a:r>
              <a:rPr lang="en-US" dirty="0"/>
              <a:t> </a:t>
            </a:r>
            <a:r>
              <a:rPr lang="en-US" dirty="0" err="1"/>
              <a:t>dokumentacji</a:t>
            </a:r>
            <a:r>
              <a:rPr lang="en-US" dirty="0"/>
              <a:t> - to </a:t>
            </a:r>
            <a:r>
              <a:rPr lang="en-US" dirty="0" err="1"/>
              <a:t>materiał</a:t>
            </a:r>
            <a:r>
              <a:rPr lang="en-US" dirty="0"/>
              <a:t>, do </a:t>
            </a:r>
            <a:r>
              <a:rPr lang="en-US" dirty="0" err="1"/>
              <a:t>którego</a:t>
            </a:r>
            <a:r>
              <a:rPr lang="en-US" dirty="0"/>
              <a:t> </a:t>
            </a:r>
            <a:r>
              <a:rPr lang="en-US" dirty="0" err="1"/>
              <a:t>być</a:t>
            </a:r>
            <a:r>
              <a:rPr lang="en-US" dirty="0"/>
              <a:t> </a:t>
            </a:r>
            <a:r>
              <a:rPr lang="en-US" dirty="0" err="1"/>
              <a:t>może</a:t>
            </a:r>
            <a:r>
              <a:rPr lang="en-US" dirty="0"/>
              <a:t> </a:t>
            </a:r>
            <a:r>
              <a:rPr lang="en-US" dirty="0" err="1"/>
              <a:t>trzeba</a:t>
            </a:r>
            <a:r>
              <a:rPr lang="en-US" dirty="0"/>
              <a:t> </a:t>
            </a:r>
            <a:r>
              <a:rPr lang="en-US" dirty="0" err="1"/>
              <a:t>wrócić</a:t>
            </a:r>
            <a:r>
              <a:rPr lang="en-US" dirty="0"/>
              <a:t> w </a:t>
            </a:r>
            <a:r>
              <a:rPr lang="en-US" dirty="0" err="1"/>
              <a:t>sytuacji</a:t>
            </a:r>
            <a:r>
              <a:rPr lang="en-US" dirty="0"/>
              <a:t> </a:t>
            </a:r>
            <a:r>
              <a:rPr lang="en-US" dirty="0" err="1"/>
              <a:t>prawnej</a:t>
            </a:r>
            <a:r>
              <a:rPr lang="en-US" dirty="0"/>
              <a:t> </a:t>
            </a:r>
            <a:r>
              <a:rPr lang="en-US" dirty="0" err="1"/>
              <a:t>czy</a:t>
            </a:r>
            <a:r>
              <a:rPr lang="en-US" dirty="0"/>
              <a:t> </a:t>
            </a:r>
            <a:r>
              <a:rPr lang="en-US" dirty="0" err="1"/>
              <a:t>superwizyjnej</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Poufność i bezpieczeństwo techniczne to dwa różne pojęcia, które łatwo pomylić, a które wymagają zupełnie różnych kompetencji. Poufność jest normą zawodową, etyczną i prawną - obowiązkiem nieujawniania treści terapii osobom nieupoważnionym. Cyberbezpieczeństwo jest zbiorem środków technicznych i organizacyjnych chroniących dane przed nieautoryzowanym dostępem. Kluczowy wgląd: jedno nie gwarantuje drugiego. Możemy mieć terapeutę głęboko zaangażowanego w ochronę poufności, korzystającego z niezabezpieczonej platformy. Odwrotnie, możemy mieć technicznie nieskazitelnie bezpieczną platformę, wykorzystywaną przez terapeutę, który nieostrożnie zostawia ekran z notatkami widoczny dla innych. Oba wymiary są potrzebne jednocześnie.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Ten slajd jest praktycznym minimum, nie pełnym wykazem najlepszych praktyk cyberbezpieczeństwa. Szyfrowanie komunikacji i przechowywanych danych powinno być standardem, nie funkcją premium. Kontrola dostępu określa, kto i na jakich zasadach ma wgląd w dane klienta. Silne hasła i uwierzytelnianie wieloczynnikowe znacząco redukują ryzyko nieautoryzowanego dostępu. Regularne aktualizacje łatają znane podatności bezpieczeństwa. Kopie zapasowe muszą być testowane, nie tylko teoretycznie skonfigurowane. Polityka retencji danych określa, jak długo i z jakiego powodu przechowujemy dane klienta. Oddzielenie kanałów prywatnych od zawodowych zapobiega mieszaniu danych klinicznych z prywatną komunikacją terapeuty.</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 dwóch slajdach o infrastrukturze technicznej wracamy do poziomu praktyki bezpośredniej z klientem. Słuchawki klienta chronią przed sytuacją, w której rozmowa terapeutyczna jest słyszalna dla innych osób w mieszkaniu. Brak osób trzecich w pomieszczeniu wraca do tematu z drugiej części wykładu, tu w kontekście prywatności danych. Świadoma zgoda oznacza, że klient faktycznie rozumie, na co się zgadza. Informowanie o ograniczeniach jest obowiązkiem etycznym - jeśli platforma nie gwarantuje pewnego poziomu bezpieczeństwa, klient powinien o tym wiedzieć. Kontrola nagrywania sesji powinna być jasno uzgodniona. Dostęp do urządzenia klienta jest pytaniem często niezadawanym, a istotnym.</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Zamykamy piątą część wykładu spojrzeniem całościowym na to, co dzieje się z danymi klienta od pierwszego kontaktu do długo po zakończeniu terapii. Pozyskanie danych powinno mieć jasną podstawę i cel. Przesyłanie danych między urządzeniami i systemami jest momentem szczególnej podatności na przechwycenie. Przechowywanie dotyczy pytania, gdzie i jak długo dane pozostają. Analiza to wykorzystanie danych do oceny stanu klienta i planowania terapii. Udostępnianie określa, komu i w jakich okolicznościach dane mogą być przekazane. Archiwizacja podlega zwykle określonym wymogom prawnym. Usuwanie zamyka cykl. Na każdym z tych etapów powinna istnieć konkretna, nazwana odpowiedzialność.</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Otwieramy ostatnią część wykładu uczciwym spojrzeniem na ograniczenia e-terapii. Wykluczenie cyfrowe dotyka realnie istniejącą część populacji, często osoby w trudniejszej sytuacji życiowej. Brak prywatnego miejsca jest barierą nie do pokonania samą dobrą wolą klienta. Niska kompetencja technologiczna może dotknąć każdego, niezależnie od wieku. Przeciążenie ekranami jest zjawiskiem coraz częściej zgłaszanym. Nieufność wobec platform wpływa na otwartość klienta w rozmowie. Trudności z samodyscypliną wynikają z mniejszej struktury zewnętrznej niż wizyta stacjonarna.</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Symetrycznie</a:t>
            </a:r>
            <a:r>
              <a:rPr lang="en-US" dirty="0"/>
              <a:t> do </a:t>
            </a:r>
            <a:r>
              <a:rPr lang="en-US" dirty="0" err="1"/>
              <a:t>poprzedniego</a:t>
            </a:r>
            <a:r>
              <a:rPr lang="en-US" dirty="0"/>
              <a:t> </a:t>
            </a:r>
            <a:r>
              <a:rPr lang="en-US" dirty="0" err="1"/>
              <a:t>slajdu</a:t>
            </a:r>
            <a:r>
              <a:rPr lang="en-US" dirty="0"/>
              <a:t>, </a:t>
            </a:r>
            <a:r>
              <a:rPr lang="en-US" dirty="0" err="1"/>
              <a:t>terapeuci</a:t>
            </a:r>
            <a:r>
              <a:rPr lang="en-US" dirty="0"/>
              <a:t> </a:t>
            </a:r>
            <a:r>
              <a:rPr lang="en-US" dirty="0" err="1"/>
              <a:t>mają</a:t>
            </a:r>
            <a:r>
              <a:rPr lang="en-US" dirty="0"/>
              <a:t> </a:t>
            </a:r>
            <a:r>
              <a:rPr lang="en-US" dirty="0" err="1"/>
              <a:t>własny</a:t>
            </a:r>
            <a:r>
              <a:rPr lang="en-US" dirty="0"/>
              <a:t> </a:t>
            </a:r>
            <a:r>
              <a:rPr lang="en-US" dirty="0" err="1"/>
              <a:t>zestaw</a:t>
            </a:r>
            <a:r>
              <a:rPr lang="en-US" dirty="0"/>
              <a:t> </a:t>
            </a:r>
            <a:r>
              <a:rPr lang="en-US" dirty="0" err="1"/>
              <a:t>barier</a:t>
            </a:r>
            <a:r>
              <a:rPr lang="en-US" dirty="0"/>
              <a:t>. </a:t>
            </a:r>
            <a:r>
              <a:rPr lang="en-US" dirty="0" err="1"/>
              <a:t>Brak</a:t>
            </a:r>
            <a:r>
              <a:rPr lang="en-US" dirty="0"/>
              <a:t> </a:t>
            </a:r>
            <a:r>
              <a:rPr lang="en-US" dirty="0" err="1"/>
              <a:t>szkolenia</a:t>
            </a:r>
            <a:r>
              <a:rPr lang="en-US" dirty="0"/>
              <a:t> w </a:t>
            </a:r>
            <a:r>
              <a:rPr lang="en-US" dirty="0" err="1"/>
              <a:t>zakresie</a:t>
            </a:r>
            <a:r>
              <a:rPr lang="en-US" dirty="0"/>
              <a:t> </a:t>
            </a:r>
            <a:r>
              <a:rPr lang="en-US" dirty="0" err="1"/>
              <a:t>specyfiki</a:t>
            </a:r>
            <a:r>
              <a:rPr lang="en-US" dirty="0"/>
              <a:t> </a:t>
            </a:r>
            <a:r>
              <a:rPr lang="en-US" dirty="0" err="1"/>
              <a:t>pracy</a:t>
            </a:r>
            <a:r>
              <a:rPr lang="en-US" dirty="0"/>
              <a:t> </a:t>
            </a:r>
            <a:r>
              <a:rPr lang="en-US" dirty="0" err="1"/>
              <a:t>zdalnej</a:t>
            </a:r>
            <a:r>
              <a:rPr lang="en-US" dirty="0"/>
              <a:t> jest </a:t>
            </a:r>
            <a:r>
              <a:rPr lang="en-US" dirty="0" err="1"/>
              <a:t>powszechny</a:t>
            </a:r>
            <a:r>
              <a:rPr lang="en-US" dirty="0"/>
              <a:t> - </a:t>
            </a:r>
            <a:r>
              <a:rPr lang="en-US" dirty="0" err="1"/>
              <a:t>wielu</a:t>
            </a:r>
            <a:r>
              <a:rPr lang="en-US" dirty="0"/>
              <a:t> </a:t>
            </a:r>
            <a:r>
              <a:rPr lang="en-US" dirty="0" err="1"/>
              <a:t>klinicystów</a:t>
            </a:r>
            <a:r>
              <a:rPr lang="en-US" dirty="0"/>
              <a:t> </a:t>
            </a:r>
            <a:r>
              <a:rPr lang="en-US" dirty="0" err="1"/>
              <a:t>uczyło</a:t>
            </a:r>
            <a:r>
              <a:rPr lang="en-US" dirty="0"/>
              <a:t> </a:t>
            </a:r>
            <a:r>
              <a:rPr lang="en-US" dirty="0" err="1"/>
              <a:t>się</a:t>
            </a:r>
            <a:r>
              <a:rPr lang="en-US" dirty="0"/>
              <a:t> </a:t>
            </a:r>
            <a:r>
              <a:rPr lang="en-US" dirty="0" err="1"/>
              <a:t>tej</a:t>
            </a:r>
            <a:r>
              <a:rPr lang="en-US" dirty="0"/>
              <a:t> </a:t>
            </a:r>
            <a:r>
              <a:rPr lang="en-US" dirty="0" err="1"/>
              <a:t>formy</a:t>
            </a:r>
            <a:r>
              <a:rPr lang="en-US" dirty="0"/>
              <a:t> </a:t>
            </a:r>
            <a:r>
              <a:rPr lang="en-US" dirty="0" err="1"/>
              <a:t>pracy</a:t>
            </a:r>
            <a:r>
              <a:rPr lang="en-US" dirty="0"/>
              <a:t> </a:t>
            </a:r>
            <a:r>
              <a:rPr lang="en-US" dirty="0" err="1"/>
              <a:t>metodą</a:t>
            </a:r>
            <a:r>
              <a:rPr lang="en-US" dirty="0"/>
              <a:t> </a:t>
            </a:r>
            <a:r>
              <a:rPr lang="en-US" dirty="0" err="1"/>
              <a:t>prób</a:t>
            </a:r>
            <a:r>
              <a:rPr lang="en-US" dirty="0"/>
              <a:t> </a:t>
            </a:r>
            <a:r>
              <a:rPr lang="en-US" dirty="0" err="1"/>
              <a:t>i</a:t>
            </a:r>
            <a:r>
              <a:rPr lang="en-US" dirty="0"/>
              <a:t> </a:t>
            </a:r>
            <a:r>
              <a:rPr lang="en-US" dirty="0" err="1"/>
              <a:t>błędów</a:t>
            </a:r>
            <a:r>
              <a:rPr lang="en-US" dirty="0"/>
              <a:t> w </a:t>
            </a:r>
            <a:r>
              <a:rPr lang="en-US" dirty="0" err="1"/>
              <a:t>trakcie</a:t>
            </a:r>
            <a:r>
              <a:rPr lang="en-US" dirty="0"/>
              <a:t> </a:t>
            </a:r>
            <a:r>
              <a:rPr lang="en-US" dirty="0" err="1"/>
              <a:t>pandemii</a:t>
            </a:r>
            <a:r>
              <a:rPr lang="en-US" dirty="0"/>
              <a:t>. </a:t>
            </a:r>
            <a:r>
              <a:rPr lang="en-US" dirty="0" err="1"/>
              <a:t>Trudność</a:t>
            </a:r>
            <a:r>
              <a:rPr lang="en-US" dirty="0"/>
              <a:t> </a:t>
            </a:r>
            <a:r>
              <a:rPr lang="en-US" dirty="0" err="1"/>
              <a:t>oceny</a:t>
            </a:r>
            <a:r>
              <a:rPr lang="en-US" dirty="0"/>
              <a:t> </a:t>
            </a:r>
            <a:r>
              <a:rPr lang="en-US" dirty="0" err="1"/>
              <a:t>ryzyka</a:t>
            </a:r>
            <a:r>
              <a:rPr lang="en-US" dirty="0"/>
              <a:t> </a:t>
            </a:r>
            <a:r>
              <a:rPr lang="en-US" dirty="0" err="1"/>
              <a:t>przy</a:t>
            </a:r>
            <a:r>
              <a:rPr lang="en-US" dirty="0"/>
              <a:t> </a:t>
            </a:r>
            <a:r>
              <a:rPr lang="en-US" dirty="0" err="1"/>
              <a:t>ograniczonym</a:t>
            </a:r>
            <a:r>
              <a:rPr lang="en-US" dirty="0"/>
              <a:t> </a:t>
            </a:r>
            <a:r>
              <a:rPr lang="en-US" dirty="0" err="1"/>
              <a:t>dostępie</a:t>
            </a:r>
            <a:r>
              <a:rPr lang="en-US" dirty="0"/>
              <a:t> do </a:t>
            </a:r>
            <a:r>
              <a:rPr lang="en-US" dirty="0" err="1"/>
              <a:t>kontekstu</a:t>
            </a:r>
            <a:r>
              <a:rPr lang="en-US" dirty="0"/>
              <a:t> </a:t>
            </a:r>
            <a:r>
              <a:rPr lang="en-US" dirty="0" err="1"/>
              <a:t>klienta</a:t>
            </a:r>
            <a:r>
              <a:rPr lang="en-US" dirty="0"/>
              <a:t> jest </a:t>
            </a:r>
            <a:r>
              <a:rPr lang="en-US" dirty="0" err="1"/>
              <a:t>realnym</a:t>
            </a:r>
            <a:r>
              <a:rPr lang="en-US" dirty="0"/>
              <a:t> </a:t>
            </a:r>
            <a:r>
              <a:rPr lang="en-US" dirty="0" err="1"/>
              <a:t>wyzwaniem</a:t>
            </a:r>
            <a:r>
              <a:rPr lang="en-US" dirty="0"/>
              <a:t> </a:t>
            </a:r>
            <a:r>
              <a:rPr lang="en-US" dirty="0" err="1"/>
              <a:t>klinicznym</a:t>
            </a:r>
            <a:r>
              <a:rPr lang="en-US" dirty="0"/>
              <a:t>. </a:t>
            </a:r>
            <a:r>
              <a:rPr lang="en-US" dirty="0" err="1"/>
              <a:t>Niepewność</a:t>
            </a:r>
            <a:r>
              <a:rPr lang="en-US" dirty="0"/>
              <a:t> </a:t>
            </a:r>
            <a:r>
              <a:rPr lang="en-US" dirty="0" err="1"/>
              <a:t>prawna</a:t>
            </a:r>
            <a:r>
              <a:rPr lang="en-US" dirty="0"/>
              <a:t> </a:t>
            </a:r>
            <a:r>
              <a:rPr lang="en-US" dirty="0" err="1"/>
              <a:t>dotyczy</a:t>
            </a:r>
            <a:r>
              <a:rPr lang="en-US" dirty="0"/>
              <a:t> </a:t>
            </a:r>
            <a:r>
              <a:rPr lang="en-US" dirty="0" err="1"/>
              <a:t>systemów</a:t>
            </a:r>
            <a:r>
              <a:rPr lang="en-US" dirty="0"/>
              <a:t> </a:t>
            </a:r>
            <a:r>
              <a:rPr lang="en-US" dirty="0" err="1"/>
              <a:t>regulacyjnych</a:t>
            </a:r>
            <a:r>
              <a:rPr lang="en-US" dirty="0"/>
              <a:t>, </a:t>
            </a:r>
            <a:r>
              <a:rPr lang="en-US" dirty="0" err="1"/>
              <a:t>które</a:t>
            </a:r>
            <a:r>
              <a:rPr lang="en-US" dirty="0"/>
              <a:t> </a:t>
            </a:r>
            <a:r>
              <a:rPr lang="en-US" dirty="0" err="1"/>
              <a:t>wciąż</a:t>
            </a:r>
            <a:r>
              <a:rPr lang="en-US" dirty="0"/>
              <a:t> </a:t>
            </a:r>
            <a:r>
              <a:rPr lang="en-US" dirty="0" err="1"/>
              <a:t>doganiają</a:t>
            </a:r>
            <a:r>
              <a:rPr lang="en-US" dirty="0"/>
              <a:t> </a:t>
            </a:r>
            <a:r>
              <a:rPr lang="en-US" dirty="0" err="1"/>
              <a:t>rzeczywistość</a:t>
            </a:r>
            <a:r>
              <a:rPr lang="en-US" dirty="0"/>
              <a:t> </a:t>
            </a:r>
            <a:r>
              <a:rPr lang="en-US" dirty="0" err="1"/>
              <a:t>technologiczną</a:t>
            </a:r>
            <a:r>
              <a:rPr lang="en-US" dirty="0"/>
              <a:t>. </a:t>
            </a:r>
            <a:r>
              <a:rPr lang="en-US" dirty="0" err="1"/>
              <a:t>Zmęczenie</a:t>
            </a:r>
            <a:r>
              <a:rPr lang="en-US" dirty="0"/>
              <a:t> </a:t>
            </a:r>
            <a:r>
              <a:rPr lang="en-US" dirty="0" err="1"/>
              <a:t>pracą</a:t>
            </a:r>
            <a:r>
              <a:rPr lang="en-US" dirty="0"/>
              <a:t> </a:t>
            </a:r>
            <a:r>
              <a:rPr lang="en-US" dirty="0" err="1"/>
              <a:t>zdalną</a:t>
            </a:r>
            <a:r>
              <a:rPr lang="en-US" dirty="0"/>
              <a:t> jest </a:t>
            </a:r>
            <a:r>
              <a:rPr lang="en-US" dirty="0" err="1"/>
              <a:t>realnym</a:t>
            </a:r>
            <a:r>
              <a:rPr lang="en-US" dirty="0"/>
              <a:t> </a:t>
            </a:r>
            <a:r>
              <a:rPr lang="en-US" dirty="0" err="1"/>
              <a:t>czynnikiem</a:t>
            </a:r>
            <a:r>
              <a:rPr lang="en-US" dirty="0"/>
              <a:t> </a:t>
            </a:r>
            <a:r>
              <a:rPr lang="en-US" dirty="0" err="1"/>
              <a:t>wypalenia</a:t>
            </a:r>
            <a:r>
              <a:rPr lang="en-US" dirty="0"/>
              <a:t> </a:t>
            </a:r>
            <a:r>
              <a:rPr lang="en-US" dirty="0" err="1"/>
              <a:t>zawodowego</a:t>
            </a:r>
            <a:r>
              <a:rPr lang="en-US" dirty="0"/>
              <a:t>. </a:t>
            </a:r>
            <a:r>
              <a:rPr lang="en-US" dirty="0" err="1"/>
              <a:t>Rozmycie</a:t>
            </a:r>
            <a:r>
              <a:rPr lang="en-US" dirty="0"/>
              <a:t> </a:t>
            </a:r>
            <a:r>
              <a:rPr lang="en-US" dirty="0" err="1"/>
              <a:t>granic</a:t>
            </a:r>
            <a:r>
              <a:rPr lang="en-US" dirty="0"/>
              <a:t> </a:t>
            </a:r>
            <a:r>
              <a:rPr lang="en-US" dirty="0" err="1"/>
              <a:t>kontaktu</a:t>
            </a:r>
            <a:r>
              <a:rPr lang="en-US" dirty="0"/>
              <a:t> wymaga </a:t>
            </a:r>
            <a:r>
              <a:rPr lang="en-US" dirty="0" err="1"/>
              <a:t>świadomego</a:t>
            </a:r>
            <a:r>
              <a:rPr lang="en-US" dirty="0"/>
              <a:t> </a:t>
            </a:r>
            <a:r>
              <a:rPr lang="en-US" dirty="0" err="1"/>
              <a:t>zarządzania</a:t>
            </a:r>
            <a:r>
              <a:rPr lang="en-US" dirty="0"/>
              <a:t>. </a:t>
            </a:r>
            <a:r>
              <a:rPr lang="en-US" dirty="0" err="1"/>
              <a:t>Nadmierne</a:t>
            </a:r>
            <a:r>
              <a:rPr lang="en-US" dirty="0"/>
              <a:t> </a:t>
            </a:r>
            <a:r>
              <a:rPr lang="en-US" dirty="0" err="1"/>
              <a:t>poleganie</a:t>
            </a:r>
            <a:r>
              <a:rPr lang="en-US" dirty="0"/>
              <a:t> </a:t>
            </a:r>
            <a:r>
              <a:rPr lang="en-US" dirty="0" err="1"/>
              <a:t>na</a:t>
            </a:r>
            <a:r>
              <a:rPr lang="en-US" dirty="0"/>
              <a:t> </a:t>
            </a:r>
            <a:r>
              <a:rPr lang="en-US" dirty="0" err="1"/>
              <a:t>narzędziach</a:t>
            </a:r>
            <a:r>
              <a:rPr lang="en-US" dirty="0"/>
              <a:t> jest </a:t>
            </a:r>
            <a:r>
              <a:rPr lang="en-US" dirty="0" err="1"/>
              <a:t>pułapką</a:t>
            </a:r>
            <a:r>
              <a:rPr lang="en-US" dirty="0"/>
              <a:t> - </a:t>
            </a:r>
            <a:r>
              <a:rPr lang="en-US" dirty="0" err="1"/>
              <a:t>technologia</a:t>
            </a:r>
            <a:r>
              <a:rPr lang="en-US" dirty="0"/>
              <a:t> </a:t>
            </a:r>
            <a:r>
              <a:rPr lang="en-US" dirty="0" err="1"/>
              <a:t>powinna</a:t>
            </a:r>
            <a:r>
              <a:rPr lang="en-US" dirty="0"/>
              <a:t> </a:t>
            </a:r>
            <a:r>
              <a:rPr lang="en-US" dirty="0" err="1"/>
              <a:t>wspierać</a:t>
            </a:r>
            <a:r>
              <a:rPr lang="en-US" dirty="0"/>
              <a:t> </a:t>
            </a:r>
            <a:r>
              <a:rPr lang="en-US" dirty="0" err="1"/>
              <a:t>ocenę</a:t>
            </a:r>
            <a:r>
              <a:rPr lang="en-US" dirty="0"/>
              <a:t> </a:t>
            </a:r>
            <a:r>
              <a:rPr lang="en-US" dirty="0" err="1"/>
              <a:t>kliniczną</a:t>
            </a:r>
            <a:r>
              <a:rPr lang="en-US" dirty="0"/>
              <a:t>, </a:t>
            </a:r>
            <a:r>
              <a:rPr lang="en-US" dirty="0" err="1"/>
              <a:t>nie</a:t>
            </a:r>
            <a:r>
              <a:rPr lang="en-US" dirty="0"/>
              <a:t> </a:t>
            </a:r>
            <a:r>
              <a:rPr lang="en-US" dirty="0" err="1"/>
              <a:t>ją</a:t>
            </a:r>
            <a:r>
              <a:rPr lang="en-US" dirty="0"/>
              <a:t> </a:t>
            </a:r>
            <a:r>
              <a:rPr lang="en-US" dirty="0" err="1"/>
              <a:t>zastępować</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Trzeci poziom barier wykracza poza pojedynczego klienta i terapeutę, dotykając poziomu organizacyjnego. Brak standardów oznacza, że praktyki różnią się znacząco między terapeutami i instytucjami. Brak procedur awaryjnych na poziomie systemowym dotyczy tego, czy instytucja jako całość ma plan na sytuacje takie jak awaria platformy. Niedostateczna superwizja oznacza, że nawet doświadczeni superwizorzy czasem nie mają przygotowania do oceny tej formy pracy. Niejasna odpowiedzialność za system boleśnie wychodzi na jaw dokładnie w momencie awarii. Te bariery, w przeciwieństwie do poprzednich dwóch slajdów, są adresowalne przez świadome projektowanie usługi - czym zajmiemy się dalej.</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
            </a:r>
            <a:r>
              <a:rPr lang="en-US" dirty="0" err="1"/>
              <a:t>terapia</a:t>
            </a:r>
            <a:r>
              <a:rPr lang="en-US" dirty="0"/>
              <a:t> </a:t>
            </a:r>
            <a:r>
              <a:rPr lang="en-US" dirty="0" err="1"/>
              <a:t>i</a:t>
            </a:r>
            <a:r>
              <a:rPr lang="en-US" dirty="0"/>
              <a:t> </a:t>
            </a:r>
            <a:r>
              <a:rPr lang="en-US" dirty="0" err="1"/>
              <a:t>szersze</a:t>
            </a:r>
            <a:r>
              <a:rPr lang="en-US" dirty="0"/>
              <a:t> </a:t>
            </a:r>
            <a:r>
              <a:rPr lang="en-US" dirty="0" err="1"/>
              <a:t>wsparcie</a:t>
            </a:r>
            <a:r>
              <a:rPr lang="en-US" dirty="0"/>
              <a:t> </a:t>
            </a:r>
            <a:r>
              <a:rPr lang="en-US" dirty="0" err="1"/>
              <a:t>cyfrowe</a:t>
            </a:r>
            <a:r>
              <a:rPr lang="en-US" dirty="0"/>
              <a:t> </a:t>
            </a:r>
            <a:r>
              <a:rPr lang="en-US" dirty="0" err="1"/>
              <a:t>dobrze</a:t>
            </a:r>
            <a:r>
              <a:rPr lang="en-US" dirty="0"/>
              <a:t> </a:t>
            </a:r>
            <a:r>
              <a:rPr lang="en-US" dirty="0" err="1"/>
              <a:t>wpisują</a:t>
            </a:r>
            <a:r>
              <a:rPr lang="en-US" dirty="0"/>
              <a:t> </a:t>
            </a:r>
            <a:r>
              <a:rPr lang="en-US" dirty="0" err="1"/>
              <a:t>się</a:t>
            </a:r>
            <a:r>
              <a:rPr lang="en-US" dirty="0"/>
              <a:t> w </a:t>
            </a:r>
            <a:r>
              <a:rPr lang="en-US" dirty="0" err="1"/>
              <a:t>specyfikę</a:t>
            </a:r>
            <a:r>
              <a:rPr lang="en-US" dirty="0"/>
              <a:t> </a:t>
            </a:r>
            <a:r>
              <a:rPr lang="en-US" dirty="0" err="1"/>
              <a:t>środowiska</a:t>
            </a:r>
            <a:r>
              <a:rPr lang="en-US" dirty="0"/>
              <a:t> </a:t>
            </a:r>
            <a:r>
              <a:rPr lang="en-US" dirty="0" err="1"/>
              <a:t>akademickiego</a:t>
            </a:r>
            <a:r>
              <a:rPr lang="en-US" dirty="0"/>
              <a:t>. </a:t>
            </a:r>
            <a:r>
              <a:rPr lang="en-US" dirty="0" err="1"/>
              <a:t>Poradnictwo</a:t>
            </a:r>
            <a:r>
              <a:rPr lang="en-US" dirty="0"/>
              <a:t> </a:t>
            </a:r>
            <a:r>
              <a:rPr lang="en-US" dirty="0" err="1"/>
              <a:t>studenckie</a:t>
            </a:r>
            <a:r>
              <a:rPr lang="en-US" dirty="0"/>
              <a:t> </a:t>
            </a:r>
            <a:r>
              <a:rPr lang="en-US" dirty="0" err="1"/>
              <a:t>korzysta</a:t>
            </a:r>
            <a:r>
              <a:rPr lang="en-US" dirty="0"/>
              <a:t> z </a:t>
            </a:r>
            <a:r>
              <a:rPr lang="en-US" dirty="0" err="1"/>
              <a:t>niższego</a:t>
            </a:r>
            <a:r>
              <a:rPr lang="en-US" dirty="0"/>
              <a:t> </a:t>
            </a:r>
            <a:r>
              <a:rPr lang="en-US" dirty="0" err="1"/>
              <a:t>progu</a:t>
            </a:r>
            <a:r>
              <a:rPr lang="en-US" dirty="0"/>
              <a:t> </a:t>
            </a:r>
            <a:r>
              <a:rPr lang="en-US" dirty="0" err="1"/>
              <a:t>wejścia</a:t>
            </a:r>
            <a:r>
              <a:rPr lang="en-US" dirty="0"/>
              <a:t> - </a:t>
            </a:r>
            <a:r>
              <a:rPr lang="en-US" dirty="0" err="1"/>
              <a:t>studentowi</a:t>
            </a:r>
            <a:r>
              <a:rPr lang="en-US" dirty="0"/>
              <a:t> </a:t>
            </a:r>
            <a:r>
              <a:rPr lang="en-US" dirty="0" err="1"/>
              <a:t>łatwiej</a:t>
            </a:r>
            <a:r>
              <a:rPr lang="en-US" dirty="0"/>
              <a:t> </a:t>
            </a:r>
            <a:r>
              <a:rPr lang="en-US" dirty="0" err="1"/>
              <a:t>umówić</a:t>
            </a:r>
            <a:r>
              <a:rPr lang="en-US" dirty="0"/>
              <a:t> </a:t>
            </a:r>
            <a:r>
              <a:rPr lang="en-US" dirty="0" err="1"/>
              <a:t>się</a:t>
            </a:r>
            <a:r>
              <a:rPr lang="en-US" dirty="0"/>
              <a:t> </a:t>
            </a:r>
            <a:r>
              <a:rPr lang="en-US" dirty="0" err="1"/>
              <a:t>na</a:t>
            </a:r>
            <a:r>
              <a:rPr lang="en-US" dirty="0"/>
              <a:t> </a:t>
            </a:r>
            <a:r>
              <a:rPr lang="en-US" dirty="0" err="1"/>
              <a:t>krótką</a:t>
            </a:r>
            <a:r>
              <a:rPr lang="en-US" dirty="0"/>
              <a:t> </a:t>
            </a:r>
            <a:r>
              <a:rPr lang="en-US" dirty="0" err="1"/>
              <a:t>rozmowę</a:t>
            </a:r>
            <a:r>
              <a:rPr lang="en-US" dirty="0"/>
              <a:t> online </a:t>
            </a:r>
            <a:r>
              <a:rPr lang="en-US" dirty="0" err="1"/>
              <a:t>niż</a:t>
            </a:r>
            <a:r>
              <a:rPr lang="en-US" dirty="0"/>
              <a:t> </a:t>
            </a:r>
            <a:r>
              <a:rPr lang="en-US" dirty="0" err="1"/>
              <a:t>przekroczyć</a:t>
            </a:r>
            <a:r>
              <a:rPr lang="en-US" dirty="0"/>
              <a:t> </a:t>
            </a:r>
            <a:r>
              <a:rPr lang="en-US" dirty="0" err="1"/>
              <a:t>próg</a:t>
            </a:r>
            <a:r>
              <a:rPr lang="en-US" dirty="0"/>
              <a:t> </a:t>
            </a:r>
            <a:r>
              <a:rPr lang="en-US" dirty="0" err="1"/>
              <a:t>nieznanego</a:t>
            </a:r>
            <a:r>
              <a:rPr lang="en-US" dirty="0"/>
              <a:t> </a:t>
            </a:r>
            <a:r>
              <a:rPr lang="en-US" dirty="0" err="1"/>
              <a:t>gabinetu</a:t>
            </a:r>
            <a:r>
              <a:rPr lang="en-US" dirty="0"/>
              <a:t>. </a:t>
            </a:r>
            <a:r>
              <a:rPr lang="en-US" dirty="0" err="1"/>
              <a:t>Wsparcie</a:t>
            </a:r>
            <a:r>
              <a:rPr lang="en-US" dirty="0"/>
              <a:t> </a:t>
            </a:r>
            <a:r>
              <a:rPr lang="en-US" dirty="0" err="1"/>
              <a:t>kryzysowe</a:t>
            </a:r>
            <a:r>
              <a:rPr lang="en-US" dirty="0"/>
              <a:t> w </a:t>
            </a:r>
            <a:r>
              <a:rPr lang="en-US" dirty="0" err="1"/>
              <a:t>okresach</a:t>
            </a:r>
            <a:r>
              <a:rPr lang="en-US" dirty="0"/>
              <a:t> </a:t>
            </a:r>
            <a:r>
              <a:rPr lang="en-US" dirty="0" err="1"/>
              <a:t>zwiększonego</a:t>
            </a:r>
            <a:r>
              <a:rPr lang="en-US" dirty="0"/>
              <a:t> </a:t>
            </a:r>
            <a:r>
              <a:rPr lang="en-US" dirty="0" err="1"/>
              <a:t>obciążenia</a:t>
            </a:r>
            <a:r>
              <a:rPr lang="en-US" dirty="0"/>
              <a:t>, </a:t>
            </a:r>
            <a:r>
              <a:rPr lang="en-US" dirty="0" err="1"/>
              <a:t>jak</a:t>
            </a:r>
            <a:r>
              <a:rPr lang="en-US" dirty="0"/>
              <a:t> </a:t>
            </a:r>
            <a:r>
              <a:rPr lang="en-US" dirty="0" err="1"/>
              <a:t>sesja</a:t>
            </a:r>
            <a:r>
              <a:rPr lang="en-US" dirty="0"/>
              <a:t> </a:t>
            </a:r>
            <a:r>
              <a:rPr lang="en-US" dirty="0" err="1"/>
              <a:t>egzaminacyjna</a:t>
            </a:r>
            <a:r>
              <a:rPr lang="en-US" dirty="0"/>
              <a:t>, wymaga </a:t>
            </a:r>
            <a:r>
              <a:rPr lang="en-US" dirty="0" err="1"/>
              <a:t>elastyczności</a:t>
            </a:r>
            <a:r>
              <a:rPr lang="en-US" dirty="0"/>
              <a:t>, </a:t>
            </a:r>
            <a:r>
              <a:rPr lang="en-US" dirty="0" err="1"/>
              <a:t>którą</a:t>
            </a:r>
            <a:r>
              <a:rPr lang="en-US" dirty="0"/>
              <a:t> </a:t>
            </a:r>
            <a:r>
              <a:rPr lang="en-US" dirty="0" err="1"/>
              <a:t>cyfrowe</a:t>
            </a:r>
            <a:r>
              <a:rPr lang="en-US" dirty="0"/>
              <a:t> </a:t>
            </a:r>
            <a:r>
              <a:rPr lang="en-US" dirty="0" err="1"/>
              <a:t>kanały</a:t>
            </a:r>
            <a:r>
              <a:rPr lang="en-US" dirty="0"/>
              <a:t> </a:t>
            </a:r>
            <a:r>
              <a:rPr lang="en-US" dirty="0" err="1"/>
              <a:t>ułatwiają</a:t>
            </a:r>
            <a:r>
              <a:rPr lang="en-US" dirty="0"/>
              <a:t>. </a:t>
            </a:r>
            <a:r>
              <a:rPr lang="en-US" dirty="0" err="1"/>
              <a:t>Psychoedukacja</a:t>
            </a:r>
            <a:r>
              <a:rPr lang="en-US" dirty="0"/>
              <a:t> w </a:t>
            </a:r>
            <a:r>
              <a:rPr lang="en-US" dirty="0" err="1"/>
              <a:t>formie</a:t>
            </a:r>
            <a:r>
              <a:rPr lang="en-US" dirty="0"/>
              <a:t> </a:t>
            </a:r>
            <a:r>
              <a:rPr lang="en-US" dirty="0" err="1"/>
              <a:t>webinarów</a:t>
            </a:r>
            <a:r>
              <a:rPr lang="en-US" dirty="0"/>
              <a:t> </a:t>
            </a:r>
            <a:r>
              <a:rPr lang="en-US" dirty="0" err="1"/>
              <a:t>skaluje</a:t>
            </a:r>
            <a:r>
              <a:rPr lang="en-US" dirty="0"/>
              <a:t> </a:t>
            </a:r>
            <a:r>
              <a:rPr lang="en-US" dirty="0" err="1"/>
              <a:t>się</a:t>
            </a:r>
            <a:r>
              <a:rPr lang="en-US" dirty="0"/>
              <a:t> </a:t>
            </a:r>
            <a:r>
              <a:rPr lang="en-US" dirty="0" err="1"/>
              <a:t>znacznie</a:t>
            </a:r>
            <a:r>
              <a:rPr lang="en-US" dirty="0"/>
              <a:t> </a:t>
            </a:r>
            <a:r>
              <a:rPr lang="en-US" dirty="0" err="1"/>
              <a:t>lepiej</a:t>
            </a:r>
            <a:r>
              <a:rPr lang="en-US" dirty="0"/>
              <a:t> </a:t>
            </a:r>
            <a:r>
              <a:rPr lang="en-US" dirty="0" err="1"/>
              <a:t>cyfrowo</a:t>
            </a:r>
            <a:r>
              <a:rPr lang="en-US" dirty="0"/>
              <a:t> </a:t>
            </a:r>
            <a:r>
              <a:rPr lang="en-US" dirty="0" err="1"/>
              <a:t>niż</a:t>
            </a:r>
            <a:r>
              <a:rPr lang="en-US" dirty="0"/>
              <a:t> </a:t>
            </a:r>
            <a:r>
              <a:rPr lang="en-US" dirty="0" err="1"/>
              <a:t>powtarzane</a:t>
            </a:r>
            <a:r>
              <a:rPr lang="en-US" dirty="0"/>
              <a:t> </a:t>
            </a:r>
            <a:r>
              <a:rPr lang="en-US" dirty="0" err="1"/>
              <a:t>wykłady</a:t>
            </a:r>
            <a:r>
              <a:rPr lang="en-US" dirty="0"/>
              <a:t> </a:t>
            </a:r>
            <a:r>
              <a:rPr lang="en-US" dirty="0" err="1"/>
              <a:t>stacjonarne</a:t>
            </a:r>
            <a:r>
              <a:rPr lang="en-US" dirty="0"/>
              <a:t>. </a:t>
            </a:r>
            <a:r>
              <a:rPr lang="en-US" dirty="0" err="1"/>
              <a:t>Profilaktyka</a:t>
            </a:r>
            <a:r>
              <a:rPr lang="en-US" dirty="0"/>
              <a:t> </a:t>
            </a:r>
            <a:r>
              <a:rPr lang="en-US" dirty="0" err="1"/>
              <a:t>wypalenia</a:t>
            </a:r>
            <a:r>
              <a:rPr lang="en-US" dirty="0"/>
              <a:t> </a:t>
            </a:r>
            <a:r>
              <a:rPr lang="en-US" dirty="0" err="1"/>
              <a:t>dotyczy</a:t>
            </a:r>
            <a:r>
              <a:rPr lang="en-US" dirty="0"/>
              <a:t> </a:t>
            </a:r>
            <a:r>
              <a:rPr lang="en-US" dirty="0" err="1"/>
              <a:t>i</a:t>
            </a:r>
            <a:r>
              <a:rPr lang="en-US" dirty="0"/>
              <a:t> </a:t>
            </a:r>
            <a:r>
              <a:rPr lang="en-US" dirty="0" err="1"/>
              <a:t>studentów</a:t>
            </a:r>
            <a:r>
              <a:rPr lang="en-US" dirty="0"/>
              <a:t>, </a:t>
            </a:r>
            <a:r>
              <a:rPr lang="en-US" dirty="0" err="1"/>
              <a:t>i</a:t>
            </a:r>
            <a:r>
              <a:rPr lang="en-US" dirty="0"/>
              <a:t> </a:t>
            </a:r>
            <a:r>
              <a:rPr lang="en-US" dirty="0" err="1"/>
              <a:t>pracowników</a:t>
            </a:r>
            <a:r>
              <a:rPr lang="en-US" dirty="0"/>
              <a:t> </a:t>
            </a:r>
            <a:r>
              <a:rPr lang="en-US" dirty="0" err="1"/>
              <a:t>naukowych</a:t>
            </a:r>
            <a:r>
              <a:rPr lang="en-US" dirty="0"/>
              <a:t>. </a:t>
            </a:r>
            <a:r>
              <a:rPr lang="en-US" dirty="0" err="1"/>
              <a:t>Interwencje</a:t>
            </a:r>
            <a:r>
              <a:rPr lang="en-US" dirty="0"/>
              <a:t> </a:t>
            </a:r>
            <a:r>
              <a:rPr lang="en-US" dirty="0" err="1"/>
              <a:t>grupowe</a:t>
            </a:r>
            <a:r>
              <a:rPr lang="en-US" dirty="0"/>
              <a:t> </a:t>
            </a:r>
            <a:r>
              <a:rPr lang="en-US" dirty="0" err="1"/>
              <a:t>mogą</a:t>
            </a:r>
            <a:r>
              <a:rPr lang="en-US" dirty="0"/>
              <a:t> </a:t>
            </a:r>
            <a:r>
              <a:rPr lang="en-US" dirty="0" err="1"/>
              <a:t>sięgać</a:t>
            </a:r>
            <a:r>
              <a:rPr lang="en-US" dirty="0"/>
              <a:t> </a:t>
            </a:r>
            <a:r>
              <a:rPr lang="en-US" dirty="0" err="1"/>
              <a:t>po</a:t>
            </a:r>
            <a:r>
              <a:rPr lang="en-US" dirty="0"/>
              <a:t> model </a:t>
            </a:r>
            <a:r>
              <a:rPr lang="en-US" dirty="0" err="1"/>
              <a:t>terapii</a:t>
            </a:r>
            <a:r>
              <a:rPr lang="en-US" dirty="0"/>
              <a:t> </a:t>
            </a:r>
            <a:r>
              <a:rPr lang="en-US" dirty="0" err="1"/>
              <a:t>grupowej</a:t>
            </a:r>
            <a:r>
              <a:rPr lang="en-US" dirty="0"/>
              <a:t> online. </a:t>
            </a:r>
            <a:r>
              <a:rPr lang="en-US" dirty="0" err="1"/>
              <a:t>Wsparcie</a:t>
            </a:r>
            <a:r>
              <a:rPr lang="en-US" dirty="0"/>
              <a:t> </a:t>
            </a:r>
            <a:r>
              <a:rPr lang="en-US" dirty="0" err="1"/>
              <a:t>pracowników</a:t>
            </a:r>
            <a:r>
              <a:rPr lang="en-US" dirty="0"/>
              <a:t> </a:t>
            </a:r>
            <a:r>
              <a:rPr lang="en-US" dirty="0" err="1"/>
              <a:t>przypomina</a:t>
            </a:r>
            <a:r>
              <a:rPr lang="en-US" dirty="0"/>
              <a:t>, </a:t>
            </a:r>
            <a:r>
              <a:rPr lang="en-US" dirty="0" err="1"/>
              <a:t>że</a:t>
            </a:r>
            <a:r>
              <a:rPr lang="en-US" dirty="0"/>
              <a:t> </a:t>
            </a:r>
            <a:r>
              <a:rPr lang="en-US" dirty="0" err="1"/>
              <a:t>instytucja</a:t>
            </a:r>
            <a:r>
              <a:rPr lang="en-US" dirty="0"/>
              <a:t> ma </a:t>
            </a:r>
            <a:r>
              <a:rPr lang="en-US" dirty="0" err="1"/>
              <a:t>odpowiedzialność</a:t>
            </a:r>
            <a:r>
              <a:rPr lang="en-US" dirty="0"/>
              <a:t> </a:t>
            </a:r>
            <a:r>
              <a:rPr lang="en-US" dirty="0" err="1"/>
              <a:t>nie</a:t>
            </a:r>
            <a:r>
              <a:rPr lang="en-US" dirty="0"/>
              <a:t> </a:t>
            </a:r>
            <a:r>
              <a:rPr lang="en-US" dirty="0" err="1"/>
              <a:t>tylko</a:t>
            </a:r>
            <a:r>
              <a:rPr lang="en-US" dirty="0"/>
              <a:t> </a:t>
            </a:r>
            <a:r>
              <a:rPr lang="en-US" dirty="0" err="1"/>
              <a:t>za</a:t>
            </a:r>
            <a:r>
              <a:rPr lang="en-US" dirty="0"/>
              <a:t> </a:t>
            </a:r>
            <a:r>
              <a:rPr lang="en-US" dirty="0" err="1"/>
              <a:t>studentów</a:t>
            </a:r>
            <a:r>
              <a:rPr lang="en-US" dirty="0"/>
              <a:t>, ale </a:t>
            </a:r>
            <a:r>
              <a:rPr lang="en-US" dirty="0" err="1"/>
              <a:t>i</a:t>
            </a:r>
            <a:r>
              <a:rPr lang="en-US" dirty="0"/>
              <a:t> </a:t>
            </a:r>
            <a:r>
              <a:rPr lang="en-US" dirty="0" err="1"/>
              <a:t>za</a:t>
            </a:r>
            <a:r>
              <a:rPr lang="en-US" dirty="0"/>
              <a:t> </a:t>
            </a:r>
            <a:r>
              <a:rPr lang="en-US" dirty="0" err="1"/>
              <a:t>własną</a:t>
            </a:r>
            <a:r>
              <a:rPr lang="en-US" dirty="0"/>
              <a:t> </a:t>
            </a:r>
            <a:r>
              <a:rPr lang="en-US" dirty="0" err="1"/>
              <a:t>kadrę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a:t>
            </a:r>
            <a:r>
              <a:rPr lang="en-US" dirty="0" err="1"/>
              <a:t>slajd</a:t>
            </a:r>
            <a:r>
              <a:rPr lang="en-US" dirty="0"/>
              <a:t> </a:t>
            </a:r>
            <a:r>
              <a:rPr lang="en-US" dirty="0" err="1"/>
              <a:t>przekłada</a:t>
            </a:r>
            <a:r>
              <a:rPr lang="en-US" dirty="0"/>
              <a:t> </a:t>
            </a:r>
            <a:r>
              <a:rPr lang="en-US" dirty="0" err="1"/>
              <a:t>barierę</a:t>
            </a:r>
            <a:r>
              <a:rPr lang="en-US" dirty="0"/>
              <a:t> z </a:t>
            </a:r>
            <a:r>
              <a:rPr lang="en-US" dirty="0" err="1"/>
              <a:t>poprzedniego</a:t>
            </a:r>
            <a:r>
              <a:rPr lang="en-US" dirty="0"/>
              <a:t> </a:t>
            </a:r>
            <a:r>
              <a:rPr lang="en-US" dirty="0" err="1"/>
              <a:t>slajdu</a:t>
            </a:r>
            <a:r>
              <a:rPr lang="en-US" dirty="0"/>
              <a:t> </a:t>
            </a:r>
            <a:r>
              <a:rPr lang="en-US" dirty="0" err="1"/>
              <a:t>na</a:t>
            </a:r>
            <a:r>
              <a:rPr lang="en-US" dirty="0"/>
              <a:t> </a:t>
            </a:r>
            <a:r>
              <a:rPr lang="en-US" dirty="0" err="1"/>
              <a:t>konkretny</a:t>
            </a:r>
            <a:r>
              <a:rPr lang="en-US" dirty="0"/>
              <a:t> </a:t>
            </a:r>
            <a:r>
              <a:rPr lang="en-US" dirty="0" err="1"/>
              <a:t>proces</a:t>
            </a:r>
            <a:r>
              <a:rPr lang="en-US" dirty="0"/>
              <a:t> </a:t>
            </a:r>
            <a:r>
              <a:rPr lang="en-US" dirty="0" err="1"/>
              <a:t>projektowania</a:t>
            </a:r>
            <a:r>
              <a:rPr lang="en-US" dirty="0"/>
              <a:t> </a:t>
            </a:r>
            <a:r>
              <a:rPr lang="en-US" dirty="0" err="1"/>
              <a:t>usługi</a:t>
            </a:r>
            <a:r>
              <a:rPr lang="en-US" dirty="0"/>
              <a:t> </a:t>
            </a:r>
            <a:r>
              <a:rPr lang="en-US" dirty="0" err="1"/>
              <a:t>instytucjonalnej</a:t>
            </a:r>
            <a:r>
              <a:rPr lang="en-US" dirty="0"/>
              <a:t>. </a:t>
            </a:r>
            <a:r>
              <a:rPr lang="en-US" dirty="0" err="1"/>
              <a:t>Ścieżka</a:t>
            </a:r>
            <a:r>
              <a:rPr lang="en-US" dirty="0"/>
              <a:t> </a:t>
            </a:r>
            <a:r>
              <a:rPr lang="en-US" dirty="0" err="1"/>
              <a:t>użytkownika</a:t>
            </a:r>
            <a:r>
              <a:rPr lang="en-US" dirty="0"/>
              <a:t> </a:t>
            </a:r>
            <a:r>
              <a:rPr lang="en-US" dirty="0" err="1"/>
              <a:t>pozwala</a:t>
            </a:r>
            <a:r>
              <a:rPr lang="en-US" dirty="0"/>
              <a:t> </a:t>
            </a:r>
            <a:r>
              <a:rPr lang="en-US" dirty="0" err="1"/>
              <a:t>zobaczyć</a:t>
            </a:r>
            <a:r>
              <a:rPr lang="en-US" dirty="0"/>
              <a:t> </a:t>
            </a:r>
            <a:r>
              <a:rPr lang="en-US" dirty="0" err="1"/>
              <a:t>cały</a:t>
            </a:r>
            <a:r>
              <a:rPr lang="en-US" dirty="0"/>
              <a:t> </a:t>
            </a:r>
            <a:r>
              <a:rPr lang="en-US" dirty="0" err="1"/>
              <a:t>proces</a:t>
            </a:r>
            <a:r>
              <a:rPr lang="en-US" dirty="0"/>
              <a:t> z </a:t>
            </a:r>
            <a:r>
              <a:rPr lang="en-US" dirty="0" err="1"/>
              <a:t>perspektywy</a:t>
            </a:r>
            <a:r>
              <a:rPr lang="en-US" dirty="0"/>
              <a:t> </a:t>
            </a:r>
            <a:r>
              <a:rPr lang="en-US" dirty="0" err="1"/>
              <a:t>osoby</a:t>
            </a:r>
            <a:r>
              <a:rPr lang="en-US" dirty="0"/>
              <a:t> </a:t>
            </a:r>
            <a:r>
              <a:rPr lang="en-US" dirty="0" err="1"/>
              <a:t>szukającej</a:t>
            </a:r>
            <a:r>
              <a:rPr lang="en-US" dirty="0"/>
              <a:t> </a:t>
            </a:r>
            <a:r>
              <a:rPr lang="en-US" dirty="0" err="1"/>
              <a:t>pomocy</a:t>
            </a:r>
            <a:r>
              <a:rPr lang="en-US" dirty="0"/>
              <a:t>. </a:t>
            </a:r>
            <a:r>
              <a:rPr lang="en-US" dirty="0" err="1"/>
              <a:t>Kwalifikacja</a:t>
            </a:r>
            <a:r>
              <a:rPr lang="en-US" dirty="0"/>
              <a:t> </a:t>
            </a:r>
            <a:r>
              <a:rPr lang="en-US" dirty="0" err="1"/>
              <a:t>i</a:t>
            </a:r>
            <a:r>
              <a:rPr lang="en-US" dirty="0"/>
              <a:t> triage </a:t>
            </a:r>
            <a:r>
              <a:rPr lang="en-US" dirty="0" err="1"/>
              <a:t>na</a:t>
            </a:r>
            <a:r>
              <a:rPr lang="en-US" dirty="0"/>
              <a:t> </a:t>
            </a:r>
            <a:r>
              <a:rPr lang="en-US" dirty="0" err="1"/>
              <a:t>wejściu</a:t>
            </a:r>
            <a:r>
              <a:rPr lang="en-US" dirty="0"/>
              <a:t> </a:t>
            </a:r>
            <a:r>
              <a:rPr lang="en-US" dirty="0" err="1"/>
              <a:t>decydują</a:t>
            </a:r>
            <a:r>
              <a:rPr lang="en-US" dirty="0"/>
              <a:t>, </a:t>
            </a:r>
            <a:r>
              <a:rPr lang="en-US" dirty="0" err="1"/>
              <a:t>kto</a:t>
            </a:r>
            <a:r>
              <a:rPr lang="en-US" dirty="0"/>
              <a:t> </a:t>
            </a:r>
            <a:r>
              <a:rPr lang="en-US" dirty="0" err="1"/>
              <a:t>czeka</a:t>
            </a:r>
            <a:r>
              <a:rPr lang="en-US" dirty="0"/>
              <a:t>, a </a:t>
            </a:r>
            <a:r>
              <a:rPr lang="en-US" dirty="0" err="1"/>
              <a:t>kto</a:t>
            </a:r>
            <a:r>
              <a:rPr lang="en-US" dirty="0"/>
              <a:t> wymaga </a:t>
            </a:r>
            <a:r>
              <a:rPr lang="en-US" dirty="0" err="1"/>
              <a:t>natychmiastowej</a:t>
            </a:r>
            <a:r>
              <a:rPr lang="en-US" dirty="0"/>
              <a:t> </a:t>
            </a:r>
            <a:r>
              <a:rPr lang="en-US" dirty="0" err="1"/>
              <a:t>reakcji</a:t>
            </a:r>
            <a:r>
              <a:rPr lang="en-US" dirty="0"/>
              <a:t> - to </a:t>
            </a:r>
            <a:r>
              <a:rPr lang="en-US" dirty="0" err="1"/>
              <a:t>miejsce</a:t>
            </a:r>
            <a:r>
              <a:rPr lang="en-US" dirty="0"/>
              <a:t>, </a:t>
            </a:r>
            <a:r>
              <a:rPr lang="en-US" dirty="0" err="1"/>
              <a:t>gdzie</a:t>
            </a:r>
            <a:r>
              <a:rPr lang="en-US" dirty="0"/>
              <a:t> </a:t>
            </a:r>
            <a:r>
              <a:rPr lang="en-US" dirty="0" err="1"/>
              <a:t>błędna</a:t>
            </a:r>
            <a:r>
              <a:rPr lang="en-US" dirty="0"/>
              <a:t> </a:t>
            </a:r>
            <a:r>
              <a:rPr lang="en-US" dirty="0" err="1"/>
              <a:t>decyzja</a:t>
            </a:r>
            <a:r>
              <a:rPr lang="en-US" dirty="0"/>
              <a:t> ma </a:t>
            </a:r>
            <a:r>
              <a:rPr lang="en-US" dirty="0" err="1"/>
              <a:t>poważne</a:t>
            </a:r>
            <a:r>
              <a:rPr lang="en-US" dirty="0"/>
              <a:t> </a:t>
            </a:r>
            <a:r>
              <a:rPr lang="en-US" dirty="0" err="1"/>
              <a:t>konsekwencje</a:t>
            </a:r>
            <a:r>
              <a:rPr lang="en-US" dirty="0"/>
              <a:t>. </a:t>
            </a:r>
            <a:r>
              <a:rPr lang="en-US" dirty="0" err="1"/>
              <a:t>Kolejki</a:t>
            </a:r>
            <a:r>
              <a:rPr lang="en-US" dirty="0"/>
              <a:t> </a:t>
            </a:r>
            <a:r>
              <a:rPr lang="en-US" dirty="0" err="1"/>
              <a:t>są</a:t>
            </a:r>
            <a:r>
              <a:rPr lang="en-US" dirty="0"/>
              <a:t> </a:t>
            </a:r>
            <a:r>
              <a:rPr lang="en-US" dirty="0" err="1"/>
              <a:t>nieuniknioną</a:t>
            </a:r>
            <a:r>
              <a:rPr lang="en-US" dirty="0"/>
              <a:t> </a:t>
            </a:r>
            <a:r>
              <a:rPr lang="en-US" dirty="0" err="1"/>
              <a:t>rzeczywistością</a:t>
            </a:r>
            <a:r>
              <a:rPr lang="en-US" dirty="0"/>
              <a:t> </a:t>
            </a:r>
            <a:r>
              <a:rPr lang="en-US" dirty="0" err="1"/>
              <a:t>przy</a:t>
            </a:r>
            <a:r>
              <a:rPr lang="en-US" dirty="0"/>
              <a:t> </a:t>
            </a:r>
            <a:r>
              <a:rPr lang="en-US" dirty="0" err="1"/>
              <a:t>ograniczonych</a:t>
            </a:r>
            <a:r>
              <a:rPr lang="en-US" dirty="0"/>
              <a:t> </a:t>
            </a:r>
            <a:r>
              <a:rPr lang="en-US" dirty="0" err="1"/>
              <a:t>zasobach</a:t>
            </a:r>
            <a:r>
              <a:rPr lang="en-US" dirty="0"/>
              <a:t>. </a:t>
            </a:r>
            <a:r>
              <a:rPr lang="en-US" dirty="0" err="1"/>
              <a:t>Dokumentacja</a:t>
            </a:r>
            <a:r>
              <a:rPr lang="en-US" dirty="0"/>
              <a:t> </a:t>
            </a:r>
            <a:r>
              <a:rPr lang="en-US" dirty="0" err="1"/>
              <a:t>i</a:t>
            </a:r>
            <a:r>
              <a:rPr lang="en-US" dirty="0"/>
              <a:t> </a:t>
            </a:r>
            <a:r>
              <a:rPr lang="en-US" dirty="0" err="1"/>
              <a:t>eskalacja</a:t>
            </a:r>
            <a:r>
              <a:rPr lang="en-US" dirty="0"/>
              <a:t> </a:t>
            </a:r>
            <a:r>
              <a:rPr lang="en-US" dirty="0" err="1"/>
              <a:t>kryzysu</a:t>
            </a:r>
            <a:r>
              <a:rPr lang="en-US" dirty="0"/>
              <a:t> </a:t>
            </a:r>
            <a:r>
              <a:rPr lang="en-US" dirty="0" err="1"/>
              <a:t>muszą</a:t>
            </a:r>
            <a:r>
              <a:rPr lang="en-US" dirty="0"/>
              <a:t> </a:t>
            </a:r>
            <a:r>
              <a:rPr lang="en-US" dirty="0" err="1"/>
              <a:t>być</a:t>
            </a:r>
            <a:r>
              <a:rPr lang="en-US" dirty="0"/>
              <a:t> </a:t>
            </a:r>
            <a:r>
              <a:rPr lang="en-US" dirty="0" err="1"/>
              <a:t>zintegrowane</a:t>
            </a:r>
            <a:r>
              <a:rPr lang="en-US" dirty="0"/>
              <a:t> z </a:t>
            </a:r>
            <a:r>
              <a:rPr lang="en-US" dirty="0" err="1"/>
              <a:t>resztą</a:t>
            </a:r>
            <a:r>
              <a:rPr lang="en-US" dirty="0"/>
              <a:t> </a:t>
            </a:r>
            <a:r>
              <a:rPr lang="en-US" dirty="0" err="1"/>
              <a:t>procesu</a:t>
            </a:r>
            <a:r>
              <a:rPr lang="en-US" dirty="0"/>
              <a:t>. </a:t>
            </a:r>
            <a:r>
              <a:rPr lang="en-US" dirty="0" err="1"/>
              <a:t>Ewaluacja</a:t>
            </a:r>
            <a:r>
              <a:rPr lang="en-US" dirty="0"/>
              <a:t> </a:t>
            </a:r>
            <a:r>
              <a:rPr lang="en-US" dirty="0" err="1"/>
              <a:t>usługi</a:t>
            </a:r>
            <a:r>
              <a:rPr lang="en-US" dirty="0"/>
              <a:t> </a:t>
            </a:r>
            <a:r>
              <a:rPr lang="en-US" dirty="0" err="1"/>
              <a:t>pozwala</a:t>
            </a:r>
            <a:r>
              <a:rPr lang="en-US" dirty="0"/>
              <a:t> </a:t>
            </a:r>
            <a:r>
              <a:rPr lang="en-US" dirty="0" err="1"/>
              <a:t>instytucji</a:t>
            </a:r>
            <a:r>
              <a:rPr lang="en-US" dirty="0"/>
              <a:t> </a:t>
            </a:r>
            <a:r>
              <a:rPr lang="en-US" dirty="0" err="1"/>
              <a:t>uczyć</a:t>
            </a:r>
            <a:r>
              <a:rPr lang="en-US" dirty="0"/>
              <a:t> </a:t>
            </a:r>
            <a:r>
              <a:rPr lang="en-US" dirty="0" err="1"/>
              <a:t>się</a:t>
            </a:r>
            <a:r>
              <a:rPr lang="en-US" dirty="0"/>
              <a:t> </a:t>
            </a:r>
            <a:r>
              <a:rPr lang="en-US" dirty="0" err="1"/>
              <a:t>i</a:t>
            </a:r>
            <a:r>
              <a:rPr lang="en-US" dirty="0"/>
              <a:t> </a:t>
            </a:r>
            <a:r>
              <a:rPr lang="en-US" dirty="0" err="1"/>
              <a:t>poprawiać</a:t>
            </a:r>
            <a:r>
              <a:rPr lang="en-US" dirty="0"/>
              <a:t> </a:t>
            </a:r>
            <a:r>
              <a:rPr lang="en-US" dirty="0" err="1"/>
              <a:t>proces</a:t>
            </a:r>
            <a:r>
              <a:rPr lang="en-US" dirty="0"/>
              <a:t> w </a:t>
            </a:r>
            <a:r>
              <a:rPr lang="en-US" dirty="0" err="1"/>
              <a:t>czasie</a:t>
            </a:r>
            <a:r>
              <a:rPr lang="en-US" dirty="0"/>
              <a:t>, a </a:t>
            </a:r>
            <a:r>
              <a:rPr lang="en-US" dirty="0" err="1"/>
              <a:t>jasno</a:t>
            </a:r>
            <a:r>
              <a:rPr lang="en-US" dirty="0"/>
              <a:t> </a:t>
            </a:r>
            <a:r>
              <a:rPr lang="en-US" dirty="0" err="1"/>
              <a:t>przypisana</a:t>
            </a:r>
            <a:r>
              <a:rPr lang="en-US" dirty="0"/>
              <a:t> </a:t>
            </a:r>
            <a:r>
              <a:rPr lang="en-US" dirty="0" err="1"/>
              <a:t>odpowiedzialność</a:t>
            </a:r>
            <a:r>
              <a:rPr lang="en-US" dirty="0"/>
              <a:t> </a:t>
            </a:r>
            <a:r>
              <a:rPr lang="en-US" dirty="0" err="1"/>
              <a:t>administratora</a:t>
            </a:r>
            <a:r>
              <a:rPr lang="en-US" dirty="0"/>
              <a:t> </a:t>
            </a:r>
            <a:r>
              <a:rPr lang="en-US" dirty="0" err="1"/>
              <a:t>zapewnia</a:t>
            </a:r>
            <a:r>
              <a:rPr lang="en-US" dirty="0"/>
              <a:t>, </a:t>
            </a:r>
            <a:r>
              <a:rPr lang="en-US" dirty="0" err="1"/>
              <a:t>że</a:t>
            </a:r>
            <a:r>
              <a:rPr lang="en-US" dirty="0"/>
              <a:t> </a:t>
            </a:r>
            <a:r>
              <a:rPr lang="en-US" dirty="0" err="1"/>
              <a:t>ktoś</a:t>
            </a:r>
            <a:r>
              <a:rPr lang="en-US" dirty="0"/>
              <a:t> </a:t>
            </a:r>
            <a:r>
              <a:rPr lang="en-US" dirty="0" err="1"/>
              <a:t>konkretny</a:t>
            </a:r>
            <a:r>
              <a:rPr lang="en-US" dirty="0"/>
              <a:t> </a:t>
            </a:r>
            <a:r>
              <a:rPr lang="en-US" dirty="0" err="1"/>
              <a:t>odpowiada</a:t>
            </a:r>
            <a:r>
              <a:rPr lang="en-US" dirty="0"/>
              <a:t> </a:t>
            </a:r>
            <a:r>
              <a:rPr lang="en-US" dirty="0" err="1"/>
              <a:t>za</a:t>
            </a:r>
            <a:r>
              <a:rPr lang="en-US" dirty="0"/>
              <a:t> </a:t>
            </a:r>
            <a:r>
              <a:rPr lang="en-US" dirty="0" err="1"/>
              <a:t>działanie</a:t>
            </a:r>
            <a:r>
              <a:rPr lang="en-US" dirty="0"/>
              <a:t> </a:t>
            </a:r>
            <a:r>
              <a:rPr lang="en-US" dirty="0" err="1"/>
              <a:t>infrastruktury</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Superwizja</a:t>
            </a:r>
            <a:r>
              <a:rPr lang="en-US" dirty="0"/>
              <a:t> wymaga </a:t>
            </a:r>
            <a:r>
              <a:rPr lang="en-US" dirty="0" err="1"/>
              <a:t>adaptacji</a:t>
            </a:r>
            <a:r>
              <a:rPr lang="en-US" dirty="0"/>
              <a:t> do </a:t>
            </a:r>
            <a:r>
              <a:rPr lang="en-US" dirty="0" err="1"/>
              <a:t>specyfiki</a:t>
            </a:r>
            <a:r>
              <a:rPr lang="en-US" dirty="0"/>
              <a:t> </a:t>
            </a:r>
            <a:r>
              <a:rPr lang="en-US" dirty="0" err="1"/>
              <a:t>pracy</a:t>
            </a:r>
            <a:r>
              <a:rPr lang="en-US" dirty="0"/>
              <a:t> </a:t>
            </a:r>
            <a:r>
              <a:rPr lang="en-US" dirty="0" err="1"/>
              <a:t>zdalnej</a:t>
            </a:r>
            <a:r>
              <a:rPr lang="en-US" dirty="0"/>
              <a:t>, a </a:t>
            </a:r>
            <a:r>
              <a:rPr lang="en-US" dirty="0" err="1"/>
              <a:t>nie</a:t>
            </a:r>
            <a:r>
              <a:rPr lang="en-US" dirty="0"/>
              <a:t> </a:t>
            </a:r>
            <a:r>
              <a:rPr lang="en-US" dirty="0" err="1"/>
              <a:t>zawsze</a:t>
            </a:r>
            <a:r>
              <a:rPr lang="en-US" dirty="0"/>
              <a:t> </a:t>
            </a:r>
            <a:r>
              <a:rPr lang="en-US" dirty="0" err="1"/>
              <a:t>otrzymuje</a:t>
            </a:r>
            <a:r>
              <a:rPr lang="en-US" dirty="0"/>
              <a:t> </a:t>
            </a:r>
            <a:r>
              <a:rPr lang="en-US" dirty="0" err="1"/>
              <a:t>tę</a:t>
            </a:r>
            <a:r>
              <a:rPr lang="en-US" dirty="0"/>
              <a:t> </a:t>
            </a:r>
            <a:r>
              <a:rPr lang="en-US" dirty="0" err="1"/>
              <a:t>adaptację</a:t>
            </a:r>
            <a:r>
              <a:rPr lang="en-US" dirty="0"/>
              <a:t> </a:t>
            </a:r>
            <a:r>
              <a:rPr lang="en-US" dirty="0" err="1"/>
              <a:t>automatycznie</a:t>
            </a:r>
            <a:r>
              <a:rPr lang="en-US" dirty="0"/>
              <a:t>. </a:t>
            </a:r>
            <a:r>
              <a:rPr lang="en-US" dirty="0" err="1"/>
              <a:t>Analiza</a:t>
            </a:r>
            <a:r>
              <a:rPr lang="en-US" dirty="0"/>
              <a:t> </a:t>
            </a:r>
            <a:r>
              <a:rPr lang="en-US" dirty="0" err="1"/>
              <a:t>przypadków</a:t>
            </a:r>
            <a:r>
              <a:rPr lang="en-US" dirty="0"/>
              <a:t> online ma </a:t>
            </a:r>
            <a:r>
              <a:rPr lang="en-US" dirty="0" err="1"/>
              <a:t>swoją</a:t>
            </a:r>
            <a:r>
              <a:rPr lang="en-US" dirty="0"/>
              <a:t> </a:t>
            </a:r>
            <a:r>
              <a:rPr lang="en-US" dirty="0" err="1"/>
              <a:t>specyfikę</a:t>
            </a:r>
            <a:r>
              <a:rPr lang="en-US" dirty="0"/>
              <a:t> - </a:t>
            </a:r>
            <a:r>
              <a:rPr lang="en-US" dirty="0" err="1"/>
              <a:t>materiał</a:t>
            </a:r>
            <a:r>
              <a:rPr lang="en-US" dirty="0"/>
              <a:t> z </a:t>
            </a:r>
            <a:r>
              <a:rPr lang="en-US" dirty="0" err="1"/>
              <a:t>sesji</a:t>
            </a:r>
            <a:r>
              <a:rPr lang="en-US" dirty="0"/>
              <a:t> </a:t>
            </a:r>
            <a:r>
              <a:rPr lang="en-US" dirty="0" err="1"/>
              <a:t>zdalnej</a:t>
            </a:r>
            <a:r>
              <a:rPr lang="en-US" dirty="0"/>
              <a:t> </a:t>
            </a:r>
            <a:r>
              <a:rPr lang="en-US" dirty="0" err="1"/>
              <a:t>niesie</a:t>
            </a:r>
            <a:r>
              <a:rPr lang="en-US" dirty="0"/>
              <a:t> </a:t>
            </a:r>
            <a:r>
              <a:rPr lang="en-US" dirty="0" err="1"/>
              <a:t>inne</a:t>
            </a:r>
            <a:r>
              <a:rPr lang="en-US" dirty="0"/>
              <a:t> </a:t>
            </a:r>
            <a:r>
              <a:rPr lang="en-US" dirty="0" err="1"/>
              <a:t>wyzwania</a:t>
            </a:r>
            <a:r>
              <a:rPr lang="en-US" dirty="0"/>
              <a:t> </a:t>
            </a:r>
            <a:r>
              <a:rPr lang="en-US" dirty="0" err="1"/>
              <a:t>interpretacyjne</a:t>
            </a:r>
            <a:r>
              <a:rPr lang="en-US" dirty="0"/>
              <a:t>. </a:t>
            </a:r>
            <a:r>
              <a:rPr lang="en-US" dirty="0" err="1"/>
              <a:t>Granice</a:t>
            </a:r>
            <a:r>
              <a:rPr lang="en-US" dirty="0"/>
              <a:t> </a:t>
            </a:r>
            <a:r>
              <a:rPr lang="en-US" dirty="0" err="1"/>
              <a:t>odpowiedzialności</a:t>
            </a:r>
            <a:r>
              <a:rPr lang="en-US" dirty="0"/>
              <a:t> </a:t>
            </a:r>
            <a:r>
              <a:rPr lang="en-US" dirty="0" err="1"/>
              <a:t>terapeuty</a:t>
            </a:r>
            <a:r>
              <a:rPr lang="en-US" dirty="0"/>
              <a:t> </a:t>
            </a:r>
            <a:r>
              <a:rPr lang="en-US" dirty="0" err="1"/>
              <a:t>pracującego</a:t>
            </a:r>
            <a:r>
              <a:rPr lang="en-US" dirty="0"/>
              <a:t> </a:t>
            </a:r>
            <a:r>
              <a:rPr lang="en-US" dirty="0" err="1"/>
              <a:t>zdalnie</a:t>
            </a:r>
            <a:r>
              <a:rPr lang="en-US" dirty="0"/>
              <a:t> </a:t>
            </a:r>
            <a:r>
              <a:rPr lang="en-US" dirty="0" err="1"/>
              <a:t>powinny</a:t>
            </a:r>
            <a:r>
              <a:rPr lang="en-US" dirty="0"/>
              <a:t> </a:t>
            </a:r>
            <a:r>
              <a:rPr lang="en-US" dirty="0" err="1"/>
              <a:t>być</a:t>
            </a:r>
            <a:r>
              <a:rPr lang="en-US" dirty="0"/>
              <a:t> </a:t>
            </a:r>
            <a:r>
              <a:rPr lang="en-US" dirty="0" err="1"/>
              <a:t>regularnie</a:t>
            </a:r>
            <a:r>
              <a:rPr lang="en-US" dirty="0"/>
              <a:t> </a:t>
            </a:r>
            <a:r>
              <a:rPr lang="en-US" dirty="0" err="1"/>
              <a:t>wyjaśniane</a:t>
            </a:r>
            <a:r>
              <a:rPr lang="en-US" dirty="0"/>
              <a:t> </a:t>
            </a:r>
            <a:r>
              <a:rPr lang="en-US" dirty="0" err="1"/>
              <a:t>i</a:t>
            </a:r>
            <a:r>
              <a:rPr lang="en-US" dirty="0"/>
              <a:t> </a:t>
            </a:r>
            <a:r>
              <a:rPr lang="en-US" dirty="0" err="1"/>
              <a:t>testowane</a:t>
            </a:r>
            <a:r>
              <a:rPr lang="en-US" dirty="0"/>
              <a:t> w </a:t>
            </a:r>
            <a:r>
              <a:rPr lang="en-US" dirty="0" err="1"/>
              <a:t>superwizji</a:t>
            </a:r>
            <a:r>
              <a:rPr lang="en-US" dirty="0"/>
              <a:t>. </a:t>
            </a:r>
            <a:r>
              <a:rPr lang="en-US" dirty="0" err="1"/>
              <a:t>Praca</a:t>
            </a:r>
            <a:r>
              <a:rPr lang="en-US" dirty="0"/>
              <a:t> z </a:t>
            </a:r>
            <a:r>
              <a:rPr lang="en-US" dirty="0" err="1"/>
              <a:t>kryzysem</a:t>
            </a:r>
            <a:r>
              <a:rPr lang="en-US" dirty="0"/>
              <a:t> w </a:t>
            </a:r>
            <a:r>
              <a:rPr lang="en-US" dirty="0" err="1"/>
              <a:t>superwizji</a:t>
            </a:r>
            <a:r>
              <a:rPr lang="en-US" dirty="0"/>
              <a:t> </a:t>
            </a:r>
            <a:r>
              <a:rPr lang="en-US" dirty="0" err="1"/>
              <a:t>obejmuje</a:t>
            </a:r>
            <a:r>
              <a:rPr lang="en-US" dirty="0"/>
              <a:t> </a:t>
            </a:r>
            <a:r>
              <a:rPr lang="en-US" dirty="0" err="1"/>
              <a:t>przegląd</a:t>
            </a:r>
            <a:r>
              <a:rPr lang="en-US" dirty="0"/>
              <a:t> </a:t>
            </a:r>
            <a:r>
              <a:rPr lang="en-US" dirty="0" err="1"/>
              <a:t>konkretnych</a:t>
            </a:r>
            <a:r>
              <a:rPr lang="en-US" dirty="0"/>
              <a:t> </a:t>
            </a:r>
            <a:r>
              <a:rPr lang="en-US" dirty="0" err="1"/>
              <a:t>decyzji</a:t>
            </a:r>
            <a:r>
              <a:rPr lang="en-US" dirty="0"/>
              <a:t> - </a:t>
            </a:r>
            <a:r>
              <a:rPr lang="en-US" dirty="0" err="1"/>
              <a:t>czy</a:t>
            </a:r>
            <a:r>
              <a:rPr lang="en-US" dirty="0"/>
              <a:t> </a:t>
            </a:r>
            <a:r>
              <a:rPr lang="en-US" dirty="0" err="1"/>
              <a:t>lokalizacja</a:t>
            </a:r>
            <a:r>
              <a:rPr lang="en-US" dirty="0"/>
              <a:t> </a:t>
            </a:r>
            <a:r>
              <a:rPr lang="en-US" dirty="0" err="1"/>
              <a:t>była</a:t>
            </a:r>
            <a:r>
              <a:rPr lang="en-US" dirty="0"/>
              <a:t> </a:t>
            </a:r>
            <a:r>
              <a:rPr lang="en-US" dirty="0" err="1"/>
              <a:t>ustalona</a:t>
            </a:r>
            <a:r>
              <a:rPr lang="en-US" dirty="0"/>
              <a:t>, </a:t>
            </a:r>
            <a:r>
              <a:rPr lang="en-US" dirty="0" err="1"/>
              <a:t>czy</a:t>
            </a:r>
            <a:r>
              <a:rPr lang="en-US" dirty="0"/>
              <a:t> </a:t>
            </a:r>
            <a:r>
              <a:rPr lang="en-US" dirty="0" err="1"/>
              <a:t>kontakt</a:t>
            </a:r>
            <a:r>
              <a:rPr lang="en-US" dirty="0"/>
              <a:t> </a:t>
            </a:r>
            <a:r>
              <a:rPr lang="en-US" dirty="0" err="1"/>
              <a:t>alarmowy</a:t>
            </a:r>
            <a:r>
              <a:rPr lang="en-US" dirty="0"/>
              <a:t> </a:t>
            </a:r>
            <a:r>
              <a:rPr lang="en-US" dirty="0" err="1"/>
              <a:t>zadziałał</a:t>
            </a:r>
            <a:r>
              <a:rPr lang="en-US" dirty="0"/>
              <a:t>. </a:t>
            </a:r>
            <a:r>
              <a:rPr lang="en-US" dirty="0" err="1"/>
              <a:t>Ocena</a:t>
            </a:r>
            <a:r>
              <a:rPr lang="en-US" dirty="0"/>
              <a:t> </a:t>
            </a:r>
            <a:r>
              <a:rPr lang="en-US" dirty="0" err="1"/>
              <a:t>narzędzi</a:t>
            </a:r>
            <a:r>
              <a:rPr lang="en-US" dirty="0"/>
              <a:t> </a:t>
            </a:r>
            <a:r>
              <a:rPr lang="en-US" dirty="0" err="1"/>
              <a:t>cyfrowych</a:t>
            </a:r>
            <a:r>
              <a:rPr lang="en-US" dirty="0"/>
              <a:t> jest </a:t>
            </a:r>
            <a:r>
              <a:rPr lang="en-US" dirty="0" err="1"/>
              <a:t>stosunkowo</a:t>
            </a:r>
            <a:r>
              <a:rPr lang="en-US" dirty="0"/>
              <a:t> </a:t>
            </a:r>
            <a:r>
              <a:rPr lang="en-US" dirty="0" err="1"/>
              <a:t>nowym</a:t>
            </a:r>
            <a:r>
              <a:rPr lang="en-US" dirty="0"/>
              <a:t> </a:t>
            </a:r>
            <a:r>
              <a:rPr lang="en-US" dirty="0" err="1"/>
              <a:t>elementem</a:t>
            </a:r>
            <a:r>
              <a:rPr lang="en-US" dirty="0"/>
              <a:t> </a:t>
            </a:r>
            <a:r>
              <a:rPr lang="en-US" dirty="0" err="1"/>
              <a:t>superwizji</a:t>
            </a:r>
            <a:r>
              <a:rPr lang="en-US" dirty="0"/>
              <a:t>. </a:t>
            </a:r>
            <a:r>
              <a:rPr lang="en-US" dirty="0" err="1"/>
              <a:t>Konsultacje</a:t>
            </a:r>
            <a:r>
              <a:rPr lang="en-US" dirty="0"/>
              <a:t> </a:t>
            </a:r>
            <a:r>
              <a:rPr lang="en-US" dirty="0" err="1"/>
              <a:t>techniczne</a:t>
            </a:r>
            <a:r>
              <a:rPr lang="en-US" dirty="0"/>
              <a:t> </a:t>
            </a:r>
            <a:r>
              <a:rPr lang="en-US" dirty="0" err="1"/>
              <a:t>odpowiadają</a:t>
            </a:r>
            <a:r>
              <a:rPr lang="en-US" dirty="0"/>
              <a:t> </a:t>
            </a:r>
            <a:r>
              <a:rPr lang="en-US" dirty="0" err="1"/>
              <a:t>na</a:t>
            </a:r>
            <a:r>
              <a:rPr lang="en-US" dirty="0"/>
              <a:t> </a:t>
            </a:r>
            <a:r>
              <a:rPr lang="en-US" dirty="0" err="1"/>
              <a:t>sytuacje</a:t>
            </a:r>
            <a:r>
              <a:rPr lang="en-US" dirty="0"/>
              <a:t>, </a:t>
            </a:r>
            <a:r>
              <a:rPr lang="en-US" dirty="0" err="1"/>
              <a:t>gdzie</a:t>
            </a:r>
            <a:r>
              <a:rPr lang="en-US" dirty="0"/>
              <a:t> problem </a:t>
            </a:r>
            <a:r>
              <a:rPr lang="en-US" dirty="0" err="1"/>
              <a:t>dotyczy</a:t>
            </a:r>
            <a:r>
              <a:rPr lang="en-US" dirty="0"/>
              <a:t> </a:t>
            </a:r>
            <a:r>
              <a:rPr lang="en-US" dirty="0" err="1"/>
              <a:t>interakcji</a:t>
            </a:r>
            <a:r>
              <a:rPr lang="en-US" dirty="0"/>
              <a:t> </a:t>
            </a:r>
            <a:r>
              <a:rPr lang="en-US" dirty="0" err="1"/>
              <a:t>między</a:t>
            </a:r>
            <a:r>
              <a:rPr lang="en-US" dirty="0"/>
              <a:t> </a:t>
            </a:r>
            <a:r>
              <a:rPr lang="en-US" dirty="0" err="1"/>
              <a:t>wymiarem</a:t>
            </a:r>
            <a:r>
              <a:rPr lang="en-US" dirty="0"/>
              <a:t> </a:t>
            </a:r>
            <a:r>
              <a:rPr lang="en-US" dirty="0" err="1"/>
              <a:t>klinicznym</a:t>
            </a:r>
            <a:r>
              <a:rPr lang="en-US" dirty="0"/>
              <a:t> </a:t>
            </a:r>
            <a:r>
              <a:rPr lang="en-US" dirty="0" err="1"/>
              <a:t>i</a:t>
            </a:r>
            <a:r>
              <a:rPr lang="en-US" dirty="0"/>
              <a:t> </a:t>
            </a:r>
            <a:r>
              <a:rPr lang="en-US" dirty="0" err="1"/>
              <a:t>technologicznym</a:t>
            </a:r>
            <a:r>
              <a:rPr lang="en-US" dirty="0"/>
              <a:t>. </a:t>
            </a:r>
            <a:r>
              <a:rPr lang="en-US" dirty="0" err="1"/>
              <a:t>Przeciwdziałanie</a:t>
            </a:r>
            <a:r>
              <a:rPr lang="en-US" dirty="0"/>
              <a:t> </a:t>
            </a:r>
            <a:r>
              <a:rPr lang="en-US" dirty="0" err="1"/>
              <a:t>izolacji</a:t>
            </a:r>
            <a:r>
              <a:rPr lang="en-US" dirty="0"/>
              <a:t> </a:t>
            </a:r>
            <a:r>
              <a:rPr lang="en-US" dirty="0" err="1"/>
              <a:t>zawodowej</a:t>
            </a:r>
            <a:r>
              <a:rPr lang="en-US" dirty="0"/>
              <a:t> jest </a:t>
            </a:r>
            <a:r>
              <a:rPr lang="en-US" dirty="0" err="1"/>
              <a:t>szczególnie</a:t>
            </a:r>
            <a:r>
              <a:rPr lang="en-US" dirty="0"/>
              <a:t> </a:t>
            </a:r>
            <a:r>
              <a:rPr lang="en-US" dirty="0" err="1"/>
              <a:t>istotne</a:t>
            </a:r>
            <a:r>
              <a:rPr lang="en-US" dirty="0"/>
              <a:t> </a:t>
            </a:r>
            <a:r>
              <a:rPr lang="en-US" dirty="0" err="1"/>
              <a:t>dla</a:t>
            </a:r>
            <a:r>
              <a:rPr lang="en-US" dirty="0"/>
              <a:t> </a:t>
            </a:r>
            <a:r>
              <a:rPr lang="en-US" dirty="0" err="1"/>
              <a:t>terapeutów</a:t>
            </a:r>
            <a:r>
              <a:rPr lang="en-US" dirty="0"/>
              <a:t> </a:t>
            </a:r>
            <a:r>
              <a:rPr lang="en-US" dirty="0" err="1"/>
              <a:t>pracujących</a:t>
            </a:r>
            <a:r>
              <a:rPr lang="en-US" dirty="0"/>
              <a:t> </a:t>
            </a:r>
            <a:r>
              <a:rPr lang="en-US" dirty="0" err="1"/>
              <a:t>głównie</a:t>
            </a:r>
            <a:r>
              <a:rPr lang="en-US" dirty="0"/>
              <a:t> </a:t>
            </a:r>
            <a:r>
              <a:rPr lang="en-US" dirty="0" err="1"/>
              <a:t>zdalnie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Ten slajd syntetyzuje profil kompetencyjny terapeuty pracującego cyfrowo. Kompetencje kliniczne pozostają fundamentalne i niezmiennie najważniejsze - żadna technologia nie zastąpi solidnej wiedzy klinicznej. Kompetencje komunikacyjne specyficzne dla środowiska cyfrowego nie były częścią klasycznego szkolenia. Kompetencje prawne stają się koniecznością. Kompetencje technologiczne nie oznaczają, że terapeuta musi być informatykiem, ale powinien sprawnie obsłużyć podstawowe narzędzia. Kompetencje pomiarowe łączą się z piątą częścią wykładu. Kompetencje kryzysowe obejmują cały protokół z drugiej części. Ostatnia, integrująca kompetencja - zdolność krytycznej oceny systemów cyfrowych - jest postawą zawodową, nie jednorazowo zdobytą wiedzą.</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VR i środowiska immersyjne są dziś jednym z bardziej obiecujących, choć wciąż niszowych w powszechnej praktyce, obszarów cyfrowej pomocy psychologicznej. Ekspozycja w kontrolowanym środowisku VR pozwala pracować z lękami i fobiami w sposób trudny, niebezpieczny albo niemożliwy do zrealizowania w realnym świecie. Środowiska immersyjne wspierające relaksację wykorzystują silniejsze poczucie obecności niż tradycyjne nagranie. Hierarchie ekspozycyjne łączą się z e-CBT. Pole zastosowań w bólu i rehabilitacji graniczy z psychologią zdrowia. Trening umiejętności społecznych może być szczególnie wartościowy dla osób, dla których realne sytuacje społeczne są nadmiernie obciążające. We wszystkich zastosowaniach kluczowe znaczenie ma kontrola bodźców i bezpieczeństwo uczestnika.</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Cyfrowe fenotypowanie jest jednym z bardziej technicznie zaawansowanych i jednocześnie etycznie delikatnych obszarów. Dane aktywne, takie jak ankiety i dzienniczki, są tym, czym klient świadomie się dzieli. Dane pasywne - wzorce snu, ruchu, sposobu interakcji ze smartfonem - są zbierane w tle, czasem bez pełnej świadomości użytkownika co do zakresu zbierania. Cyfrowe fenotypowanie łączy te dwa typy danych w próbie zbudowania profilu behawioralnego, który teoretycznie mógłby wspierać wczesne wykrywanie zmian stanu psychicznego. Chcę bardzo wyraźnie zaznaczyć dwa poważne ryzyka: nadinterpretacji - korelacja nie jest tym samym co trafny wniosek kliniczny - oraz naruszenia prywatności, bo dane pasywne mogą odkrywać znacznie więcej, niż użytkownik zamierzał ujawnić.</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Przegląd konkretnych zastosowań AI w e-terapii - opisowo, jako mapa tego, co jest dziś próbowane, nie jako gotowa, zwalidowana lista rekomendacji klinicznych. Triage wspomagany AI może pomóc we wstępnej ocenie priorytetu, choć ostateczna decyzja powinna pozostawać przy człowieku. Psychoedukacja korzysta z możliwości personalizowania materiałów. Przypomnienia dostrojone do wzorców aktywności mogą być skuteczniejsze niż sztywny harmonogram. Analiza nastroju ma charakter wspomagający, nie diagnostyczny - to dodatkowy sygnał do rozważenia przez terapeutę. Personalizacja materiałów i wspomaganie dokumentacji mogą odciążyć terapeutę z pracy administracyjnej. Symulacja rozmów jest stosunkowo nową, rozwijającą się aplikacją.</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Ten slajd jest koniecznym przeciwważeniem poprzedniego. Halucynacje są udokumentowaną właściwością dzisiejszych systemów AI - w psychoedukacji oznacza to ryzyko przekazania nieprawdziwej informacji z pełnym przekonaniem systemu. Fałszywa empatia jest subtelniejszym ryzykiem: zdanie brzmiące empatycznie może tworzyć złudne poczucie bycia zrozumianym. Bias jest szczególnie istotny w zdrowiu psychicznym, gdzie różne populacje mają różne wzorce wyrażania symptomów. Brak odpowiedzialności klinicznej jest fundamentalny - systemu AI nie można pociągnąć do odpowiedzialności jak licencjonowanego specjalistę. Ujawnienie danych jest realnym ryzykiem technicznym. Nadmierne zaufanie i brak walidacji zamykają listę - przypominając temat oceny jakości narzędzi cyfrowych.</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Być</a:t>
            </a:r>
            <a:r>
              <a:rPr lang="en-US" dirty="0"/>
              <a:t> </a:t>
            </a:r>
            <a:r>
              <a:rPr lang="en-US" dirty="0" err="1"/>
              <a:t>może</a:t>
            </a:r>
            <a:r>
              <a:rPr lang="en-US" dirty="0"/>
              <a:t> </a:t>
            </a:r>
            <a:r>
              <a:rPr lang="en-US" dirty="0" err="1"/>
              <a:t>najważniejsza</a:t>
            </a:r>
            <a:r>
              <a:rPr lang="en-US" dirty="0"/>
              <a:t> </a:t>
            </a:r>
            <a:r>
              <a:rPr lang="en-US" dirty="0" err="1"/>
              <a:t>zasada</a:t>
            </a:r>
            <a:r>
              <a:rPr lang="en-US" dirty="0"/>
              <a:t> </a:t>
            </a:r>
            <a:r>
              <a:rPr lang="en-US" dirty="0" err="1"/>
              <a:t>organizująca</a:t>
            </a:r>
            <a:r>
              <a:rPr lang="en-US" dirty="0"/>
              <a:t> </a:t>
            </a:r>
            <a:r>
              <a:rPr lang="en-US" dirty="0" err="1"/>
              <a:t>całą</a:t>
            </a:r>
            <a:r>
              <a:rPr lang="en-US" dirty="0"/>
              <a:t> </a:t>
            </a:r>
            <a:r>
              <a:rPr lang="en-US" dirty="0" err="1"/>
              <a:t>relację</a:t>
            </a:r>
            <a:r>
              <a:rPr lang="en-US" dirty="0"/>
              <a:t> </a:t>
            </a:r>
            <a:r>
              <a:rPr lang="en-US" dirty="0" err="1"/>
              <a:t>między</a:t>
            </a:r>
            <a:r>
              <a:rPr lang="en-US" dirty="0"/>
              <a:t> AI </a:t>
            </a:r>
            <a:r>
              <a:rPr lang="en-US" dirty="0" err="1"/>
              <a:t>i</a:t>
            </a:r>
            <a:r>
              <a:rPr lang="en-US" dirty="0"/>
              <a:t> </a:t>
            </a:r>
            <a:r>
              <a:rPr lang="en-US" dirty="0" err="1"/>
              <a:t>praktyką</a:t>
            </a:r>
            <a:r>
              <a:rPr lang="en-US" dirty="0"/>
              <a:t> </a:t>
            </a:r>
            <a:r>
              <a:rPr lang="en-US" dirty="0" err="1"/>
              <a:t>kliniczną</a:t>
            </a:r>
            <a:r>
              <a:rPr lang="en-US" dirty="0"/>
              <a:t>. AI </a:t>
            </a:r>
            <a:r>
              <a:rPr lang="en-US" dirty="0" err="1"/>
              <a:t>może</a:t>
            </a:r>
            <a:r>
              <a:rPr lang="en-US" dirty="0"/>
              <a:t> </a:t>
            </a:r>
            <a:r>
              <a:rPr lang="en-US" dirty="0" err="1"/>
              <a:t>realnie</a:t>
            </a:r>
            <a:r>
              <a:rPr lang="en-US" dirty="0"/>
              <a:t> </a:t>
            </a:r>
            <a:r>
              <a:rPr lang="en-US" dirty="0" err="1"/>
              <a:t>wspierać</a:t>
            </a:r>
            <a:r>
              <a:rPr lang="en-US" dirty="0"/>
              <a:t> </a:t>
            </a:r>
            <a:r>
              <a:rPr lang="en-US" dirty="0" err="1"/>
              <a:t>pracę</a:t>
            </a:r>
            <a:r>
              <a:rPr lang="en-US" dirty="0"/>
              <a:t> </a:t>
            </a:r>
            <a:r>
              <a:rPr lang="en-US" dirty="0" err="1"/>
              <a:t>kliniczną</a:t>
            </a:r>
            <a:r>
              <a:rPr lang="en-US" dirty="0"/>
              <a:t>: </a:t>
            </a:r>
            <a:r>
              <a:rPr lang="en-US" dirty="0" err="1"/>
              <a:t>pomagać</a:t>
            </a:r>
            <a:r>
              <a:rPr lang="en-US" dirty="0"/>
              <a:t> w </a:t>
            </a:r>
            <a:r>
              <a:rPr lang="en-US" dirty="0" err="1"/>
              <a:t>ocenie</a:t>
            </a:r>
            <a:r>
              <a:rPr lang="en-US" dirty="0"/>
              <a:t> </a:t>
            </a:r>
            <a:r>
              <a:rPr lang="en-US" dirty="0" err="1"/>
              <a:t>wstępnej</a:t>
            </a:r>
            <a:r>
              <a:rPr lang="en-US" dirty="0"/>
              <a:t>, </a:t>
            </a:r>
            <a:r>
              <a:rPr lang="en-US" dirty="0" err="1"/>
              <a:t>organizować</a:t>
            </a:r>
            <a:r>
              <a:rPr lang="en-US" dirty="0"/>
              <a:t> </a:t>
            </a:r>
            <a:r>
              <a:rPr lang="en-US" dirty="0" err="1"/>
              <a:t>dokumentację</a:t>
            </a:r>
            <a:r>
              <a:rPr lang="en-US" dirty="0"/>
              <a:t>, </a:t>
            </a:r>
            <a:r>
              <a:rPr lang="en-US" dirty="0" err="1"/>
              <a:t>generować</a:t>
            </a:r>
            <a:r>
              <a:rPr lang="en-US" dirty="0"/>
              <a:t> </a:t>
            </a:r>
            <a:r>
              <a:rPr lang="en-US" dirty="0" err="1"/>
              <a:t>szkice</a:t>
            </a:r>
            <a:r>
              <a:rPr lang="en-US" dirty="0"/>
              <a:t> </a:t>
            </a:r>
            <a:r>
              <a:rPr lang="en-US" dirty="0" err="1"/>
              <a:t>materiałów</a:t>
            </a:r>
            <a:r>
              <a:rPr lang="en-US" dirty="0"/>
              <a:t> do </a:t>
            </a:r>
            <a:r>
              <a:rPr lang="en-US" dirty="0" err="1"/>
              <a:t>dalszej</a:t>
            </a:r>
            <a:r>
              <a:rPr lang="en-US" dirty="0"/>
              <a:t> </a:t>
            </a:r>
            <a:r>
              <a:rPr lang="en-US" dirty="0" err="1"/>
              <a:t>weryfikacji</a:t>
            </a:r>
            <a:r>
              <a:rPr lang="en-US" dirty="0"/>
              <a:t>. </a:t>
            </a:r>
            <a:r>
              <a:rPr lang="en-US" dirty="0" err="1"/>
              <a:t>Czego</a:t>
            </a:r>
            <a:r>
              <a:rPr lang="en-US" dirty="0"/>
              <a:t> AI </a:t>
            </a:r>
            <a:r>
              <a:rPr lang="en-US" dirty="0" err="1"/>
              <a:t>nie</a:t>
            </a:r>
            <a:r>
              <a:rPr lang="en-US" dirty="0"/>
              <a:t> </a:t>
            </a:r>
            <a:r>
              <a:rPr lang="en-US" dirty="0" err="1"/>
              <a:t>powinna</a:t>
            </a:r>
            <a:r>
              <a:rPr lang="en-US" dirty="0"/>
              <a:t> </a:t>
            </a:r>
            <a:r>
              <a:rPr lang="en-US" dirty="0" err="1"/>
              <a:t>przejmować</a:t>
            </a:r>
            <a:r>
              <a:rPr lang="en-US" dirty="0"/>
              <a:t>, to </a:t>
            </a:r>
            <a:r>
              <a:rPr lang="en-US" dirty="0" err="1"/>
              <a:t>decyzji</a:t>
            </a:r>
            <a:r>
              <a:rPr lang="en-US" dirty="0"/>
              <a:t> </a:t>
            </a:r>
            <a:r>
              <a:rPr lang="en-US" dirty="0" err="1"/>
              <a:t>klinicznych</a:t>
            </a:r>
            <a:r>
              <a:rPr lang="en-US" dirty="0"/>
              <a:t> - </a:t>
            </a:r>
            <a:r>
              <a:rPr lang="en-US" dirty="0" err="1"/>
              <a:t>momentów</a:t>
            </a:r>
            <a:r>
              <a:rPr lang="en-US" dirty="0"/>
              <a:t>, w </a:t>
            </a:r>
            <a:r>
              <a:rPr lang="en-US" dirty="0" err="1"/>
              <a:t>których</a:t>
            </a:r>
            <a:r>
              <a:rPr lang="en-US" dirty="0"/>
              <a:t> </a:t>
            </a:r>
            <a:r>
              <a:rPr lang="en-US" dirty="0" err="1"/>
              <a:t>trzeba</a:t>
            </a:r>
            <a:r>
              <a:rPr lang="en-US" dirty="0"/>
              <a:t> </a:t>
            </a:r>
            <a:r>
              <a:rPr lang="en-US" dirty="0" err="1"/>
              <a:t>zdecydować</a:t>
            </a:r>
            <a:r>
              <a:rPr lang="en-US" dirty="0"/>
              <a:t>, co jest </a:t>
            </a:r>
            <a:r>
              <a:rPr lang="en-US" dirty="0" err="1"/>
              <a:t>najlepsze</a:t>
            </a:r>
            <a:r>
              <a:rPr lang="en-US" dirty="0"/>
              <a:t> </a:t>
            </a:r>
            <a:r>
              <a:rPr lang="en-US" dirty="0" err="1"/>
              <a:t>dla</a:t>
            </a:r>
            <a:r>
              <a:rPr lang="en-US" dirty="0"/>
              <a:t> </a:t>
            </a:r>
            <a:r>
              <a:rPr lang="en-US" dirty="0" err="1"/>
              <a:t>konkretnej</a:t>
            </a:r>
            <a:r>
              <a:rPr lang="en-US" dirty="0"/>
              <a:t> </a:t>
            </a:r>
            <a:r>
              <a:rPr lang="en-US" dirty="0" err="1"/>
              <a:t>osoby</a:t>
            </a:r>
            <a:r>
              <a:rPr lang="en-US" dirty="0"/>
              <a:t>, </a:t>
            </a:r>
            <a:r>
              <a:rPr lang="en-US" dirty="0" err="1"/>
              <a:t>biorąc</a:t>
            </a:r>
            <a:r>
              <a:rPr lang="en-US" dirty="0"/>
              <a:t> pod </a:t>
            </a:r>
            <a:r>
              <a:rPr lang="en-US" dirty="0" err="1"/>
              <a:t>uwagę</a:t>
            </a:r>
            <a:r>
              <a:rPr lang="en-US" dirty="0"/>
              <a:t> </a:t>
            </a:r>
            <a:r>
              <a:rPr lang="en-US" dirty="0" err="1"/>
              <a:t>cały</a:t>
            </a:r>
            <a:r>
              <a:rPr lang="en-US" dirty="0"/>
              <a:t> </a:t>
            </a:r>
            <a:r>
              <a:rPr lang="en-US" dirty="0" err="1"/>
              <a:t>kontekst</a:t>
            </a:r>
            <a:r>
              <a:rPr lang="en-US" dirty="0"/>
              <a:t>, </a:t>
            </a:r>
            <a:r>
              <a:rPr lang="en-US" dirty="0" err="1"/>
              <a:t>którego</a:t>
            </a:r>
            <a:r>
              <a:rPr lang="en-US" dirty="0"/>
              <a:t> </a:t>
            </a:r>
            <a:r>
              <a:rPr lang="en-US" dirty="0" err="1"/>
              <a:t>żaden</a:t>
            </a:r>
            <a:r>
              <a:rPr lang="en-US" dirty="0"/>
              <a:t> system </a:t>
            </a:r>
            <a:r>
              <a:rPr lang="en-US" dirty="0" err="1"/>
              <a:t>nie</a:t>
            </a:r>
            <a:r>
              <a:rPr lang="en-US" dirty="0"/>
              <a:t> ma </a:t>
            </a:r>
            <a:r>
              <a:rPr lang="en-US" dirty="0" err="1"/>
              <a:t>pełnego</a:t>
            </a:r>
            <a:r>
              <a:rPr lang="en-US" dirty="0"/>
              <a:t> </a:t>
            </a:r>
            <a:r>
              <a:rPr lang="en-US" dirty="0" err="1"/>
              <a:t>dostępu</a:t>
            </a:r>
            <a:r>
              <a:rPr lang="en-US" dirty="0"/>
              <a:t>. </a:t>
            </a:r>
            <a:r>
              <a:rPr lang="en-US" dirty="0" err="1"/>
              <a:t>Odpowiedzialność</a:t>
            </a:r>
            <a:r>
              <a:rPr lang="en-US" dirty="0"/>
              <a:t> </a:t>
            </a:r>
            <a:r>
              <a:rPr lang="en-US" dirty="0" err="1"/>
              <a:t>zawodowa</a:t>
            </a:r>
            <a:r>
              <a:rPr lang="en-US" dirty="0"/>
              <a:t> </a:t>
            </a:r>
            <a:r>
              <a:rPr lang="en-US" dirty="0" err="1"/>
              <a:t>i</a:t>
            </a:r>
            <a:r>
              <a:rPr lang="en-US" dirty="0"/>
              <a:t> </a:t>
            </a:r>
            <a:r>
              <a:rPr lang="en-US" dirty="0" err="1"/>
              <a:t>prawna</a:t>
            </a:r>
            <a:r>
              <a:rPr lang="en-US" dirty="0"/>
              <a:t> </a:t>
            </a:r>
            <a:r>
              <a:rPr lang="en-US" dirty="0" err="1"/>
              <a:t>nie</a:t>
            </a:r>
            <a:r>
              <a:rPr lang="en-US" dirty="0"/>
              <a:t> </a:t>
            </a:r>
            <a:r>
              <a:rPr lang="en-US" dirty="0" err="1"/>
              <a:t>przenosi</a:t>
            </a:r>
            <a:r>
              <a:rPr lang="en-US" dirty="0"/>
              <a:t> </a:t>
            </a:r>
            <a:r>
              <a:rPr lang="en-US" dirty="0" err="1"/>
              <a:t>się</a:t>
            </a:r>
            <a:r>
              <a:rPr lang="en-US" dirty="0"/>
              <a:t> </a:t>
            </a:r>
            <a:r>
              <a:rPr lang="en-US" dirty="0" err="1"/>
              <a:t>na</a:t>
            </a:r>
            <a:r>
              <a:rPr lang="en-US" dirty="0"/>
              <a:t> system, </a:t>
            </a:r>
            <a:r>
              <a:rPr lang="en-US" dirty="0" err="1"/>
              <a:t>niezależnie</a:t>
            </a:r>
            <a:r>
              <a:rPr lang="en-US" dirty="0"/>
              <a:t> od </a:t>
            </a:r>
            <a:r>
              <a:rPr lang="en-US" dirty="0" err="1"/>
              <a:t>tego</a:t>
            </a:r>
            <a:r>
              <a:rPr lang="en-US" dirty="0"/>
              <a:t>, </a:t>
            </a:r>
            <a:r>
              <a:rPr lang="en-US" dirty="0" err="1"/>
              <a:t>jak</a:t>
            </a:r>
            <a:r>
              <a:rPr lang="en-US" dirty="0"/>
              <a:t> </a:t>
            </a:r>
            <a:r>
              <a:rPr lang="en-US" dirty="0" err="1"/>
              <a:t>dużą</a:t>
            </a:r>
            <a:r>
              <a:rPr lang="en-US" dirty="0"/>
              <a:t> </a:t>
            </a:r>
            <a:r>
              <a:rPr lang="en-US" dirty="0" err="1"/>
              <a:t>rolę</a:t>
            </a:r>
            <a:r>
              <a:rPr lang="en-US" dirty="0"/>
              <a:t> </a:t>
            </a:r>
            <a:r>
              <a:rPr lang="en-US" dirty="0" err="1"/>
              <a:t>odegrał</a:t>
            </a:r>
            <a:r>
              <a:rPr lang="en-US" dirty="0"/>
              <a:t> w </a:t>
            </a:r>
            <a:r>
              <a:rPr lang="en-US" dirty="0" err="1"/>
              <a:t>procesie</a:t>
            </a:r>
            <a:r>
              <a:rPr lang="en-US" dirty="0"/>
              <a:t>. </a:t>
            </a:r>
            <a:r>
              <a:rPr lang="en-US" dirty="0" err="1"/>
              <a:t>Reakcja</a:t>
            </a:r>
            <a:r>
              <a:rPr lang="en-US" dirty="0"/>
              <a:t> </a:t>
            </a:r>
            <a:r>
              <a:rPr lang="en-US" dirty="0" err="1"/>
              <a:t>kryzysowa</a:t>
            </a:r>
            <a:r>
              <a:rPr lang="en-US" dirty="0"/>
              <a:t> wymaga </a:t>
            </a:r>
            <a:r>
              <a:rPr lang="en-US" dirty="0" err="1"/>
              <a:t>osądu</a:t>
            </a:r>
            <a:r>
              <a:rPr lang="en-US" dirty="0"/>
              <a:t> </a:t>
            </a:r>
            <a:r>
              <a:rPr lang="en-US" dirty="0" err="1"/>
              <a:t>klinicznego</a:t>
            </a:r>
            <a:r>
              <a:rPr lang="en-US" dirty="0"/>
              <a:t>, </a:t>
            </a:r>
            <a:r>
              <a:rPr lang="en-US" dirty="0" err="1"/>
              <a:t>wrażliwego</a:t>
            </a:r>
            <a:r>
              <a:rPr lang="en-US" dirty="0"/>
              <a:t> </a:t>
            </a:r>
            <a:r>
              <a:rPr lang="en-US" dirty="0" err="1"/>
              <a:t>na</a:t>
            </a:r>
            <a:r>
              <a:rPr lang="en-US" dirty="0"/>
              <a:t> </a:t>
            </a:r>
            <a:r>
              <a:rPr lang="en-US" dirty="0" err="1"/>
              <a:t>niuanse</a:t>
            </a:r>
            <a:r>
              <a:rPr lang="en-US" dirty="0"/>
              <a:t>, </a:t>
            </a:r>
            <a:r>
              <a:rPr lang="en-US" dirty="0" err="1"/>
              <a:t>nie</a:t>
            </a:r>
            <a:r>
              <a:rPr lang="en-US" dirty="0"/>
              <a:t> </a:t>
            </a:r>
            <a:r>
              <a:rPr lang="en-US" dirty="0" err="1"/>
              <a:t>automatycznej</a:t>
            </a:r>
            <a:r>
              <a:rPr lang="en-US" dirty="0"/>
              <a:t> </a:t>
            </a:r>
            <a:r>
              <a:rPr lang="en-US" dirty="0" err="1"/>
              <a:t>procedury</a:t>
            </a:r>
            <a:r>
              <a:rPr lang="en-US" dirty="0"/>
              <a:t>. Ta </a:t>
            </a:r>
            <a:r>
              <a:rPr lang="en-US" dirty="0" err="1"/>
              <a:t>zasada</a:t>
            </a:r>
            <a:r>
              <a:rPr lang="en-US" dirty="0"/>
              <a:t> </a:t>
            </a:r>
            <a:r>
              <a:rPr lang="en-US" dirty="0" err="1"/>
              <a:t>nie</a:t>
            </a:r>
            <a:r>
              <a:rPr lang="en-US" dirty="0"/>
              <a:t> jest </a:t>
            </a:r>
            <a:r>
              <a:rPr lang="en-US" dirty="0" err="1"/>
              <a:t>hamulcem</a:t>
            </a:r>
            <a:r>
              <a:rPr lang="en-US" dirty="0"/>
              <a:t> </a:t>
            </a:r>
            <a:r>
              <a:rPr lang="en-US" dirty="0" err="1"/>
              <a:t>dla</a:t>
            </a:r>
            <a:r>
              <a:rPr lang="en-US" dirty="0"/>
              <a:t> </a:t>
            </a:r>
            <a:r>
              <a:rPr lang="en-US" dirty="0" err="1"/>
              <a:t>rozwoju</a:t>
            </a:r>
            <a:r>
              <a:rPr lang="en-US" dirty="0"/>
              <a:t> </a:t>
            </a:r>
            <a:r>
              <a:rPr lang="en-US" dirty="0" err="1"/>
              <a:t>technologii</a:t>
            </a:r>
            <a:r>
              <a:rPr lang="en-US" dirty="0"/>
              <a:t> - jest </a:t>
            </a:r>
            <a:r>
              <a:rPr lang="en-US" dirty="0" err="1"/>
              <a:t>warunkiem</a:t>
            </a:r>
            <a:r>
              <a:rPr lang="en-US" dirty="0"/>
              <a:t> </a:t>
            </a:r>
            <a:r>
              <a:rPr lang="en-US" dirty="0" err="1"/>
              <a:t>korzystania</a:t>
            </a:r>
            <a:r>
              <a:rPr lang="en-US" dirty="0"/>
              <a:t> z </a:t>
            </a:r>
            <a:r>
              <a:rPr lang="en-US" dirty="0" err="1"/>
              <a:t>jej</a:t>
            </a:r>
            <a:r>
              <a:rPr lang="en-US" dirty="0"/>
              <a:t> </a:t>
            </a:r>
            <a:r>
              <a:rPr lang="en-US" dirty="0" err="1"/>
              <a:t>korzyści</a:t>
            </a:r>
            <a:r>
              <a:rPr lang="en-US" dirty="0"/>
              <a:t> bez </a:t>
            </a:r>
            <a:r>
              <a:rPr lang="en-US" dirty="0" err="1"/>
              <a:t>utraty</a:t>
            </a:r>
            <a:r>
              <a:rPr lang="en-US" dirty="0"/>
              <a:t> </a:t>
            </a:r>
            <a:r>
              <a:rPr lang="en-US" dirty="0" err="1"/>
              <a:t>tego</a:t>
            </a:r>
            <a:r>
              <a:rPr lang="en-US" dirty="0"/>
              <a:t>, co w </a:t>
            </a:r>
            <a:r>
              <a:rPr lang="en-US" dirty="0" err="1"/>
              <a:t>pomocy</a:t>
            </a:r>
            <a:r>
              <a:rPr lang="en-US" dirty="0"/>
              <a:t> </a:t>
            </a:r>
            <a:r>
              <a:rPr lang="en-US" dirty="0" err="1"/>
              <a:t>psychologicznej</a:t>
            </a:r>
            <a:r>
              <a:rPr lang="en-US" dirty="0"/>
              <a:t> jest </a:t>
            </a:r>
            <a:r>
              <a:rPr lang="en-US" dirty="0" err="1"/>
              <a:t>niezastępowalne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jest trzecie i ostatnie ćwiczenie warsztatowe w tym wykładzie, zaprojektowane jako synteza całego materiału - od pierwszej do szóstej części. Zadanie polega na zaprojektowaniu kompletnej usługi e-terapii dla wybranej, konkretnie określonej grupy odbiorców. Kluczowe jest, żeby grupa odbiorców była wystarczająco konkretna, by realnie wpływać na każdą kolejną decyzję projektową. Modalność, narzędzia, kontrakt i model kwalifikacji powinny wynikać z potrzeb tej konkretnej grupy, nie być kopiowane mechanicznie z wcześniejszych przykładów. Procedury bezpieczeństwa są obowiązkowym elementem niezależnie od tego, jak niskoryzykowna wydaje się grupa. Zasady wykorzystania AI zamykają zadanie, wymagając explicite zastosowania zasady człowieka w pętli decyzyjnej z poprzedniego slajdu.</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Zamykając</a:t>
            </a:r>
            <a:r>
              <a:rPr lang="en-US" dirty="0"/>
              <a:t> </a:t>
            </a:r>
            <a:r>
              <a:rPr lang="en-US" dirty="0" err="1"/>
              <a:t>wykład</a:t>
            </a:r>
            <a:r>
              <a:rPr lang="en-US" dirty="0"/>
              <a:t> </a:t>
            </a:r>
            <a:r>
              <a:rPr lang="en-US" dirty="0" err="1"/>
              <a:t>spojrzeniem</a:t>
            </a:r>
            <a:r>
              <a:rPr lang="en-US" dirty="0"/>
              <a:t> w </a:t>
            </a:r>
            <a:r>
              <a:rPr lang="en-US" dirty="0" err="1"/>
              <a:t>przyszłość</a:t>
            </a:r>
            <a:r>
              <a:rPr lang="en-US" dirty="0"/>
              <a:t>, </a:t>
            </a:r>
            <a:r>
              <a:rPr lang="en-US" dirty="0" err="1"/>
              <a:t>zachowujemy</a:t>
            </a:r>
            <a:r>
              <a:rPr lang="en-US" dirty="0"/>
              <a:t> ten </a:t>
            </a:r>
            <a:r>
              <a:rPr lang="en-US" dirty="0" err="1"/>
              <a:t>sam</a:t>
            </a:r>
            <a:r>
              <a:rPr lang="en-US" dirty="0"/>
              <a:t> ton - </a:t>
            </a:r>
            <a:r>
              <a:rPr lang="en-US" dirty="0" err="1"/>
              <a:t>ostrożnego</a:t>
            </a:r>
            <a:r>
              <a:rPr lang="en-US" dirty="0"/>
              <a:t>, </a:t>
            </a:r>
            <a:r>
              <a:rPr lang="en-US" dirty="0" err="1"/>
              <a:t>krytycznego</a:t>
            </a:r>
            <a:r>
              <a:rPr lang="en-US" dirty="0"/>
              <a:t> </a:t>
            </a:r>
            <a:r>
              <a:rPr lang="en-US" dirty="0" err="1"/>
              <a:t>zainteresowania</a:t>
            </a:r>
            <a:r>
              <a:rPr lang="en-US" dirty="0"/>
              <a:t>, </a:t>
            </a:r>
            <a:r>
              <a:rPr lang="en-US" dirty="0" err="1"/>
              <a:t>nie</a:t>
            </a:r>
            <a:r>
              <a:rPr lang="en-US" dirty="0"/>
              <a:t> </a:t>
            </a:r>
            <a:r>
              <a:rPr lang="en-US" dirty="0" err="1"/>
              <a:t>entuzjastycznej</a:t>
            </a:r>
            <a:r>
              <a:rPr lang="en-US" dirty="0"/>
              <a:t> </a:t>
            </a:r>
            <a:r>
              <a:rPr lang="en-US" dirty="0" err="1"/>
              <a:t>prognozy</a:t>
            </a:r>
            <a:r>
              <a:rPr lang="en-US" dirty="0"/>
              <a:t> </a:t>
            </a:r>
            <a:r>
              <a:rPr lang="en-US" dirty="0" err="1"/>
              <a:t>ani</a:t>
            </a:r>
            <a:r>
              <a:rPr lang="en-US" dirty="0"/>
              <a:t> </a:t>
            </a:r>
            <a:r>
              <a:rPr lang="en-US" dirty="0" err="1"/>
              <a:t>sceptycznego</a:t>
            </a:r>
            <a:r>
              <a:rPr lang="en-US" dirty="0"/>
              <a:t> </a:t>
            </a:r>
            <a:r>
              <a:rPr lang="en-US" dirty="0" err="1"/>
              <a:t>odrzucenia</a:t>
            </a:r>
            <a:r>
              <a:rPr lang="en-US" dirty="0"/>
              <a:t>. </a:t>
            </a:r>
            <a:r>
              <a:rPr lang="en-US" dirty="0" err="1"/>
              <a:t>Modele</a:t>
            </a:r>
            <a:r>
              <a:rPr lang="en-US" dirty="0"/>
              <a:t> </a:t>
            </a:r>
            <a:r>
              <a:rPr lang="en-US" dirty="0" err="1"/>
              <a:t>hybrydowe</a:t>
            </a:r>
            <a:r>
              <a:rPr lang="en-US" dirty="0"/>
              <a:t> </a:t>
            </a:r>
            <a:r>
              <a:rPr lang="en-US" dirty="0" err="1"/>
              <a:t>wydają</a:t>
            </a:r>
            <a:r>
              <a:rPr lang="en-US" dirty="0"/>
              <a:t> </a:t>
            </a:r>
            <a:r>
              <a:rPr lang="en-US" dirty="0" err="1"/>
              <a:t>się</a:t>
            </a:r>
            <a:r>
              <a:rPr lang="en-US" dirty="0"/>
              <a:t> </a:t>
            </a:r>
            <a:r>
              <a:rPr lang="en-US" dirty="0" err="1"/>
              <a:t>kierunkiem</a:t>
            </a:r>
            <a:r>
              <a:rPr lang="en-US" dirty="0"/>
              <a:t>, w </a:t>
            </a:r>
            <a:r>
              <a:rPr lang="en-US" dirty="0" err="1"/>
              <a:t>którym</a:t>
            </a:r>
            <a:r>
              <a:rPr lang="en-US" dirty="0"/>
              <a:t> </a:t>
            </a:r>
            <a:r>
              <a:rPr lang="en-US" dirty="0" err="1"/>
              <a:t>rozwija</a:t>
            </a:r>
            <a:r>
              <a:rPr lang="en-US" dirty="0"/>
              <a:t> </a:t>
            </a:r>
            <a:r>
              <a:rPr lang="en-US" dirty="0" err="1"/>
              <a:t>się</a:t>
            </a:r>
            <a:r>
              <a:rPr lang="en-US" dirty="0"/>
              <a:t> </a:t>
            </a:r>
            <a:r>
              <a:rPr lang="en-US" dirty="0" err="1"/>
              <a:t>większość</a:t>
            </a:r>
            <a:r>
              <a:rPr lang="en-US" dirty="0"/>
              <a:t> </a:t>
            </a:r>
            <a:r>
              <a:rPr lang="en-US" dirty="0" err="1"/>
              <a:t>praktyki</a:t>
            </a:r>
            <a:r>
              <a:rPr lang="en-US" dirty="0"/>
              <a:t>. </a:t>
            </a:r>
            <a:r>
              <a:rPr lang="en-US" dirty="0" err="1"/>
              <a:t>Terapia</a:t>
            </a:r>
            <a:r>
              <a:rPr lang="en-US" dirty="0"/>
              <a:t> </a:t>
            </a:r>
            <a:r>
              <a:rPr lang="en-US" dirty="0" err="1"/>
              <a:t>adaptacyjna</a:t>
            </a:r>
            <a:r>
              <a:rPr lang="en-US" dirty="0"/>
              <a:t>, </a:t>
            </a:r>
            <a:r>
              <a:rPr lang="en-US" dirty="0" err="1"/>
              <a:t>dynamicznie</a:t>
            </a:r>
            <a:r>
              <a:rPr lang="en-US" dirty="0"/>
              <a:t> </a:t>
            </a:r>
            <a:r>
              <a:rPr lang="en-US" dirty="0" err="1"/>
              <a:t>dostrojona</a:t>
            </a:r>
            <a:r>
              <a:rPr lang="en-US" dirty="0"/>
              <a:t> do </a:t>
            </a:r>
            <a:r>
              <a:rPr lang="en-US" dirty="0" err="1"/>
              <a:t>zmieniającego</a:t>
            </a:r>
            <a:r>
              <a:rPr lang="en-US" dirty="0"/>
              <a:t> </a:t>
            </a:r>
            <a:r>
              <a:rPr lang="en-US" dirty="0" err="1"/>
              <a:t>się</a:t>
            </a:r>
            <a:r>
              <a:rPr lang="en-US" dirty="0"/>
              <a:t> </a:t>
            </a:r>
            <a:r>
              <a:rPr lang="en-US" dirty="0" err="1"/>
              <a:t>stanu</a:t>
            </a:r>
            <a:r>
              <a:rPr lang="en-US" dirty="0"/>
              <a:t> </a:t>
            </a:r>
            <a:r>
              <a:rPr lang="en-US" dirty="0" err="1"/>
              <a:t>klienta</a:t>
            </a:r>
            <a:r>
              <a:rPr lang="en-US" dirty="0"/>
              <a:t>, jest </a:t>
            </a:r>
            <a:r>
              <a:rPr lang="en-US" dirty="0" err="1"/>
              <a:t>naturalnym</a:t>
            </a:r>
            <a:r>
              <a:rPr lang="en-US" dirty="0"/>
              <a:t> </a:t>
            </a:r>
            <a:r>
              <a:rPr lang="en-US" dirty="0" err="1"/>
              <a:t>rozwinięciem</a:t>
            </a:r>
            <a:r>
              <a:rPr lang="en-US" dirty="0"/>
              <a:t> </a:t>
            </a:r>
            <a:r>
              <a:rPr lang="en-US" dirty="0" err="1"/>
              <a:t>dzisiejszych</a:t>
            </a:r>
            <a:r>
              <a:rPr lang="en-US" dirty="0"/>
              <a:t> </a:t>
            </a:r>
            <a:r>
              <a:rPr lang="en-US" dirty="0" err="1"/>
              <a:t>praktyk</a:t>
            </a:r>
            <a:r>
              <a:rPr lang="en-US" dirty="0"/>
              <a:t> </a:t>
            </a:r>
            <a:r>
              <a:rPr lang="en-US" dirty="0" err="1"/>
              <a:t>monitorowania</a:t>
            </a:r>
            <a:r>
              <a:rPr lang="en-US" dirty="0"/>
              <a:t>. VR </a:t>
            </a:r>
            <a:r>
              <a:rPr lang="en-US" dirty="0" err="1"/>
              <a:t>i</a:t>
            </a:r>
            <a:r>
              <a:rPr lang="en-US" dirty="0"/>
              <a:t> AI </a:t>
            </a:r>
            <a:r>
              <a:rPr lang="en-US" dirty="0" err="1"/>
              <a:t>prawdopodobnie</a:t>
            </a:r>
            <a:r>
              <a:rPr lang="en-US" dirty="0"/>
              <a:t> </a:t>
            </a:r>
            <a:r>
              <a:rPr lang="en-US" dirty="0" err="1"/>
              <a:t>staną</a:t>
            </a:r>
            <a:r>
              <a:rPr lang="en-US" dirty="0"/>
              <a:t> </a:t>
            </a:r>
            <a:r>
              <a:rPr lang="en-US" dirty="0" err="1"/>
              <a:t>się</a:t>
            </a:r>
            <a:r>
              <a:rPr lang="en-US" dirty="0"/>
              <a:t> </a:t>
            </a:r>
            <a:r>
              <a:rPr lang="en-US" dirty="0" err="1"/>
              <a:t>coraz</a:t>
            </a:r>
            <a:r>
              <a:rPr lang="en-US" dirty="0"/>
              <a:t> </a:t>
            </a:r>
            <a:r>
              <a:rPr lang="en-US" dirty="0" err="1"/>
              <a:t>bardziej</a:t>
            </a:r>
            <a:r>
              <a:rPr lang="en-US" dirty="0"/>
              <a:t> </a:t>
            </a:r>
            <a:r>
              <a:rPr lang="en-US" dirty="0" err="1"/>
              <a:t>standardowym</a:t>
            </a:r>
            <a:r>
              <a:rPr lang="en-US" dirty="0"/>
              <a:t> </a:t>
            </a:r>
            <a:r>
              <a:rPr lang="en-US" dirty="0" err="1"/>
              <a:t>elementem</a:t>
            </a:r>
            <a:r>
              <a:rPr lang="en-US" dirty="0"/>
              <a:t> </a:t>
            </a:r>
            <a:r>
              <a:rPr lang="en-US" dirty="0" err="1"/>
              <a:t>praktyki</a:t>
            </a:r>
            <a:r>
              <a:rPr lang="en-US" dirty="0"/>
              <a:t>. </a:t>
            </a:r>
            <a:r>
              <a:rPr lang="en-US" dirty="0" err="1"/>
              <a:t>Chcę</a:t>
            </a:r>
            <a:r>
              <a:rPr lang="en-US" dirty="0"/>
              <a:t> </a:t>
            </a:r>
            <a:r>
              <a:rPr lang="en-US" dirty="0" err="1"/>
              <a:t>podkreślić</a:t>
            </a:r>
            <a:r>
              <a:rPr lang="en-US" dirty="0"/>
              <a:t> </a:t>
            </a:r>
            <a:r>
              <a:rPr lang="en-US" dirty="0" err="1"/>
              <a:t>równie</a:t>
            </a:r>
            <a:r>
              <a:rPr lang="en-US" dirty="0"/>
              <a:t> </a:t>
            </a:r>
            <a:r>
              <a:rPr lang="en-US" dirty="0" err="1"/>
              <a:t>ważny</a:t>
            </a:r>
            <a:r>
              <a:rPr lang="en-US" dirty="0"/>
              <a:t>, </a:t>
            </a:r>
            <a:r>
              <a:rPr lang="en-US" dirty="0" err="1"/>
              <a:t>równoległy</a:t>
            </a:r>
            <a:r>
              <a:rPr lang="en-US" dirty="0"/>
              <a:t> trend: </a:t>
            </a:r>
            <a:r>
              <a:rPr lang="en-US" dirty="0" err="1"/>
              <a:t>rosnące</a:t>
            </a:r>
            <a:r>
              <a:rPr lang="en-US" dirty="0"/>
              <a:t> </a:t>
            </a:r>
            <a:r>
              <a:rPr lang="en-US" dirty="0" err="1"/>
              <a:t>znaczenie</a:t>
            </a:r>
            <a:r>
              <a:rPr lang="en-US" dirty="0"/>
              <a:t> </a:t>
            </a:r>
            <a:r>
              <a:rPr lang="en-US" dirty="0" err="1"/>
              <a:t>audytowalności</a:t>
            </a:r>
            <a:r>
              <a:rPr lang="en-US" dirty="0"/>
              <a:t> </a:t>
            </a:r>
            <a:r>
              <a:rPr lang="en-US" dirty="0" err="1"/>
              <a:t>systemów</a:t>
            </a:r>
            <a:r>
              <a:rPr lang="en-US" dirty="0"/>
              <a:t>, </a:t>
            </a:r>
            <a:r>
              <a:rPr lang="en-US" dirty="0" err="1"/>
              <a:t>transparentności</a:t>
            </a:r>
            <a:r>
              <a:rPr lang="en-US" dirty="0"/>
              <a:t> </a:t>
            </a:r>
            <a:r>
              <a:rPr lang="en-US" dirty="0" err="1"/>
              <a:t>i</a:t>
            </a:r>
            <a:r>
              <a:rPr lang="en-US" dirty="0"/>
              <a:t> </a:t>
            </a:r>
            <a:r>
              <a:rPr lang="en-US" dirty="0" err="1"/>
              <a:t>ochrony</a:t>
            </a:r>
            <a:r>
              <a:rPr lang="en-US" dirty="0"/>
              <a:t> </a:t>
            </a:r>
            <a:r>
              <a:rPr lang="en-US" dirty="0" err="1"/>
              <a:t>autonomii</a:t>
            </a:r>
            <a:r>
              <a:rPr lang="en-US" dirty="0"/>
              <a:t> </a:t>
            </a:r>
            <a:r>
              <a:rPr lang="en-US" dirty="0" err="1"/>
              <a:t>pacjenta</a:t>
            </a:r>
            <a:r>
              <a:rPr lang="en-US" dirty="0"/>
              <a:t>. Rozwój </a:t>
            </a:r>
            <a:r>
              <a:rPr lang="en-US" dirty="0" err="1"/>
              <a:t>technologiczny</a:t>
            </a:r>
            <a:r>
              <a:rPr lang="en-US" dirty="0"/>
              <a:t> bez </a:t>
            </a:r>
            <a:r>
              <a:rPr lang="en-US" dirty="0" err="1"/>
              <a:t>równoległego</a:t>
            </a:r>
            <a:r>
              <a:rPr lang="en-US" dirty="0"/>
              <a:t> </a:t>
            </a:r>
            <a:r>
              <a:rPr lang="en-US" dirty="0" err="1"/>
              <a:t>rozwoju</a:t>
            </a:r>
            <a:r>
              <a:rPr lang="en-US" dirty="0"/>
              <a:t> ram </a:t>
            </a:r>
            <a:r>
              <a:rPr lang="en-US" dirty="0" err="1"/>
              <a:t>odpowiedzialności</a:t>
            </a:r>
            <a:r>
              <a:rPr lang="en-US" dirty="0"/>
              <a:t> </a:t>
            </a:r>
            <a:r>
              <a:rPr lang="en-US" dirty="0" err="1"/>
              <a:t>tworzy</a:t>
            </a:r>
            <a:r>
              <a:rPr lang="en-US" dirty="0"/>
              <a:t> </a:t>
            </a:r>
            <a:r>
              <a:rPr lang="en-US" dirty="0" err="1"/>
              <a:t>realne</a:t>
            </a:r>
            <a:r>
              <a:rPr lang="en-US" dirty="0"/>
              <a:t> </a:t>
            </a:r>
            <a:r>
              <a:rPr lang="en-US" dirty="0" err="1"/>
              <a:t>ryzyko</a:t>
            </a:r>
            <a:r>
              <a:rPr lang="en-US" dirty="0"/>
              <a:t> - </a:t>
            </a:r>
            <a:r>
              <a:rPr lang="en-US" dirty="0" err="1"/>
              <a:t>te</a:t>
            </a:r>
            <a:r>
              <a:rPr lang="en-US" dirty="0"/>
              <a:t> </a:t>
            </a:r>
            <a:r>
              <a:rPr lang="en-US" dirty="0" err="1"/>
              <a:t>dwa</a:t>
            </a:r>
            <a:r>
              <a:rPr lang="en-US" dirty="0"/>
              <a:t> </a:t>
            </a:r>
            <a:r>
              <a:rPr lang="en-US" dirty="0" err="1"/>
              <a:t>kierunki</a:t>
            </a:r>
            <a:r>
              <a:rPr lang="en-US" dirty="0"/>
              <a:t> </a:t>
            </a:r>
            <a:r>
              <a:rPr lang="en-US" dirty="0" err="1"/>
              <a:t>muszą</a:t>
            </a:r>
            <a:r>
              <a:rPr lang="en-US" dirty="0"/>
              <a:t> </a:t>
            </a:r>
            <a:r>
              <a:rPr lang="en-US" dirty="0" err="1"/>
              <a:t>postępować</a:t>
            </a:r>
            <a:r>
              <a:rPr lang="en-US" dirty="0"/>
              <a:t> </a:t>
            </a:r>
            <a:r>
              <a:rPr lang="en-US" dirty="0" err="1"/>
              <a:t>razem</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Dochodzimy</a:t>
            </a:r>
            <a:r>
              <a:rPr lang="en-US" dirty="0"/>
              <a:t> do </a:t>
            </a:r>
            <a:r>
              <a:rPr lang="en-US" dirty="0" err="1"/>
              <a:t>ostatniego</a:t>
            </a:r>
            <a:r>
              <a:rPr lang="en-US" dirty="0"/>
              <a:t> </a:t>
            </a:r>
            <a:r>
              <a:rPr lang="en-US" dirty="0" err="1"/>
              <a:t>slajdu</a:t>
            </a:r>
            <a:r>
              <a:rPr lang="en-US" dirty="0"/>
              <a:t> </a:t>
            </a:r>
            <a:r>
              <a:rPr lang="en-US" dirty="0" err="1"/>
              <a:t>tego</a:t>
            </a:r>
            <a:r>
              <a:rPr lang="en-US" dirty="0"/>
              <a:t> </a:t>
            </a:r>
            <a:r>
              <a:rPr lang="en-US" dirty="0" err="1"/>
              <a:t>wykładu</a:t>
            </a:r>
            <a:r>
              <a:rPr lang="en-US" dirty="0"/>
              <a:t>. E-</a:t>
            </a:r>
            <a:r>
              <a:rPr lang="en-US" dirty="0" err="1"/>
              <a:t>terapia</a:t>
            </a:r>
            <a:r>
              <a:rPr lang="en-US" dirty="0"/>
              <a:t> </a:t>
            </a:r>
            <a:r>
              <a:rPr lang="en-US" dirty="0" err="1"/>
              <a:t>realnie</a:t>
            </a:r>
            <a:r>
              <a:rPr lang="en-US" dirty="0"/>
              <a:t> </a:t>
            </a:r>
            <a:r>
              <a:rPr lang="en-US" dirty="0" err="1"/>
              <a:t>może</a:t>
            </a:r>
            <a:r>
              <a:rPr lang="en-US" dirty="0"/>
              <a:t> </a:t>
            </a:r>
            <a:r>
              <a:rPr lang="en-US" dirty="0" err="1"/>
              <a:t>zwiększać</a:t>
            </a:r>
            <a:r>
              <a:rPr lang="en-US" dirty="0"/>
              <a:t> </a:t>
            </a:r>
            <a:r>
              <a:rPr lang="en-US" dirty="0" err="1"/>
              <a:t>dostępność</a:t>
            </a:r>
            <a:r>
              <a:rPr lang="en-US" dirty="0"/>
              <a:t> </a:t>
            </a:r>
            <a:r>
              <a:rPr lang="en-US" dirty="0" err="1"/>
              <a:t>pomocy</a:t>
            </a:r>
            <a:r>
              <a:rPr lang="en-US" dirty="0"/>
              <a:t> </a:t>
            </a:r>
            <a:r>
              <a:rPr lang="en-US" dirty="0" err="1"/>
              <a:t>psychologicznej</a:t>
            </a:r>
            <a:r>
              <a:rPr lang="en-US" dirty="0"/>
              <a:t> - to </a:t>
            </a:r>
            <a:r>
              <a:rPr lang="en-US" dirty="0" err="1"/>
              <a:t>widzieliśmy</a:t>
            </a:r>
            <a:r>
              <a:rPr lang="en-US" dirty="0"/>
              <a:t> od </a:t>
            </a:r>
            <a:r>
              <a:rPr lang="en-US" dirty="0" err="1"/>
              <a:t>pierwszej</a:t>
            </a:r>
            <a:r>
              <a:rPr lang="en-US" dirty="0"/>
              <a:t> </a:t>
            </a:r>
            <a:r>
              <a:rPr lang="en-US" dirty="0" err="1"/>
              <a:t>części</a:t>
            </a:r>
            <a:r>
              <a:rPr lang="en-US" dirty="0"/>
              <a:t> </a:t>
            </a:r>
            <a:r>
              <a:rPr lang="en-US" dirty="0" err="1"/>
              <a:t>wykładu</a:t>
            </a:r>
            <a:r>
              <a:rPr lang="en-US" dirty="0"/>
              <a:t>. </a:t>
            </a:r>
            <a:r>
              <a:rPr lang="en-US" dirty="0" err="1"/>
              <a:t>Może</a:t>
            </a:r>
            <a:r>
              <a:rPr lang="en-US" dirty="0"/>
              <a:t> </a:t>
            </a:r>
            <a:r>
              <a:rPr lang="en-US" dirty="0" err="1"/>
              <a:t>też</a:t>
            </a:r>
            <a:r>
              <a:rPr lang="en-US" dirty="0"/>
              <a:t> </a:t>
            </a:r>
            <a:r>
              <a:rPr lang="en-US" dirty="0" err="1"/>
              <a:t>zwiększać</a:t>
            </a:r>
            <a:r>
              <a:rPr lang="en-US" dirty="0"/>
              <a:t> </a:t>
            </a:r>
            <a:r>
              <a:rPr lang="en-US" dirty="0" err="1"/>
              <a:t>skuteczność</a:t>
            </a:r>
            <a:r>
              <a:rPr lang="en-US" dirty="0"/>
              <a:t> </a:t>
            </a:r>
            <a:r>
              <a:rPr lang="en-US" dirty="0" err="1"/>
              <a:t>pomocy</a:t>
            </a:r>
            <a:r>
              <a:rPr lang="en-US" dirty="0"/>
              <a:t>, ale to wymaga </a:t>
            </a:r>
            <a:r>
              <a:rPr lang="en-US" dirty="0" err="1"/>
              <a:t>sześciu</a:t>
            </a:r>
            <a:r>
              <a:rPr lang="en-US" dirty="0"/>
              <a:t> </a:t>
            </a:r>
            <a:r>
              <a:rPr lang="en-US" dirty="0" err="1"/>
              <a:t>warunków</a:t>
            </a:r>
            <a:r>
              <a:rPr lang="en-US" dirty="0"/>
              <a:t>: </a:t>
            </a:r>
            <a:r>
              <a:rPr lang="en-US" dirty="0" err="1"/>
              <a:t>musi</a:t>
            </a:r>
            <a:r>
              <a:rPr lang="en-US" dirty="0"/>
              <a:t> </a:t>
            </a:r>
            <a:r>
              <a:rPr lang="en-US" dirty="0" err="1"/>
              <a:t>być</a:t>
            </a:r>
            <a:r>
              <a:rPr lang="en-US" dirty="0"/>
              <a:t> </a:t>
            </a:r>
            <a:r>
              <a:rPr lang="en-US" dirty="0" err="1"/>
              <a:t>klinicznie</a:t>
            </a:r>
            <a:r>
              <a:rPr lang="en-US" dirty="0"/>
              <a:t> </a:t>
            </a:r>
            <a:r>
              <a:rPr lang="en-US" dirty="0" err="1"/>
              <a:t>uzasadniona</a:t>
            </a:r>
            <a:r>
              <a:rPr lang="en-US" dirty="0"/>
              <a:t>, </a:t>
            </a:r>
            <a:r>
              <a:rPr lang="en-US" dirty="0" err="1"/>
              <a:t>wynikająca</a:t>
            </a:r>
            <a:r>
              <a:rPr lang="en-US" dirty="0"/>
              <a:t> z </a:t>
            </a:r>
            <a:r>
              <a:rPr lang="en-US" dirty="0" err="1"/>
              <a:t>modelu</a:t>
            </a:r>
            <a:r>
              <a:rPr lang="en-US" dirty="0"/>
              <a:t> </a:t>
            </a:r>
            <a:r>
              <a:rPr lang="en-US" dirty="0" err="1"/>
              <a:t>kwalifikacji</a:t>
            </a:r>
            <a:r>
              <a:rPr lang="en-US" dirty="0"/>
              <a:t>, </a:t>
            </a:r>
            <a:r>
              <a:rPr lang="en-US" dirty="0" err="1"/>
              <a:t>nie</a:t>
            </a:r>
            <a:r>
              <a:rPr lang="en-US" dirty="0"/>
              <a:t> z </a:t>
            </a:r>
            <a:r>
              <a:rPr lang="en-US" dirty="0" err="1"/>
              <a:t>dostępności</a:t>
            </a:r>
            <a:r>
              <a:rPr lang="en-US" dirty="0"/>
              <a:t> </a:t>
            </a:r>
            <a:r>
              <a:rPr lang="en-US" dirty="0" err="1"/>
              <a:t>technologii</a:t>
            </a:r>
            <a:r>
              <a:rPr lang="en-US" dirty="0"/>
              <a:t>; </a:t>
            </a:r>
            <a:r>
              <a:rPr lang="en-US" dirty="0" err="1"/>
              <a:t>bezpieczna</a:t>
            </a:r>
            <a:r>
              <a:rPr lang="en-US" dirty="0"/>
              <a:t>, </a:t>
            </a:r>
            <a:r>
              <a:rPr lang="en-US" dirty="0" err="1"/>
              <a:t>na</a:t>
            </a:r>
            <a:r>
              <a:rPr lang="en-US" dirty="0"/>
              <a:t> </a:t>
            </a:r>
            <a:r>
              <a:rPr lang="en-US" dirty="0" err="1"/>
              <a:t>poziomie</a:t>
            </a:r>
            <a:r>
              <a:rPr lang="en-US" dirty="0"/>
              <a:t> </a:t>
            </a:r>
            <a:r>
              <a:rPr lang="en-US" dirty="0" err="1"/>
              <a:t>technicznym</a:t>
            </a:r>
            <a:r>
              <a:rPr lang="en-US" dirty="0"/>
              <a:t> </a:t>
            </a:r>
            <a:r>
              <a:rPr lang="en-US" dirty="0" err="1"/>
              <a:t>i</a:t>
            </a:r>
            <a:r>
              <a:rPr lang="en-US" dirty="0"/>
              <a:t> </a:t>
            </a:r>
            <a:r>
              <a:rPr lang="en-US" dirty="0" err="1"/>
              <a:t>klinicznym</a:t>
            </a:r>
            <a:r>
              <a:rPr lang="en-US" dirty="0"/>
              <a:t>; </a:t>
            </a:r>
            <a:r>
              <a:rPr lang="en-US" dirty="0" err="1"/>
              <a:t>etyczna</a:t>
            </a:r>
            <a:r>
              <a:rPr lang="en-US" dirty="0"/>
              <a:t> - z </a:t>
            </a:r>
            <a:r>
              <a:rPr lang="en-US" dirty="0" err="1"/>
              <a:t>zachowaną</a:t>
            </a:r>
            <a:r>
              <a:rPr lang="en-US" dirty="0"/>
              <a:t> </a:t>
            </a:r>
            <a:r>
              <a:rPr lang="en-US" dirty="0" err="1"/>
              <a:t>poufnością</a:t>
            </a:r>
            <a:r>
              <a:rPr lang="en-US" dirty="0"/>
              <a:t>, </a:t>
            </a:r>
            <a:r>
              <a:rPr lang="en-US" dirty="0" err="1"/>
              <a:t>świadomą</a:t>
            </a:r>
            <a:r>
              <a:rPr lang="en-US" dirty="0"/>
              <a:t> </a:t>
            </a:r>
            <a:r>
              <a:rPr lang="en-US" dirty="0" err="1"/>
              <a:t>zgodą</a:t>
            </a:r>
            <a:r>
              <a:rPr lang="en-US" dirty="0"/>
              <a:t>, </a:t>
            </a:r>
            <a:r>
              <a:rPr lang="en-US" dirty="0" err="1"/>
              <a:t>jasnymi</a:t>
            </a:r>
            <a:r>
              <a:rPr lang="en-US" dirty="0"/>
              <a:t> </a:t>
            </a:r>
            <a:r>
              <a:rPr lang="en-US" dirty="0" err="1"/>
              <a:t>granicami</a:t>
            </a:r>
            <a:r>
              <a:rPr lang="en-US" dirty="0"/>
              <a:t> </a:t>
            </a:r>
            <a:r>
              <a:rPr lang="en-US" dirty="0" err="1"/>
              <a:t>odpowiedzialności</a:t>
            </a:r>
            <a:r>
              <a:rPr lang="en-US" dirty="0"/>
              <a:t>; </a:t>
            </a:r>
            <a:r>
              <a:rPr lang="en-US" dirty="0" err="1"/>
              <a:t>mierzalna</a:t>
            </a:r>
            <a:r>
              <a:rPr lang="en-US" dirty="0"/>
              <a:t> - z </a:t>
            </a:r>
            <a:r>
              <a:rPr lang="en-US" dirty="0" err="1"/>
              <a:t>systematycznym</a:t>
            </a:r>
            <a:r>
              <a:rPr lang="en-US" dirty="0"/>
              <a:t> </a:t>
            </a:r>
            <a:r>
              <a:rPr lang="en-US" dirty="0" err="1"/>
              <a:t>pomiarem</a:t>
            </a:r>
            <a:r>
              <a:rPr lang="en-US" dirty="0"/>
              <a:t> </a:t>
            </a:r>
            <a:r>
              <a:rPr lang="en-US" dirty="0" err="1"/>
              <a:t>efektów</a:t>
            </a:r>
            <a:r>
              <a:rPr lang="en-US" dirty="0"/>
              <a:t>; </a:t>
            </a:r>
            <a:r>
              <a:rPr lang="en-US" dirty="0" err="1"/>
              <a:t>udokumentowana</a:t>
            </a:r>
            <a:r>
              <a:rPr lang="en-US" dirty="0"/>
              <a:t> - z </a:t>
            </a:r>
            <a:r>
              <a:rPr lang="en-US" dirty="0" err="1"/>
              <a:t>pełnym</a:t>
            </a:r>
            <a:r>
              <a:rPr lang="en-US" dirty="0"/>
              <a:t> </a:t>
            </a:r>
            <a:r>
              <a:rPr lang="en-US" dirty="0" err="1"/>
              <a:t>śladem</a:t>
            </a:r>
            <a:r>
              <a:rPr lang="en-US" dirty="0"/>
              <a:t> </a:t>
            </a:r>
            <a:r>
              <a:rPr lang="en-US" dirty="0" err="1"/>
              <a:t>decyzji</a:t>
            </a:r>
            <a:r>
              <a:rPr lang="en-US" dirty="0"/>
              <a:t> </a:t>
            </a:r>
            <a:r>
              <a:rPr lang="en-US" dirty="0" err="1"/>
              <a:t>klinicznych</a:t>
            </a:r>
            <a:r>
              <a:rPr lang="en-US" dirty="0"/>
              <a:t>. </a:t>
            </a:r>
            <a:r>
              <a:rPr lang="en-US" dirty="0" err="1"/>
              <a:t>Wszystkie</a:t>
            </a:r>
            <a:r>
              <a:rPr lang="en-US" dirty="0"/>
              <a:t> </a:t>
            </a:r>
            <a:r>
              <a:rPr lang="en-US" dirty="0" err="1"/>
              <a:t>te</a:t>
            </a:r>
            <a:r>
              <a:rPr lang="en-US" dirty="0"/>
              <a:t> </a:t>
            </a:r>
            <a:r>
              <a:rPr lang="en-US" dirty="0" err="1"/>
              <a:t>warunki</a:t>
            </a:r>
            <a:r>
              <a:rPr lang="en-US" dirty="0"/>
              <a:t> </a:t>
            </a:r>
            <a:r>
              <a:rPr lang="en-US" dirty="0" err="1"/>
              <a:t>spoczywają</a:t>
            </a:r>
            <a:r>
              <a:rPr lang="en-US" dirty="0"/>
              <a:t> </a:t>
            </a:r>
            <a:r>
              <a:rPr lang="en-US" dirty="0" err="1"/>
              <a:t>na</a:t>
            </a:r>
            <a:r>
              <a:rPr lang="en-US" dirty="0"/>
              <a:t> </a:t>
            </a:r>
            <a:r>
              <a:rPr lang="en-US" dirty="0" err="1"/>
              <a:t>fundamencie</a:t>
            </a:r>
            <a:r>
              <a:rPr lang="en-US" dirty="0"/>
              <a:t> </a:t>
            </a:r>
            <a:r>
              <a:rPr lang="en-US" dirty="0" err="1"/>
              <a:t>ostatniego</a:t>
            </a:r>
            <a:r>
              <a:rPr lang="en-US" dirty="0"/>
              <a:t>, </a:t>
            </a:r>
            <a:r>
              <a:rPr lang="en-US" dirty="0" err="1"/>
              <a:t>najważniejszego</a:t>
            </a:r>
            <a:r>
              <a:rPr lang="en-US" dirty="0"/>
              <a:t>: </a:t>
            </a:r>
            <a:r>
              <a:rPr lang="en-US" dirty="0" err="1"/>
              <a:t>muszą</a:t>
            </a:r>
            <a:r>
              <a:rPr lang="en-US" dirty="0"/>
              <a:t> </a:t>
            </a:r>
            <a:r>
              <a:rPr lang="en-US" dirty="0" err="1"/>
              <a:t>być</a:t>
            </a:r>
            <a:r>
              <a:rPr lang="en-US" dirty="0"/>
              <a:t> </a:t>
            </a:r>
            <a:r>
              <a:rPr lang="en-US" dirty="0" err="1"/>
              <a:t>prowadzone</a:t>
            </a:r>
            <a:r>
              <a:rPr lang="en-US" dirty="0"/>
              <a:t> </a:t>
            </a:r>
            <a:r>
              <a:rPr lang="en-US" dirty="0" err="1"/>
              <a:t>przez</a:t>
            </a:r>
            <a:r>
              <a:rPr lang="en-US" dirty="0"/>
              <a:t> </a:t>
            </a:r>
            <a:r>
              <a:rPr lang="en-US" dirty="0" err="1"/>
              <a:t>kompetentnego</a:t>
            </a:r>
            <a:r>
              <a:rPr lang="en-US" dirty="0"/>
              <a:t> </a:t>
            </a:r>
            <a:r>
              <a:rPr lang="en-US" dirty="0" err="1"/>
              <a:t>specjalistę</a:t>
            </a:r>
            <a:r>
              <a:rPr lang="en-US" dirty="0"/>
              <a:t>, </a:t>
            </a:r>
            <a:r>
              <a:rPr lang="en-US" dirty="0" err="1"/>
              <a:t>który</a:t>
            </a:r>
            <a:r>
              <a:rPr lang="en-US" dirty="0"/>
              <a:t> </a:t>
            </a:r>
            <a:r>
              <a:rPr lang="en-US" dirty="0" err="1"/>
              <a:t>rozumie</a:t>
            </a:r>
            <a:r>
              <a:rPr lang="en-US" dirty="0"/>
              <a:t> </a:t>
            </a:r>
            <a:r>
              <a:rPr lang="en-US" dirty="0" err="1"/>
              <a:t>i</a:t>
            </a:r>
            <a:r>
              <a:rPr lang="en-US" dirty="0"/>
              <a:t> </a:t>
            </a:r>
            <a:r>
              <a:rPr lang="en-US" dirty="0" err="1"/>
              <a:t>klinikę</a:t>
            </a:r>
            <a:r>
              <a:rPr lang="en-US" dirty="0"/>
              <a:t>, </a:t>
            </a:r>
            <a:r>
              <a:rPr lang="en-US" dirty="0" err="1"/>
              <a:t>i</a:t>
            </a:r>
            <a:r>
              <a:rPr lang="en-US" dirty="0"/>
              <a:t> </a:t>
            </a:r>
            <a:r>
              <a:rPr lang="en-US" dirty="0" err="1"/>
              <a:t>technologię</a:t>
            </a:r>
            <a:r>
              <a:rPr lang="en-US" dirty="0"/>
              <a:t>. </a:t>
            </a:r>
            <a:r>
              <a:rPr lang="en-US" dirty="0" err="1"/>
              <a:t>Żadna</a:t>
            </a:r>
            <a:r>
              <a:rPr lang="en-US" dirty="0"/>
              <a:t> </a:t>
            </a:r>
            <a:r>
              <a:rPr lang="en-US" dirty="0" err="1"/>
              <a:t>technologia</a:t>
            </a:r>
            <a:r>
              <a:rPr lang="en-US" dirty="0"/>
              <a:t>, </a:t>
            </a:r>
            <a:r>
              <a:rPr lang="en-US" dirty="0" err="1"/>
              <a:t>obecna</a:t>
            </a:r>
            <a:r>
              <a:rPr lang="en-US" dirty="0"/>
              <a:t> </a:t>
            </a:r>
            <a:r>
              <a:rPr lang="en-US" dirty="0" err="1"/>
              <a:t>czy</a:t>
            </a:r>
            <a:r>
              <a:rPr lang="en-US" dirty="0"/>
              <a:t> </a:t>
            </a:r>
            <a:r>
              <a:rPr lang="en-US" dirty="0" err="1"/>
              <a:t>przyszła</a:t>
            </a:r>
            <a:r>
              <a:rPr lang="en-US" dirty="0"/>
              <a:t>, </a:t>
            </a:r>
            <a:r>
              <a:rPr lang="en-US" dirty="0" err="1"/>
              <a:t>nie</a:t>
            </a:r>
            <a:r>
              <a:rPr lang="en-US" dirty="0"/>
              <a:t> </a:t>
            </a:r>
            <a:r>
              <a:rPr lang="en-US" dirty="0" err="1"/>
              <a:t>zastąpi</a:t>
            </a:r>
            <a:r>
              <a:rPr lang="en-US" dirty="0"/>
              <a:t> </a:t>
            </a:r>
            <a:r>
              <a:rPr lang="en-US" dirty="0" err="1"/>
              <a:t>tej</a:t>
            </a:r>
            <a:r>
              <a:rPr lang="en-US" dirty="0"/>
              <a:t> </a:t>
            </a:r>
            <a:r>
              <a:rPr lang="en-US" dirty="0" err="1"/>
              <a:t>odpowiedzialności</a:t>
            </a:r>
            <a:r>
              <a:rPr lang="en-US" dirty="0"/>
              <a:t> - </a:t>
            </a:r>
            <a:r>
              <a:rPr lang="en-US" dirty="0" err="1"/>
              <a:t>może</a:t>
            </a:r>
            <a:r>
              <a:rPr lang="en-US" dirty="0"/>
              <a:t> </a:t>
            </a:r>
            <a:r>
              <a:rPr lang="en-US" dirty="0" err="1"/>
              <a:t>ją</a:t>
            </a:r>
            <a:r>
              <a:rPr lang="en-US" dirty="0"/>
              <a:t> </a:t>
            </a:r>
            <a:r>
              <a:rPr lang="en-US" dirty="0" err="1"/>
              <a:t>tylko</a:t>
            </a:r>
            <a:r>
              <a:rPr lang="en-US" dirty="0"/>
              <a:t> </a:t>
            </a:r>
            <a:r>
              <a:rPr lang="en-US" dirty="0" err="1"/>
              <a:t>wspierać</a:t>
            </a:r>
            <a:r>
              <a:rPr lang="en-US" dirty="0"/>
              <a:t>. </a:t>
            </a:r>
            <a:r>
              <a:rPr lang="en-US" dirty="0" err="1"/>
              <a:t>Dziękuję</a:t>
            </a:r>
            <a:r>
              <a:rPr lang="en-US" dirty="0"/>
              <a:t> </a:t>
            </a:r>
            <a:r>
              <a:rPr lang="en-US" dirty="0" err="1"/>
              <a:t>za</a:t>
            </a:r>
            <a:r>
              <a:rPr lang="en-US" dirty="0"/>
              <a:t> </a:t>
            </a:r>
            <a:r>
              <a:rPr lang="en-US" dirty="0" err="1"/>
              <a:t>uwagę</a:t>
            </a:r>
            <a:r>
              <a:rPr lang="en-US" dirty="0"/>
              <a:t> </a:t>
            </a:r>
            <a:r>
              <a:rPr lang="en-US" dirty="0" err="1"/>
              <a:t>i</a:t>
            </a:r>
            <a:r>
              <a:rPr lang="en-US" dirty="0"/>
              <a:t> </a:t>
            </a:r>
            <a:r>
              <a:rPr lang="en-US" dirty="0" err="1"/>
              <a:t>zapraszam</a:t>
            </a:r>
            <a:r>
              <a:rPr lang="en-US" dirty="0"/>
              <a:t> do </a:t>
            </a:r>
            <a:r>
              <a:rPr lang="en-US" dirty="0" err="1"/>
              <a:t>pytań</a:t>
            </a:r>
            <a:r>
              <a:rPr lang="en-US" dirty="0"/>
              <a:t> </a:t>
            </a:r>
            <a:r>
              <a:rPr lang="en-US" dirty="0" err="1"/>
              <a:t>i</a:t>
            </a:r>
            <a:r>
              <a:rPr lang="en-US" dirty="0"/>
              <a:t> </a:t>
            </a:r>
            <a:r>
              <a:rPr lang="en-US" dirty="0" err="1"/>
              <a:t>dyskusji</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461DF-617E-F5F2-6A8B-95EBD1DE4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DBE26-00AF-40D1-D71C-255D65D626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A0C81-FA06-6644-8978-6548D170B1AE}"/>
              </a:ext>
            </a:extLst>
          </p:cNvPr>
          <p:cNvSpPr>
            <a:spLocks noGrp="1"/>
          </p:cNvSpPr>
          <p:nvPr>
            <p:ph type="body" idx="1"/>
          </p:nvPr>
        </p:nvSpPr>
        <p:spPr/>
        <p:txBody>
          <a:bodyPr/>
          <a:lstStyle/>
          <a:p>
            <a:r>
              <a:rPr lang="en-US"/>
              <a:t>Cyfrowe fenotypowanie jest jednym z bardziej technicznie zaawansowanych i jednocześnie etycznie delikatnych obszarów. Dane aktywne, takie jak ankiety i dzienniczki, są tym, czym klient świadomie się dzieli. Dane pasywne - wzorce snu, ruchu, sposobu interakcji ze smartfonem - są zbierane w tle, czasem bez pełnej świadomości użytkownika co do zakresu zbierania. Cyfrowe fenotypowanie łączy te dwa typy danych w próbie zbudowania profilu behawioralnego, który teoretycznie mógłby wspierać wczesne wykrywanie zmian stanu psychicznego. Chcę bardzo wyraźnie zaznaczyć dwa poważne ryzyka: nadinterpretacji - korelacja nie jest tym samym co trafny wniosek kliniczny - oraz naruszenia prywatności, bo dane pasywne mogą odkrywać znacznie więcej, niż użytkownik zamierzał ujawnić.</a:t>
            </a:r>
          </a:p>
        </p:txBody>
      </p:sp>
      <p:sp>
        <p:nvSpPr>
          <p:cNvPr id="4" name="Slide Number Placeholder 3">
            <a:extLst>
              <a:ext uri="{FF2B5EF4-FFF2-40B4-BE49-F238E27FC236}">
                <a16:creationId xmlns:a16="http://schemas.microsoft.com/office/drawing/2014/main" id="{3A4A9E46-48D8-AD0B-BF3F-7AAAEBF8AFF7}"/>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2484404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p:cNvSpPr>
            <a:spLocks noGrp="1"/>
          </p:cNvSpPr>
          <p:nvPr>
            <p:ph type="dt" sz="half" idx="10"/>
          </p:nvPr>
        </p:nvSpPr>
        <p:spPr/>
        <p:txBody>
          <a:bodyPr/>
          <a:lstStyle/>
          <a:p>
            <a:fld id="{B39F1A9F-FFB4-4B97-93FB-D989E4B2CEA5}" type="datetimeFigureOut">
              <a:rPr lang="pl-PL" smtClean="0"/>
              <a:t>11.09.2026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2488758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9F1A9F-FFB4-4B97-93FB-D989E4B2CEA5}" type="datetimeFigureOut">
              <a:rPr lang="pl-PL" smtClean="0"/>
              <a:t>11.09.2026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609526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p>
            <a:fld id="{B39F1A9F-FFB4-4B97-93FB-D989E4B2CEA5}" type="datetimeFigureOut">
              <a:rPr lang="pl-PL" smtClean="0"/>
              <a:t>11.09.2026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1215139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838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72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B39F1A9F-FFB4-4B97-93FB-D989E4B2CEA5}" type="datetimeFigureOut">
              <a:rPr lang="pl-PL" smtClean="0"/>
              <a:t>11.09.2026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307742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839788" y="2505075"/>
            <a:ext cx="5157787"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6172200" y="2505075"/>
            <a:ext cx="5183188"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B39F1A9F-FFB4-4B97-93FB-D989E4B2CEA5}" type="datetimeFigureOut">
              <a:rPr lang="pl-PL" smtClean="0"/>
              <a:t>11.09.2026</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4287740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B39F1A9F-FFB4-4B97-93FB-D989E4B2CEA5}" type="datetimeFigureOut">
              <a:rPr lang="pl-PL" smtClean="0"/>
              <a:t>11.09.2026</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1702794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B39F1A9F-FFB4-4B97-93FB-D989E4B2CEA5}" type="datetimeFigureOut">
              <a:rPr lang="pl-PL" smtClean="0"/>
              <a:t>11.09.2026</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2447293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B39F1A9F-FFB4-4B97-93FB-D989E4B2CEA5}" type="datetimeFigureOut">
              <a:rPr lang="pl-PL" smtClean="0"/>
              <a:t>11.09.2026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95119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B39F1A9F-FFB4-4B97-93FB-D989E4B2CEA5}" type="datetimeFigureOut">
              <a:rPr lang="pl-PL" smtClean="0"/>
              <a:t>11.09.2026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137598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9F1A9F-FFB4-4B97-93FB-D989E4B2CEA5}" type="datetimeFigureOut">
              <a:rPr lang="pl-PL" smtClean="0"/>
              <a:t>11.09.2026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4138159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838200" y="365125"/>
            <a:ext cx="7734300" cy="5811838"/>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9F1A9F-FFB4-4B97-93FB-D989E4B2CEA5}" type="datetimeFigureOut">
              <a:rPr lang="pl-PL" smtClean="0"/>
              <a:t>11.09.2026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B4E247CB-E08A-48D4-AD14-7510FE15629E}" type="slidenum">
              <a:rPr lang="pl-PL" smtClean="0"/>
              <a:t>‹#›</a:t>
            </a:fld>
            <a:endParaRPr lang="pl-PL"/>
          </a:p>
        </p:txBody>
      </p:sp>
    </p:spTree>
    <p:extLst>
      <p:ext uri="{BB962C8B-B14F-4D97-AF65-F5344CB8AC3E}">
        <p14:creationId xmlns:p14="http://schemas.microsoft.com/office/powerpoint/2010/main" val="4044085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2588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9F1A9F-FFB4-4B97-93FB-D989E4B2CEA5}" type="datetimeFigureOut">
              <a:rPr lang="pl-PL" smtClean="0"/>
              <a:t>11.09.2026</a:t>
            </a:fld>
            <a:endParaRPr lang="pl-PL"/>
          </a:p>
        </p:txBody>
      </p:sp>
      <p:sp>
        <p:nvSpPr>
          <p:cNvPr id="5" name="Symbol zastępczy stop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E247CB-E08A-48D4-AD14-7510FE15629E}" type="slidenum">
              <a:rPr lang="pl-PL" smtClean="0"/>
              <a:t>‹#›</a:t>
            </a:fld>
            <a:endParaRPr lang="pl-PL"/>
          </a:p>
        </p:txBody>
      </p:sp>
    </p:spTree>
    <p:extLst>
      <p:ext uri="{BB962C8B-B14F-4D97-AF65-F5344CB8AC3E}">
        <p14:creationId xmlns:p14="http://schemas.microsoft.com/office/powerpoint/2010/main" val="1041443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670560" y="487680"/>
            <a:ext cx="7510409" cy="2438400"/>
          </a:xfrm>
          <a:prstGeom prst="rect">
            <a:avLst/>
          </a:prstGeom>
          <a:noFill/>
          <a:ln/>
        </p:spPr>
        <p:txBody>
          <a:bodyPr wrap="square" rtlCol="0" anchor="t"/>
          <a:lstStyle/>
          <a:p>
            <a:r>
              <a:rPr lang="pl-PL" sz="4400" b="1" dirty="0">
                <a:solidFill>
                  <a:srgbClr val="1E2761"/>
                </a:solidFill>
                <a:latin typeface="CMU Concrete" panose="02000603000000000000" pitchFamily="2" charset="0"/>
                <a:ea typeface="CMU Concrete" panose="02000603000000000000" pitchFamily="2" charset="0"/>
                <a:cs typeface="CMU Concrete" panose="02000603000000000000" pitchFamily="2" charset="0"/>
              </a:rPr>
              <a:t>E-terapia jako praktyka</a:t>
            </a:r>
          </a:p>
          <a:p>
            <a:r>
              <a:rPr lang="pl-PL" sz="4400" b="1" dirty="0">
                <a:solidFill>
                  <a:srgbClr val="1E2761"/>
                </a:solidFill>
                <a:latin typeface="CMU Concrete" panose="02000603000000000000" pitchFamily="2" charset="0"/>
                <a:ea typeface="CMU Concrete" panose="02000603000000000000" pitchFamily="2" charset="0"/>
                <a:cs typeface="CMU Concrete" panose="02000603000000000000" pitchFamily="2" charset="0"/>
              </a:rPr>
              <a:t>i przyszłość pomocy</a:t>
            </a:r>
          </a:p>
          <a:p>
            <a:r>
              <a:rPr lang="pl-PL" sz="4400" b="1" dirty="0">
                <a:solidFill>
                  <a:srgbClr val="1E2761"/>
                </a:solidFill>
                <a:latin typeface="CMU Concrete" panose="02000603000000000000" pitchFamily="2" charset="0"/>
                <a:ea typeface="CMU Concrete" panose="02000603000000000000" pitchFamily="2" charset="0"/>
                <a:cs typeface="CMU Concrete" panose="02000603000000000000" pitchFamily="2" charset="0"/>
              </a:rPr>
              <a:t>psychologicznej</a:t>
            </a:r>
          </a:p>
        </p:txBody>
      </p:sp>
      <p:grpSp>
        <p:nvGrpSpPr>
          <p:cNvPr id="2" name="Grupa 1"/>
          <p:cNvGrpSpPr/>
          <p:nvPr/>
        </p:nvGrpSpPr>
        <p:grpSpPr>
          <a:xfrm>
            <a:off x="670560" y="3312909"/>
            <a:ext cx="6705600" cy="1828800"/>
            <a:chOff x="670560" y="3215373"/>
            <a:chExt cx="6705600" cy="2011680"/>
          </a:xfrm>
        </p:grpSpPr>
        <p:sp>
          <p:nvSpPr>
            <p:cNvPr id="8" name="Shape 6"/>
            <p:cNvSpPr/>
            <p:nvPr/>
          </p:nvSpPr>
          <p:spPr>
            <a:xfrm>
              <a:off x="670560" y="3215373"/>
              <a:ext cx="6705600" cy="2011680"/>
            </a:xfrm>
            <a:prstGeom prst="roundRect">
              <a:avLst>
                <a:gd name="adj" fmla="val 6061"/>
              </a:avLst>
            </a:prstGeom>
            <a:solidFill>
              <a:srgbClr val="FFFFFF"/>
            </a:solidFill>
            <a:ln>
              <a:solidFill>
                <a:schemeClr val="accent1"/>
              </a:solidFill>
            </a:ln>
            <a:effectLst>
              <a:outerShdw blurRad="76200" dist="25400" dir="2700000" algn="bl" rotWithShape="0">
                <a:srgbClr val="000000">
                  <a:alpha val="8000"/>
                </a:srgbClr>
              </a:outerShdw>
            </a:effectLst>
          </p:spPr>
        </p:sp>
        <p:sp>
          <p:nvSpPr>
            <p:cNvPr id="9" name="Shape 7"/>
            <p:cNvSpPr/>
            <p:nvPr/>
          </p:nvSpPr>
          <p:spPr>
            <a:xfrm>
              <a:off x="670560" y="3215373"/>
              <a:ext cx="109728" cy="2011680"/>
            </a:xfrm>
            <a:prstGeom prst="rect">
              <a:avLst/>
            </a:prstGeom>
            <a:solidFill>
              <a:srgbClr val="5B8FF9"/>
            </a:solidFill>
            <a:ln w="12700">
              <a:solidFill>
                <a:srgbClr val="5B8FF9"/>
              </a:solidFill>
              <a:prstDash val="solid"/>
            </a:ln>
          </p:spPr>
        </p:sp>
      </p:grpSp>
      <p:sp>
        <p:nvSpPr>
          <p:cNvPr id="10" name="Text 8"/>
          <p:cNvSpPr/>
          <p:nvPr/>
        </p:nvSpPr>
        <p:spPr>
          <a:xfrm>
            <a:off x="1036320" y="3312909"/>
            <a:ext cx="6096000" cy="1828800"/>
          </a:xfrm>
          <a:prstGeom prst="rect">
            <a:avLst/>
          </a:prstGeom>
          <a:noFill/>
          <a:ln/>
        </p:spPr>
        <p:txBody>
          <a:bodyPr wrap="square" rtlCol="0" anchor="ctr"/>
          <a:lstStyle/>
          <a:p>
            <a:pPr>
              <a:lnSpc>
                <a:spcPts val="3600"/>
              </a:lnSpc>
            </a:pPr>
            <a:r>
              <a:rPr lang="pl-PL" sz="2800" dirty="0">
                <a:solidFill>
                  <a:srgbClr val="4A5280"/>
                </a:solidFill>
                <a:latin typeface="CMU Serif" panose="02000603000000000000" pitchFamily="2" charset="0"/>
                <a:ea typeface="CMU Serif" panose="02000603000000000000" pitchFamily="2" charset="0"/>
                <a:cs typeface="CMU Serif" panose="02000603000000000000" pitchFamily="2" charset="0"/>
              </a:rPr>
              <a:t>Od definicji i kwalifikacji do praktyki klinicznej, pomiaru, bezpieczeństwa </a:t>
            </a:r>
            <a:br>
              <a:rPr lang="pl-PL" sz="2800" dirty="0">
                <a:solidFill>
                  <a:srgbClr val="4A5280"/>
                </a:solidFill>
                <a:latin typeface="CMU Serif" panose="02000603000000000000" pitchFamily="2" charset="0"/>
                <a:ea typeface="CMU Serif" panose="02000603000000000000" pitchFamily="2" charset="0"/>
                <a:cs typeface="CMU Serif" panose="02000603000000000000" pitchFamily="2" charset="0"/>
              </a:rPr>
            </a:br>
            <a:r>
              <a:rPr lang="pl-PL" sz="2800" dirty="0">
                <a:solidFill>
                  <a:srgbClr val="4A5280"/>
                </a:solidFill>
                <a:latin typeface="CMU Serif" panose="02000603000000000000" pitchFamily="2" charset="0"/>
                <a:ea typeface="CMU Serif" panose="02000603000000000000" pitchFamily="2" charset="0"/>
                <a:cs typeface="CMU Serif" panose="02000603000000000000" pitchFamily="2" charset="0"/>
              </a:rPr>
              <a:t>i technologii przyszłości</a:t>
            </a:r>
          </a:p>
        </p:txBody>
      </p:sp>
      <p:grpSp>
        <p:nvGrpSpPr>
          <p:cNvPr id="27" name="Grupa 26"/>
          <p:cNvGrpSpPr/>
          <p:nvPr/>
        </p:nvGrpSpPr>
        <p:grpSpPr>
          <a:xfrm>
            <a:off x="8951803" y="357033"/>
            <a:ext cx="2787982" cy="2494238"/>
            <a:chOff x="8047385" y="1376639"/>
            <a:chExt cx="3327085" cy="2976541"/>
          </a:xfrm>
        </p:grpSpPr>
        <p:sp>
          <p:nvSpPr>
            <p:cNvPr id="11" name="Shape 9"/>
            <p:cNvSpPr/>
            <p:nvPr/>
          </p:nvSpPr>
          <p:spPr>
            <a:xfrm>
              <a:off x="8534400" y="1584960"/>
              <a:ext cx="1219200" cy="1280160"/>
            </a:xfrm>
            <a:prstGeom prst="line">
              <a:avLst/>
            </a:prstGeom>
            <a:noFill/>
            <a:ln w="15240">
              <a:solidFill>
                <a:srgbClr val="8A93C0"/>
              </a:solidFill>
              <a:prstDash val="sysDot"/>
            </a:ln>
          </p:spPr>
        </p:sp>
        <p:sp>
          <p:nvSpPr>
            <p:cNvPr id="12" name="Shape 10"/>
            <p:cNvSpPr/>
            <p:nvPr/>
          </p:nvSpPr>
          <p:spPr>
            <a:xfrm flipH="1">
              <a:off x="9790177" y="1584960"/>
              <a:ext cx="1182623" cy="1280160"/>
            </a:xfrm>
            <a:prstGeom prst="line">
              <a:avLst/>
            </a:prstGeom>
            <a:noFill/>
            <a:ln w="15240">
              <a:solidFill>
                <a:srgbClr val="8A93C0"/>
              </a:solidFill>
              <a:prstDash val="sysDot"/>
            </a:ln>
          </p:spPr>
        </p:sp>
        <p:sp>
          <p:nvSpPr>
            <p:cNvPr id="13" name="Shape 11"/>
            <p:cNvSpPr/>
            <p:nvPr/>
          </p:nvSpPr>
          <p:spPr>
            <a:xfrm flipV="1">
              <a:off x="8412480" y="2875502"/>
              <a:ext cx="1377696" cy="1238973"/>
            </a:xfrm>
            <a:prstGeom prst="line">
              <a:avLst/>
            </a:prstGeom>
            <a:noFill/>
            <a:ln w="15240">
              <a:solidFill>
                <a:srgbClr val="8A93C0"/>
              </a:solidFill>
              <a:prstDash val="sysDot"/>
            </a:ln>
          </p:spPr>
        </p:sp>
        <p:sp>
          <p:nvSpPr>
            <p:cNvPr id="14" name="Shape 12"/>
            <p:cNvSpPr/>
            <p:nvPr/>
          </p:nvSpPr>
          <p:spPr>
            <a:xfrm>
              <a:off x="9753600" y="2865120"/>
              <a:ext cx="1341120" cy="1280160"/>
            </a:xfrm>
            <a:prstGeom prst="line">
              <a:avLst/>
            </a:prstGeom>
            <a:noFill/>
            <a:ln w="15240">
              <a:solidFill>
                <a:srgbClr val="8A93C0"/>
              </a:solidFill>
              <a:prstDash val="sysDot"/>
            </a:ln>
          </p:spPr>
        </p:sp>
        <p:sp>
          <p:nvSpPr>
            <p:cNvPr id="15" name="Shape 13"/>
            <p:cNvSpPr/>
            <p:nvPr/>
          </p:nvSpPr>
          <p:spPr>
            <a:xfrm>
              <a:off x="8101166" y="1387889"/>
              <a:ext cx="1170433" cy="760781"/>
            </a:xfrm>
            <a:prstGeom prst="ellipse">
              <a:avLst/>
            </a:prstGeom>
            <a:solidFill>
              <a:srgbClr val="1E2761"/>
            </a:solidFill>
            <a:ln/>
            <a:effectLst>
              <a:outerShdw blurRad="76200" dist="25400" dir="2700000" algn="bl" rotWithShape="0">
                <a:srgbClr val="000000">
                  <a:alpha val="8000"/>
                </a:srgbClr>
              </a:outerShdw>
            </a:effectLst>
          </p:spPr>
        </p:sp>
        <p:sp>
          <p:nvSpPr>
            <p:cNvPr id="16" name="Text 14"/>
            <p:cNvSpPr/>
            <p:nvPr/>
          </p:nvSpPr>
          <p:spPr>
            <a:xfrm>
              <a:off x="8056168" y="1376639"/>
              <a:ext cx="1219198" cy="760781"/>
            </a:xfrm>
            <a:prstGeom prst="rect">
              <a:avLst/>
            </a:prstGeom>
            <a:noFill/>
            <a:ln/>
          </p:spPr>
          <p:txBody>
            <a:bodyPr wrap="square" rtlCol="0" anchor="ctr"/>
            <a:lstStyle/>
            <a:p>
              <a:pPr algn="ctr"/>
              <a:r>
                <a:rPr lang="en-US" sz="1400" b="1">
                  <a:solidFill>
                    <a:srgbClr val="FFFFFF"/>
                  </a:solidFill>
                  <a:latin typeface="Cambria" pitchFamily="34" charset="0"/>
                  <a:ea typeface="Cambria" pitchFamily="34" charset="-122"/>
                  <a:cs typeface="Cambria" pitchFamily="34" charset="-120"/>
                </a:rPr>
                <a:t>Terapeuta</a:t>
              </a:r>
              <a:endParaRPr lang="en-US" sz="1400"/>
            </a:p>
          </p:txBody>
        </p:sp>
        <p:sp>
          <p:nvSpPr>
            <p:cNvPr id="17" name="Shape 15"/>
            <p:cNvSpPr/>
            <p:nvPr/>
          </p:nvSpPr>
          <p:spPr>
            <a:xfrm>
              <a:off x="10204037" y="1387889"/>
              <a:ext cx="1170433" cy="760781"/>
            </a:xfrm>
            <a:prstGeom prst="ellipse">
              <a:avLst/>
            </a:prstGeom>
            <a:solidFill>
              <a:srgbClr val="2D3B8E"/>
            </a:solidFill>
            <a:ln/>
            <a:effectLst>
              <a:outerShdw blurRad="76200" dist="25400" dir="2700000" algn="bl" rotWithShape="0">
                <a:srgbClr val="000000">
                  <a:alpha val="8000"/>
                </a:srgbClr>
              </a:outerShdw>
            </a:effectLst>
          </p:spPr>
        </p:sp>
        <p:sp>
          <p:nvSpPr>
            <p:cNvPr id="18" name="Text 16"/>
            <p:cNvSpPr/>
            <p:nvPr/>
          </p:nvSpPr>
          <p:spPr>
            <a:xfrm>
              <a:off x="10204037" y="1387889"/>
              <a:ext cx="1170433" cy="760781"/>
            </a:xfrm>
            <a:prstGeom prst="rect">
              <a:avLst/>
            </a:prstGeom>
            <a:noFill/>
            <a:ln/>
          </p:spPr>
          <p:txBody>
            <a:bodyPr wrap="square" rtlCol="0" anchor="ctr"/>
            <a:lstStyle/>
            <a:p>
              <a:pPr algn="ctr"/>
              <a:r>
                <a:rPr lang="en-US" sz="1400" b="1">
                  <a:solidFill>
                    <a:srgbClr val="FFFFFF"/>
                  </a:solidFill>
                  <a:latin typeface="Cambria" pitchFamily="34" charset="0"/>
                  <a:ea typeface="Cambria" pitchFamily="34" charset="-122"/>
                  <a:cs typeface="Cambria" pitchFamily="34" charset="-120"/>
                </a:rPr>
                <a:t>Klient</a:t>
              </a:r>
              <a:endParaRPr lang="en-US" sz="1400"/>
            </a:p>
          </p:txBody>
        </p:sp>
        <p:sp>
          <p:nvSpPr>
            <p:cNvPr id="19" name="Shape 17"/>
            <p:cNvSpPr/>
            <p:nvPr/>
          </p:nvSpPr>
          <p:spPr>
            <a:xfrm>
              <a:off x="9083040" y="2429256"/>
              <a:ext cx="1341120" cy="871728"/>
            </a:xfrm>
            <a:prstGeom prst="ellipse">
              <a:avLst/>
            </a:prstGeom>
            <a:solidFill>
              <a:srgbClr val="5B8FF9"/>
            </a:solidFill>
            <a:ln/>
            <a:effectLst>
              <a:outerShdw blurRad="76200" dist="25400" dir="2700000" algn="bl" rotWithShape="0">
                <a:srgbClr val="000000">
                  <a:alpha val="8000"/>
                </a:srgbClr>
              </a:outerShdw>
            </a:effectLst>
          </p:spPr>
        </p:sp>
        <p:sp>
          <p:nvSpPr>
            <p:cNvPr id="20" name="Text 18"/>
            <p:cNvSpPr/>
            <p:nvPr/>
          </p:nvSpPr>
          <p:spPr>
            <a:xfrm>
              <a:off x="9083040" y="2429256"/>
              <a:ext cx="1341120" cy="871728"/>
            </a:xfrm>
            <a:prstGeom prst="rect">
              <a:avLst/>
            </a:prstGeom>
            <a:noFill/>
            <a:ln/>
          </p:spPr>
          <p:txBody>
            <a:bodyPr wrap="square" rtlCol="0" anchor="ctr"/>
            <a:lstStyle/>
            <a:p>
              <a:pPr algn="ctr"/>
              <a:r>
                <a:rPr lang="en-US" sz="1400" b="1">
                  <a:solidFill>
                    <a:srgbClr val="FFFFFF"/>
                  </a:solidFill>
                  <a:latin typeface="Cambria" pitchFamily="34" charset="0"/>
                  <a:ea typeface="Cambria" pitchFamily="34" charset="-122"/>
                  <a:cs typeface="Cambria" pitchFamily="34" charset="-120"/>
                </a:rPr>
                <a:t>Platforma</a:t>
              </a:r>
              <a:endParaRPr lang="en-US" sz="1400"/>
            </a:p>
          </p:txBody>
        </p:sp>
        <p:sp>
          <p:nvSpPr>
            <p:cNvPr id="21" name="Shape 19"/>
            <p:cNvSpPr/>
            <p:nvPr/>
          </p:nvSpPr>
          <p:spPr>
            <a:xfrm>
              <a:off x="8047385" y="3585469"/>
              <a:ext cx="1170433" cy="760781"/>
            </a:xfrm>
            <a:prstGeom prst="ellipse">
              <a:avLst/>
            </a:prstGeom>
            <a:solidFill>
              <a:srgbClr val="2D7DD2"/>
            </a:solidFill>
            <a:ln/>
            <a:effectLst>
              <a:outerShdw blurRad="76200" dist="25400" dir="2700000" algn="bl" rotWithShape="0">
                <a:srgbClr val="000000">
                  <a:alpha val="8000"/>
                </a:srgbClr>
              </a:outerShdw>
            </a:effectLst>
          </p:spPr>
        </p:sp>
        <p:sp>
          <p:nvSpPr>
            <p:cNvPr id="22" name="Text 20"/>
            <p:cNvSpPr/>
            <p:nvPr/>
          </p:nvSpPr>
          <p:spPr>
            <a:xfrm>
              <a:off x="8047385" y="3585469"/>
              <a:ext cx="1170433" cy="760781"/>
            </a:xfrm>
            <a:prstGeom prst="rect">
              <a:avLst/>
            </a:prstGeom>
            <a:noFill/>
            <a:ln/>
          </p:spPr>
          <p:txBody>
            <a:bodyPr wrap="square" rtlCol="0" anchor="ctr"/>
            <a:lstStyle/>
            <a:p>
              <a:pPr algn="ctr"/>
              <a:r>
                <a:rPr lang="en-US" sz="1400" b="1">
                  <a:solidFill>
                    <a:srgbClr val="FFFFFF"/>
                  </a:solidFill>
                  <a:latin typeface="Cambria" pitchFamily="34" charset="0"/>
                  <a:ea typeface="Cambria" pitchFamily="34" charset="-122"/>
                  <a:cs typeface="Cambria" pitchFamily="34" charset="-120"/>
                </a:rPr>
                <a:t>Dane</a:t>
              </a:r>
              <a:endParaRPr lang="en-US" sz="1400"/>
            </a:p>
          </p:txBody>
        </p:sp>
        <p:sp>
          <p:nvSpPr>
            <p:cNvPr id="23" name="Shape 21"/>
            <p:cNvSpPr/>
            <p:nvPr/>
          </p:nvSpPr>
          <p:spPr>
            <a:xfrm>
              <a:off x="10204037" y="3592399"/>
              <a:ext cx="1170433" cy="760781"/>
            </a:xfrm>
            <a:prstGeom prst="ellipse">
              <a:avLst/>
            </a:prstGeom>
            <a:solidFill>
              <a:srgbClr val="3ECFB2"/>
            </a:solidFill>
            <a:ln/>
            <a:effectLst>
              <a:outerShdw blurRad="76200" dist="25400" dir="2700000" algn="bl" rotWithShape="0">
                <a:srgbClr val="000000">
                  <a:alpha val="8000"/>
                </a:srgbClr>
              </a:outerShdw>
            </a:effectLst>
          </p:spPr>
        </p:sp>
        <p:sp>
          <p:nvSpPr>
            <p:cNvPr id="24" name="Text 22"/>
            <p:cNvSpPr/>
            <p:nvPr/>
          </p:nvSpPr>
          <p:spPr>
            <a:xfrm>
              <a:off x="10204037" y="3592399"/>
              <a:ext cx="1170433" cy="760781"/>
            </a:xfrm>
            <a:prstGeom prst="rect">
              <a:avLst/>
            </a:prstGeom>
            <a:noFill/>
            <a:ln/>
          </p:spPr>
          <p:txBody>
            <a:bodyPr wrap="square" rtlCol="0" anchor="ctr"/>
            <a:lstStyle/>
            <a:p>
              <a:pPr algn="ctr"/>
              <a:r>
                <a:rPr lang="en-US" sz="1400" b="1">
                  <a:solidFill>
                    <a:srgbClr val="FFFFFF"/>
                  </a:solidFill>
                  <a:latin typeface="Cambria" pitchFamily="34" charset="0"/>
                  <a:ea typeface="Cambria" pitchFamily="34" charset="-122"/>
                  <a:cs typeface="Cambria" pitchFamily="34" charset="-120"/>
                </a:rPr>
                <a:t>Aplikacja</a:t>
              </a:r>
              <a:endParaRPr lang="en-US" sz="1400"/>
            </a:p>
          </p:txBody>
        </p:sp>
      </p:grpSp>
      <p:sp>
        <p:nvSpPr>
          <p:cNvPr id="25" name="Text 23"/>
          <p:cNvSpPr/>
          <p:nvPr/>
        </p:nvSpPr>
        <p:spPr>
          <a:xfrm>
            <a:off x="8781384" y="3059836"/>
            <a:ext cx="3200336" cy="532518"/>
          </a:xfrm>
          <a:prstGeom prst="rect">
            <a:avLst/>
          </a:prstGeom>
          <a:noFill/>
          <a:ln/>
        </p:spPr>
        <p:txBody>
          <a:bodyPr wrap="square" rtlCol="0" anchor="ctr"/>
          <a:lstStyle/>
          <a:p>
            <a:pPr algn="ctr"/>
            <a:r>
              <a:rPr lang="pl-PL" sz="1400" dirty="0" smtClean="0">
                <a:solidFill>
                  <a:srgbClr val="8A93C0"/>
                </a:solidFill>
                <a:latin typeface="Cambria Math" panose="02040503050406030204" pitchFamily="18" charset="0"/>
                <a:ea typeface="Cambria Math" panose="02040503050406030204" pitchFamily="18" charset="0"/>
                <a:cs typeface="Calibri" pitchFamily="34" charset="-120"/>
              </a:rPr>
              <a:t>E-terapia to cały </a:t>
            </a:r>
            <a:r>
              <a:rPr lang="pl-PL" sz="1400" dirty="0">
                <a:solidFill>
                  <a:srgbClr val="8A93C0"/>
                </a:solidFill>
                <a:latin typeface="Cambria Math" panose="02040503050406030204" pitchFamily="18" charset="0"/>
                <a:ea typeface="Cambria Math" panose="02040503050406030204" pitchFamily="18" charset="0"/>
                <a:cs typeface="Calibri" pitchFamily="34" charset="-120"/>
              </a:rPr>
              <a:t>ekosystem pomocy, </a:t>
            </a:r>
          </a:p>
          <a:p>
            <a:pPr algn="ctr"/>
            <a:r>
              <a:rPr lang="pl-PL" sz="1400" dirty="0">
                <a:solidFill>
                  <a:srgbClr val="8A93C0"/>
                </a:solidFill>
                <a:latin typeface="Cambria Math" panose="02040503050406030204" pitchFamily="18" charset="0"/>
                <a:ea typeface="Cambria Math" panose="02040503050406030204" pitchFamily="18" charset="0"/>
                <a:cs typeface="Calibri" pitchFamily="34" charset="-120"/>
              </a:rPr>
              <a:t>a nie tylko pojedyncze połączenie</a:t>
            </a:r>
          </a:p>
        </p:txBody>
      </p:sp>
      <p:sp>
        <p:nvSpPr>
          <p:cNvPr id="26" name="Text 23"/>
          <p:cNvSpPr/>
          <p:nvPr/>
        </p:nvSpPr>
        <p:spPr>
          <a:xfrm>
            <a:off x="1786760" y="5476083"/>
            <a:ext cx="5627238" cy="365760"/>
          </a:xfrm>
          <a:prstGeom prst="rect">
            <a:avLst/>
          </a:prstGeom>
          <a:noFill/>
          <a:ln/>
        </p:spPr>
        <p:txBody>
          <a:bodyPr wrap="square" rtlCol="0" anchor="ctr"/>
          <a:lstStyle/>
          <a:p>
            <a:pPr algn="r"/>
            <a:r>
              <a:rPr lang="pl-PL" sz="2800" b="1" spc="200" dirty="0">
                <a:solidFill>
                  <a:srgbClr val="1E2761"/>
                </a:solidFill>
                <a:latin typeface="CMU Classical Serif" panose="02000603000000000000" pitchFamily="2" charset="0"/>
                <a:ea typeface="CMU Classical Serif" panose="02000603000000000000" pitchFamily="2" charset="0"/>
                <a:cs typeface="CMU Classical Serif" panose="02000603000000000000" pitchFamily="2" charset="0"/>
              </a:rPr>
              <a:t>dr inż. Mateusz Pomianek</a:t>
            </a:r>
            <a:endParaRPr lang="en-US" sz="2800" b="1" spc="200" dirty="0">
              <a:solidFill>
                <a:srgbClr val="1E2761"/>
              </a:solidFill>
              <a:latin typeface="CMU Classical Serif" panose="02000603000000000000" pitchFamily="2" charset="0"/>
              <a:ea typeface="CMU Classical Serif" panose="02000603000000000000" pitchFamily="2" charset="0"/>
              <a:cs typeface="CMU Classical Serif" panose="02000603000000000000" pitchFamily="2" charset="0"/>
            </a:endParaRPr>
          </a:p>
        </p:txBody>
      </p:sp>
    </p:spTree>
    <p:extLst>
      <p:ext uri="{BB962C8B-B14F-4D97-AF65-F5344CB8AC3E}">
        <p14:creationId xmlns:p14="http://schemas.microsoft.com/office/powerpoint/2010/main" val="1746769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87680" y="1341120"/>
            <a:ext cx="2682511" cy="2560320"/>
          </a:xfrm>
          <a:prstGeom prst="roundRect">
            <a:avLst>
              <a:gd name="adj" fmla="val 4762"/>
            </a:avLst>
          </a:prstGeom>
          <a:solidFill>
            <a:srgbClr val="FFFFFF"/>
          </a:solidFill>
          <a:ln>
            <a:solidFill>
              <a:schemeClr val="bg2"/>
            </a:solidFill>
          </a:ln>
          <a:effectLst>
            <a:outerShdw blurRad="76200" dist="25400" dir="2700000" algn="bl" rotWithShape="0">
              <a:srgbClr val="000000">
                <a:alpha val="8000"/>
              </a:srgbClr>
            </a:outerShdw>
          </a:effectLst>
        </p:spPr>
      </p:sp>
      <p:sp>
        <p:nvSpPr>
          <p:cNvPr id="6" name="Shape 4"/>
          <p:cNvSpPr/>
          <p:nvPr/>
        </p:nvSpPr>
        <p:spPr>
          <a:xfrm>
            <a:off x="487680" y="1341120"/>
            <a:ext cx="2682511" cy="670560"/>
          </a:xfrm>
          <a:prstGeom prst="roundRect">
            <a:avLst>
              <a:gd name="adj" fmla="val 14545"/>
            </a:avLst>
          </a:prstGeom>
          <a:solidFill>
            <a:srgbClr val="1E2761"/>
          </a:solidFill>
          <a:ln/>
        </p:spPr>
      </p:sp>
      <p:sp>
        <p:nvSpPr>
          <p:cNvPr id="7" name="Text 5"/>
          <p:cNvSpPr/>
          <p:nvPr/>
        </p:nvSpPr>
        <p:spPr>
          <a:xfrm>
            <a:off x="487680" y="1341120"/>
            <a:ext cx="2682511" cy="670560"/>
          </a:xfrm>
          <a:prstGeom prst="rect">
            <a:avLst/>
          </a:prstGeom>
          <a:noFill/>
          <a:ln/>
        </p:spPr>
        <p:txBody>
          <a:bodyPr wrap="square" rtlCol="0" anchor="ctr"/>
          <a:lstStyle/>
          <a:p>
            <a:pPr algn="ctr"/>
            <a:r>
              <a:rPr lang="en-US" sz="3600" b="1">
                <a:solidFill>
                  <a:srgbClr val="FFFFFF"/>
                </a:solidFill>
                <a:latin typeface="Cambria" pitchFamily="34" charset="0"/>
                <a:ea typeface="Cambria" pitchFamily="34" charset="-122"/>
                <a:cs typeface="Cambria" pitchFamily="34" charset="-120"/>
              </a:rPr>
              <a:t>1</a:t>
            </a:r>
            <a:endParaRPr lang="en-US" sz="3600"/>
          </a:p>
        </p:txBody>
      </p:sp>
      <p:sp>
        <p:nvSpPr>
          <p:cNvPr id="8" name="Text 6"/>
          <p:cNvSpPr/>
          <p:nvPr/>
        </p:nvSpPr>
        <p:spPr>
          <a:xfrm>
            <a:off x="612448" y="2133600"/>
            <a:ext cx="2432975" cy="609600"/>
          </a:xfrm>
          <a:prstGeom prst="rect">
            <a:avLst/>
          </a:prstGeom>
          <a:noFill/>
          <a:ln/>
        </p:spPr>
        <p:txBody>
          <a:bodyPr wrap="square" rtlCol="0" anchor="ctr"/>
          <a:lstStyle/>
          <a:p>
            <a:pPr>
              <a:lnSpc>
                <a:spcPct val="110000"/>
              </a:lnSpc>
            </a:pPr>
            <a:r>
              <a:rPr lang="en-US" sz="2000" b="1">
                <a:solidFill>
                  <a:srgbClr val="1A1F3C"/>
                </a:solidFill>
                <a:latin typeface="Cambria" pitchFamily="34" charset="0"/>
                <a:ea typeface="Cambria" pitchFamily="34" charset="-122"/>
                <a:cs typeface="Cambria" pitchFamily="34" charset="-120"/>
              </a:rPr>
              <a:t>Rosnące zapotrzebowanie</a:t>
            </a:r>
            <a:endParaRPr lang="en-US" sz="2000"/>
          </a:p>
        </p:txBody>
      </p:sp>
      <p:sp>
        <p:nvSpPr>
          <p:cNvPr id="9" name="Text 7"/>
          <p:cNvSpPr/>
          <p:nvPr/>
        </p:nvSpPr>
        <p:spPr>
          <a:xfrm>
            <a:off x="612448" y="2743200"/>
            <a:ext cx="2432975" cy="1097280"/>
          </a:xfrm>
          <a:prstGeom prst="rect">
            <a:avLst/>
          </a:prstGeom>
          <a:noFill/>
          <a:ln/>
        </p:spPr>
        <p:txBody>
          <a:bodyPr wrap="square" rtlCol="0" anchor="ctr"/>
          <a:lstStyle/>
          <a:p>
            <a:pPr>
              <a:lnSpc>
                <a:spcPct val="120000"/>
              </a:lnSpc>
            </a:pPr>
            <a:r>
              <a:rPr lang="en-US" sz="1500">
                <a:solidFill>
                  <a:srgbClr val="4A5280"/>
                </a:solidFill>
                <a:latin typeface="Calibri" pitchFamily="34" charset="0"/>
                <a:ea typeface="Calibri" pitchFamily="34" charset="-122"/>
                <a:cs typeface="Calibri" pitchFamily="34" charset="-120"/>
              </a:rPr>
              <a:t>Potrzeby w zakresie zdrowia psychicznego rosną szybciej niż liczba specjalistów.</a:t>
            </a:r>
            <a:endParaRPr lang="en-US" sz="1500"/>
          </a:p>
        </p:txBody>
      </p:sp>
      <p:sp>
        <p:nvSpPr>
          <p:cNvPr id="11" name="Shape 9"/>
          <p:cNvSpPr/>
          <p:nvPr/>
        </p:nvSpPr>
        <p:spPr>
          <a:xfrm>
            <a:off x="3332390" y="1341120"/>
            <a:ext cx="2682511" cy="2560320"/>
          </a:xfrm>
          <a:prstGeom prst="roundRect">
            <a:avLst>
              <a:gd name="adj" fmla="val 4762"/>
            </a:avLst>
          </a:prstGeom>
          <a:solidFill>
            <a:srgbClr val="FFFFFF"/>
          </a:solidFill>
          <a:ln>
            <a:solidFill>
              <a:schemeClr val="bg2"/>
            </a:solidFill>
          </a:ln>
          <a:effectLst>
            <a:outerShdw blurRad="76200" dist="25400" dir="2700000" algn="bl" rotWithShape="0">
              <a:srgbClr val="000000">
                <a:alpha val="8000"/>
              </a:srgbClr>
            </a:outerShdw>
          </a:effectLst>
        </p:spPr>
      </p:sp>
      <p:sp>
        <p:nvSpPr>
          <p:cNvPr id="12" name="Shape 10"/>
          <p:cNvSpPr/>
          <p:nvPr/>
        </p:nvSpPr>
        <p:spPr>
          <a:xfrm>
            <a:off x="3332390" y="1341120"/>
            <a:ext cx="2682511" cy="670560"/>
          </a:xfrm>
          <a:prstGeom prst="roundRect">
            <a:avLst>
              <a:gd name="adj" fmla="val 14545"/>
            </a:avLst>
          </a:prstGeom>
          <a:solidFill>
            <a:srgbClr val="2D3B8E"/>
          </a:solidFill>
          <a:ln/>
        </p:spPr>
      </p:sp>
      <p:sp>
        <p:nvSpPr>
          <p:cNvPr id="13" name="Text 11"/>
          <p:cNvSpPr/>
          <p:nvPr/>
        </p:nvSpPr>
        <p:spPr>
          <a:xfrm>
            <a:off x="3332390" y="1341120"/>
            <a:ext cx="2682511" cy="670560"/>
          </a:xfrm>
          <a:prstGeom prst="rect">
            <a:avLst/>
          </a:prstGeom>
          <a:noFill/>
          <a:ln/>
        </p:spPr>
        <p:txBody>
          <a:bodyPr wrap="square" rtlCol="0" anchor="ctr"/>
          <a:lstStyle/>
          <a:p>
            <a:pPr algn="ctr"/>
            <a:r>
              <a:rPr lang="en-US" sz="3600" b="1">
                <a:solidFill>
                  <a:srgbClr val="FFFFFF"/>
                </a:solidFill>
                <a:latin typeface="Cambria" pitchFamily="34" charset="0"/>
                <a:ea typeface="Cambria" pitchFamily="34" charset="-122"/>
                <a:cs typeface="Cambria" pitchFamily="34" charset="-120"/>
              </a:rPr>
              <a:t>2</a:t>
            </a:r>
            <a:endParaRPr lang="en-US" sz="3600"/>
          </a:p>
        </p:txBody>
      </p:sp>
      <p:sp>
        <p:nvSpPr>
          <p:cNvPr id="14" name="Text 12"/>
          <p:cNvSpPr/>
          <p:nvPr/>
        </p:nvSpPr>
        <p:spPr>
          <a:xfrm>
            <a:off x="3457158" y="2133600"/>
            <a:ext cx="2432975" cy="609600"/>
          </a:xfrm>
          <a:prstGeom prst="rect">
            <a:avLst/>
          </a:prstGeom>
          <a:noFill/>
          <a:ln/>
        </p:spPr>
        <p:txBody>
          <a:bodyPr wrap="square" rtlCol="0" anchor="ctr"/>
          <a:lstStyle/>
          <a:p>
            <a:pPr>
              <a:lnSpc>
                <a:spcPct val="110000"/>
              </a:lnSpc>
            </a:pPr>
            <a:r>
              <a:rPr lang="en-US" sz="2000" b="1">
                <a:solidFill>
                  <a:srgbClr val="1A1F3C"/>
                </a:solidFill>
                <a:latin typeface="Cambria" pitchFamily="34" charset="0"/>
                <a:ea typeface="Cambria" pitchFamily="34" charset="-122"/>
                <a:cs typeface="Cambria" pitchFamily="34" charset="-120"/>
              </a:rPr>
              <a:t>Niedobór specjalistów</a:t>
            </a:r>
            <a:endParaRPr lang="en-US" sz="2000"/>
          </a:p>
        </p:txBody>
      </p:sp>
      <p:sp>
        <p:nvSpPr>
          <p:cNvPr id="15" name="Text 13"/>
          <p:cNvSpPr/>
          <p:nvPr/>
        </p:nvSpPr>
        <p:spPr>
          <a:xfrm>
            <a:off x="3457158" y="2743200"/>
            <a:ext cx="2432975" cy="1097280"/>
          </a:xfrm>
          <a:prstGeom prst="rect">
            <a:avLst/>
          </a:prstGeom>
          <a:noFill/>
          <a:ln/>
        </p:spPr>
        <p:txBody>
          <a:bodyPr wrap="square" rtlCol="0" anchor="ctr"/>
          <a:lstStyle/>
          <a:p>
            <a:pPr>
              <a:lnSpc>
                <a:spcPct val="120000"/>
              </a:lnSpc>
            </a:pPr>
            <a:r>
              <a:rPr lang="en-US" sz="1500">
                <a:solidFill>
                  <a:srgbClr val="4A5280"/>
                </a:solidFill>
                <a:latin typeface="Calibri" pitchFamily="34" charset="0"/>
                <a:ea typeface="Calibri" pitchFamily="34" charset="-122"/>
                <a:cs typeface="Calibri" pitchFamily="34" charset="-120"/>
              </a:rPr>
              <a:t>Strukturalny deficyt kadr, szczególnie poza dużymi miastami.</a:t>
            </a:r>
            <a:endParaRPr lang="en-US" sz="1500"/>
          </a:p>
        </p:txBody>
      </p:sp>
      <p:sp>
        <p:nvSpPr>
          <p:cNvPr id="17" name="Shape 15"/>
          <p:cNvSpPr/>
          <p:nvPr/>
        </p:nvSpPr>
        <p:spPr>
          <a:xfrm>
            <a:off x="6177099" y="1341120"/>
            <a:ext cx="2682511" cy="2560320"/>
          </a:xfrm>
          <a:prstGeom prst="roundRect">
            <a:avLst>
              <a:gd name="adj" fmla="val 4762"/>
            </a:avLst>
          </a:prstGeom>
          <a:solidFill>
            <a:srgbClr val="FFFFFF"/>
          </a:solidFill>
          <a:ln>
            <a:solidFill>
              <a:schemeClr val="bg2"/>
            </a:solidFill>
          </a:ln>
          <a:effectLst>
            <a:outerShdw blurRad="76200" dist="25400" dir="2700000" algn="bl" rotWithShape="0">
              <a:srgbClr val="000000">
                <a:alpha val="8000"/>
              </a:srgbClr>
            </a:outerShdw>
          </a:effectLst>
        </p:spPr>
      </p:sp>
      <p:sp>
        <p:nvSpPr>
          <p:cNvPr id="18" name="Shape 16"/>
          <p:cNvSpPr/>
          <p:nvPr/>
        </p:nvSpPr>
        <p:spPr>
          <a:xfrm>
            <a:off x="6177099" y="1341120"/>
            <a:ext cx="2682511" cy="670560"/>
          </a:xfrm>
          <a:prstGeom prst="roundRect">
            <a:avLst>
              <a:gd name="adj" fmla="val 14545"/>
            </a:avLst>
          </a:prstGeom>
          <a:solidFill>
            <a:srgbClr val="5B8FF9"/>
          </a:solidFill>
          <a:ln/>
        </p:spPr>
      </p:sp>
      <p:sp>
        <p:nvSpPr>
          <p:cNvPr id="19" name="Text 17"/>
          <p:cNvSpPr/>
          <p:nvPr/>
        </p:nvSpPr>
        <p:spPr>
          <a:xfrm>
            <a:off x="6177099" y="1341120"/>
            <a:ext cx="2682511" cy="670560"/>
          </a:xfrm>
          <a:prstGeom prst="rect">
            <a:avLst/>
          </a:prstGeom>
          <a:noFill/>
          <a:ln/>
        </p:spPr>
        <p:txBody>
          <a:bodyPr wrap="square" rtlCol="0" anchor="ctr"/>
          <a:lstStyle/>
          <a:p>
            <a:pPr algn="ctr"/>
            <a:r>
              <a:rPr lang="en-US" sz="3600" b="1">
                <a:solidFill>
                  <a:srgbClr val="FFFFFF"/>
                </a:solidFill>
                <a:latin typeface="Cambria" pitchFamily="34" charset="0"/>
                <a:ea typeface="Cambria" pitchFamily="34" charset="-122"/>
                <a:cs typeface="Cambria" pitchFamily="34" charset="-120"/>
              </a:rPr>
              <a:t>3</a:t>
            </a:r>
            <a:endParaRPr lang="en-US" sz="3600"/>
          </a:p>
        </p:txBody>
      </p:sp>
      <p:sp>
        <p:nvSpPr>
          <p:cNvPr id="20" name="Text 18"/>
          <p:cNvSpPr/>
          <p:nvPr/>
        </p:nvSpPr>
        <p:spPr>
          <a:xfrm>
            <a:off x="6301867" y="2133600"/>
            <a:ext cx="2432975" cy="609600"/>
          </a:xfrm>
          <a:prstGeom prst="rect">
            <a:avLst/>
          </a:prstGeom>
          <a:noFill/>
          <a:ln/>
        </p:spPr>
        <p:txBody>
          <a:bodyPr wrap="square" rtlCol="0" anchor="ctr"/>
          <a:lstStyle/>
          <a:p>
            <a:pPr>
              <a:lnSpc>
                <a:spcPct val="110000"/>
              </a:lnSpc>
            </a:pPr>
            <a:r>
              <a:rPr lang="en-US" sz="2000" b="1">
                <a:solidFill>
                  <a:srgbClr val="1A1F3C"/>
                </a:solidFill>
                <a:latin typeface="Cambria" pitchFamily="34" charset="0"/>
                <a:ea typeface="Cambria" pitchFamily="34" charset="-122"/>
                <a:cs typeface="Cambria" pitchFamily="34" charset="-120"/>
              </a:rPr>
              <a:t>Normalizacja kontaktu zdalnego</a:t>
            </a:r>
            <a:endParaRPr lang="en-US" sz="2000"/>
          </a:p>
        </p:txBody>
      </p:sp>
      <p:sp>
        <p:nvSpPr>
          <p:cNvPr id="21" name="Text 19"/>
          <p:cNvSpPr/>
          <p:nvPr/>
        </p:nvSpPr>
        <p:spPr>
          <a:xfrm>
            <a:off x="6301867" y="2743200"/>
            <a:ext cx="2432975" cy="1097280"/>
          </a:xfrm>
          <a:prstGeom prst="rect">
            <a:avLst/>
          </a:prstGeom>
          <a:noFill/>
          <a:ln/>
        </p:spPr>
        <p:txBody>
          <a:bodyPr wrap="square" rtlCol="0" anchor="ctr"/>
          <a:lstStyle/>
          <a:p>
            <a:pPr>
              <a:lnSpc>
                <a:spcPct val="120000"/>
              </a:lnSpc>
            </a:pPr>
            <a:r>
              <a:rPr lang="pl-PL" sz="1500" dirty="0" smtClean="0">
                <a:solidFill>
                  <a:srgbClr val="4A5280"/>
                </a:solidFill>
                <a:latin typeface="Calibri" pitchFamily="34" charset="0"/>
                <a:ea typeface="Calibri" pitchFamily="34" charset="-122"/>
                <a:cs typeface="Calibri" pitchFamily="34" charset="-120"/>
              </a:rPr>
              <a:t>Doświadczenie pandemii znormalizowało sesje wideo jako standard.</a:t>
            </a:r>
            <a:endParaRPr lang="pl-PL" sz="1500" dirty="0"/>
          </a:p>
        </p:txBody>
      </p:sp>
      <p:sp>
        <p:nvSpPr>
          <p:cNvPr id="23" name="Shape 21"/>
          <p:cNvSpPr/>
          <p:nvPr/>
        </p:nvSpPr>
        <p:spPr>
          <a:xfrm>
            <a:off x="9021809" y="1341120"/>
            <a:ext cx="2682511" cy="2560320"/>
          </a:xfrm>
          <a:prstGeom prst="roundRect">
            <a:avLst>
              <a:gd name="adj" fmla="val 4762"/>
            </a:avLst>
          </a:prstGeom>
          <a:solidFill>
            <a:srgbClr val="FFFFFF"/>
          </a:solidFill>
          <a:ln>
            <a:solidFill>
              <a:schemeClr val="bg2"/>
            </a:solidFill>
          </a:ln>
          <a:effectLst>
            <a:outerShdw blurRad="76200" dist="25400" dir="2700000" algn="bl" rotWithShape="0">
              <a:srgbClr val="000000">
                <a:alpha val="8000"/>
              </a:srgbClr>
            </a:outerShdw>
          </a:effectLst>
        </p:spPr>
      </p:sp>
      <p:sp>
        <p:nvSpPr>
          <p:cNvPr id="24" name="Shape 22"/>
          <p:cNvSpPr/>
          <p:nvPr/>
        </p:nvSpPr>
        <p:spPr>
          <a:xfrm>
            <a:off x="9021809" y="1341120"/>
            <a:ext cx="2682511" cy="670560"/>
          </a:xfrm>
          <a:prstGeom prst="roundRect">
            <a:avLst>
              <a:gd name="adj" fmla="val 14545"/>
            </a:avLst>
          </a:prstGeom>
          <a:solidFill>
            <a:srgbClr val="2D7DD2"/>
          </a:solidFill>
          <a:ln/>
        </p:spPr>
      </p:sp>
      <p:sp>
        <p:nvSpPr>
          <p:cNvPr id="25" name="Text 23"/>
          <p:cNvSpPr/>
          <p:nvPr/>
        </p:nvSpPr>
        <p:spPr>
          <a:xfrm>
            <a:off x="9021809" y="1341120"/>
            <a:ext cx="2682511" cy="670560"/>
          </a:xfrm>
          <a:prstGeom prst="rect">
            <a:avLst/>
          </a:prstGeom>
          <a:noFill/>
          <a:ln/>
        </p:spPr>
        <p:txBody>
          <a:bodyPr wrap="square" rtlCol="0" anchor="ctr"/>
          <a:lstStyle/>
          <a:p>
            <a:pPr algn="ctr"/>
            <a:r>
              <a:rPr lang="en-US" sz="3600" b="1">
                <a:solidFill>
                  <a:srgbClr val="FFFFFF"/>
                </a:solidFill>
                <a:latin typeface="Cambria" pitchFamily="34" charset="0"/>
                <a:ea typeface="Cambria" pitchFamily="34" charset="-122"/>
                <a:cs typeface="Cambria" pitchFamily="34" charset="-120"/>
              </a:rPr>
              <a:t>4</a:t>
            </a:r>
            <a:endParaRPr lang="en-US" sz="3600"/>
          </a:p>
        </p:txBody>
      </p:sp>
      <p:sp>
        <p:nvSpPr>
          <p:cNvPr id="26" name="Text 24"/>
          <p:cNvSpPr/>
          <p:nvPr/>
        </p:nvSpPr>
        <p:spPr>
          <a:xfrm>
            <a:off x="9146577" y="2133600"/>
            <a:ext cx="2432975" cy="609600"/>
          </a:xfrm>
          <a:prstGeom prst="rect">
            <a:avLst/>
          </a:prstGeom>
          <a:noFill/>
          <a:ln/>
        </p:spPr>
        <p:txBody>
          <a:bodyPr wrap="square" rtlCol="0" anchor="ctr"/>
          <a:lstStyle/>
          <a:p>
            <a:pPr>
              <a:lnSpc>
                <a:spcPct val="110000"/>
              </a:lnSpc>
            </a:pPr>
            <a:r>
              <a:rPr lang="en-US" sz="2000" b="1">
                <a:solidFill>
                  <a:srgbClr val="1A1F3C"/>
                </a:solidFill>
                <a:latin typeface="Cambria" pitchFamily="34" charset="0"/>
                <a:ea typeface="Cambria" pitchFamily="34" charset="-122"/>
                <a:cs typeface="Cambria" pitchFamily="34" charset="-120"/>
              </a:rPr>
              <a:t>Cyfryzacja i nowe technologie</a:t>
            </a:r>
            <a:endParaRPr lang="en-US" sz="2000"/>
          </a:p>
        </p:txBody>
      </p:sp>
      <p:sp>
        <p:nvSpPr>
          <p:cNvPr id="27" name="Text 25"/>
          <p:cNvSpPr/>
          <p:nvPr/>
        </p:nvSpPr>
        <p:spPr>
          <a:xfrm>
            <a:off x="9146577" y="2743200"/>
            <a:ext cx="2432975" cy="1097280"/>
          </a:xfrm>
          <a:prstGeom prst="rect">
            <a:avLst/>
          </a:prstGeom>
          <a:noFill/>
          <a:ln/>
        </p:spPr>
        <p:txBody>
          <a:bodyPr wrap="square" rtlCol="0" anchor="ctr"/>
          <a:lstStyle/>
          <a:p>
            <a:pPr>
              <a:lnSpc>
                <a:spcPct val="120000"/>
              </a:lnSpc>
            </a:pPr>
            <a:r>
              <a:rPr lang="en-US" sz="1500">
                <a:solidFill>
                  <a:srgbClr val="4A5280"/>
                </a:solidFill>
                <a:latin typeface="Calibri" pitchFamily="34" charset="0"/>
                <a:ea typeface="Calibri" pitchFamily="34" charset="-122"/>
                <a:cs typeface="Calibri" pitchFamily="34" charset="-120"/>
              </a:rPr>
              <a:t>Aplikacje, urządzenia mobilne, VR i generatywna AI jako nowe narzędzia.</a:t>
            </a:r>
            <a:endParaRPr lang="en-US" sz="1500"/>
          </a:p>
        </p:txBody>
      </p:sp>
      <p:sp>
        <p:nvSpPr>
          <p:cNvPr id="29" name="Shape 27"/>
          <p:cNvSpPr/>
          <p:nvPr/>
        </p:nvSpPr>
        <p:spPr>
          <a:xfrm>
            <a:off x="1301808" y="4532165"/>
            <a:ext cx="9750582" cy="669956"/>
          </a:xfrm>
          <a:prstGeom prst="roundRect">
            <a:avLst>
              <a:gd name="adj" fmla="val 12500"/>
            </a:avLst>
          </a:prstGeom>
          <a:solidFill>
            <a:srgbClr val="1E2761"/>
          </a:solidFill>
          <a:ln/>
          <a:effectLst>
            <a:outerShdw blurRad="76200" dist="25400" dir="2700000" algn="bl" rotWithShape="0">
              <a:srgbClr val="000000">
                <a:alpha val="8000"/>
              </a:srgbClr>
            </a:outerShdw>
          </a:effectLst>
        </p:spPr>
        <p:txBody>
          <a:bodyPr anchor="ctr"/>
          <a:lstStyle/>
          <a:p>
            <a:pPr algn="ctr"/>
            <a:r>
              <a:rPr lang="pl-PL" sz="2800" b="1">
                <a:solidFill>
                  <a:srgbClr val="FFFFFF"/>
                </a:solidFill>
                <a:latin typeface="Cambria" pitchFamily="34" charset="0"/>
                <a:ea typeface="Cambria" pitchFamily="34" charset="-122"/>
                <a:cs typeface="Cambria" pitchFamily="34" charset="-120"/>
              </a:rPr>
              <a:t>Presja na zmianę modelu pomocy psychologicznej</a:t>
            </a:r>
          </a:p>
        </p:txBody>
      </p:sp>
      <p:sp>
        <p:nvSpPr>
          <p:cNvPr id="31" name="Shape 29"/>
          <p:cNvSpPr/>
          <p:nvPr/>
        </p:nvSpPr>
        <p:spPr>
          <a:xfrm>
            <a:off x="487680" y="5791200"/>
            <a:ext cx="11216640" cy="670560"/>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2200">
                <a:solidFill>
                  <a:srgbClr val="1E2761"/>
                </a:solidFill>
                <a:latin typeface="Cambria Math" panose="02040503050406030204" pitchFamily="18" charset="0"/>
                <a:ea typeface="Cambria Math" panose="02040503050406030204" pitchFamily="18" charset="0"/>
                <a:cs typeface="Calibri" pitchFamily="34" charset="-120"/>
              </a:rPr>
              <a:t>To dobry moment, żeby uczyć się tego tematu krytycznie, zanim zrobi to za nas rynek</a:t>
            </a:r>
          </a:p>
        </p:txBody>
      </p:sp>
      <p:cxnSp>
        <p:nvCxnSpPr>
          <p:cNvPr id="34" name="Łącznik prosty ze strzałką 33"/>
          <p:cNvCxnSpPr/>
          <p:nvPr/>
        </p:nvCxnSpPr>
        <p:spPr>
          <a:xfrm>
            <a:off x="1753053" y="3925824"/>
            <a:ext cx="0" cy="564695"/>
          </a:xfrm>
          <a:prstGeom prst="straightConnector1">
            <a:avLst/>
          </a:prstGeom>
          <a:ln w="285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Łącznik prosty ze strzałką 35"/>
          <p:cNvCxnSpPr/>
          <p:nvPr/>
        </p:nvCxnSpPr>
        <p:spPr>
          <a:xfrm>
            <a:off x="4632417" y="3925824"/>
            <a:ext cx="0" cy="564695"/>
          </a:xfrm>
          <a:prstGeom prst="straightConnector1">
            <a:avLst/>
          </a:prstGeom>
          <a:ln w="285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Łącznik prosty ze strzałką 38"/>
          <p:cNvCxnSpPr/>
          <p:nvPr/>
        </p:nvCxnSpPr>
        <p:spPr>
          <a:xfrm>
            <a:off x="7525421" y="3925824"/>
            <a:ext cx="0" cy="564695"/>
          </a:xfrm>
          <a:prstGeom prst="straightConnector1">
            <a:avLst/>
          </a:prstGeom>
          <a:ln w="285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Łącznik prosty ze strzałką 39"/>
          <p:cNvCxnSpPr/>
          <p:nvPr/>
        </p:nvCxnSpPr>
        <p:spPr>
          <a:xfrm>
            <a:off x="10422893" y="3925824"/>
            <a:ext cx="0" cy="564695"/>
          </a:xfrm>
          <a:prstGeom prst="straightConnector1">
            <a:avLst/>
          </a:prstGeom>
          <a:ln w="285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2" name="Grupa 41"/>
          <p:cNvGrpSpPr/>
          <p:nvPr/>
        </p:nvGrpSpPr>
        <p:grpSpPr>
          <a:xfrm>
            <a:off x="0" y="0"/>
            <a:ext cx="12192000" cy="1080000"/>
            <a:chOff x="0" y="0"/>
            <a:chExt cx="12192000" cy="1219200"/>
          </a:xfrm>
        </p:grpSpPr>
        <p:sp>
          <p:nvSpPr>
            <p:cNvPr id="43" name="Shape 0"/>
            <p:cNvSpPr/>
            <p:nvPr/>
          </p:nvSpPr>
          <p:spPr>
            <a:xfrm>
              <a:off x="0" y="0"/>
              <a:ext cx="12192000" cy="1219200"/>
            </a:xfrm>
            <a:prstGeom prst="rect">
              <a:avLst/>
            </a:prstGeom>
            <a:solidFill>
              <a:srgbClr val="1E2761"/>
            </a:solidFill>
            <a:ln w="12700">
              <a:solidFill>
                <a:srgbClr val="1E2761"/>
              </a:solidFill>
              <a:prstDash val="solid"/>
            </a:ln>
          </p:spPr>
        </p:sp>
        <p:sp>
          <p:nvSpPr>
            <p:cNvPr id="44" name="Text 1"/>
            <p:cNvSpPr/>
            <p:nvPr/>
          </p:nvSpPr>
          <p:spPr>
            <a:xfrm>
              <a:off x="540000" y="40640"/>
              <a:ext cx="10800000" cy="609600"/>
            </a:xfrm>
            <a:prstGeom prst="rect">
              <a:avLst/>
            </a:prstGeom>
            <a:noFill/>
            <a:ln/>
          </p:spPr>
          <p:txBody>
            <a:bodyPr wrap="square" rtlCol="0" anchor="b"/>
            <a:lstStyle/>
            <a:p>
              <a:r>
                <a:rPr lang="pl-PL" sz="2400" b="1">
                  <a:solidFill>
                    <a:srgbClr val="FFFFFF"/>
                  </a:solidFill>
                  <a:latin typeface="Cambria" pitchFamily="34" charset="0"/>
                  <a:ea typeface="Cambria" pitchFamily="34" charset="-122"/>
                  <a:cs typeface="Cambria" pitchFamily="34" charset="-120"/>
                </a:rPr>
                <a:t>DLACZEGO TEMAT JEST WAŻNY WŁAŚNIE TERAZ?</a:t>
              </a:r>
            </a:p>
          </p:txBody>
        </p:sp>
        <p:sp>
          <p:nvSpPr>
            <p:cNvPr id="45" name="Text 2"/>
            <p:cNvSpPr/>
            <p:nvPr/>
          </p:nvSpPr>
          <p:spPr>
            <a:xfrm>
              <a:off x="540000" y="731520"/>
              <a:ext cx="10836000" cy="406400"/>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Zbieg czterech niezależnych trendów społecznych i technologicznych</a:t>
              </a:r>
            </a:p>
          </p:txBody>
        </p:sp>
      </p:grpSp>
    </p:spTree>
    <p:extLst>
      <p:ext uri="{BB962C8B-B14F-4D97-AF65-F5344CB8AC3E}">
        <p14:creationId xmlns:p14="http://schemas.microsoft.com/office/powerpoint/2010/main" val="922618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87680" y="1706880"/>
            <a:ext cx="3169920" cy="3169920"/>
          </a:xfrm>
          <a:prstGeom prst="roundRect">
            <a:avLst>
              <a:gd name="adj" fmla="val 3846"/>
            </a:avLst>
          </a:prstGeom>
          <a:solidFill>
            <a:srgbClr val="FFFFFF"/>
          </a:solidFill>
          <a:ln/>
          <a:effectLst>
            <a:outerShdw blurRad="76200" dist="25400" dir="2700000" algn="bl" rotWithShape="0">
              <a:srgbClr val="000000">
                <a:alpha val="8000"/>
              </a:srgbClr>
            </a:outerShdw>
          </a:effectLst>
        </p:spPr>
      </p:sp>
      <p:sp>
        <p:nvSpPr>
          <p:cNvPr id="6" name="Shape 4"/>
          <p:cNvSpPr/>
          <p:nvPr/>
        </p:nvSpPr>
        <p:spPr>
          <a:xfrm>
            <a:off x="641024" y="1929384"/>
            <a:ext cx="2925072" cy="2033016"/>
          </a:xfrm>
          <a:prstGeom prst="roundRect">
            <a:avLst>
              <a:gd name="adj" fmla="val 27063"/>
            </a:avLst>
          </a:prstGeom>
          <a:solidFill>
            <a:srgbClr val="5966A5"/>
          </a:solidFill>
          <a:ln/>
          <a:effectLst>
            <a:outerShdw blurRad="76200" dist="25400" dir="2700000" algn="bl" rotWithShape="0">
              <a:srgbClr val="000000">
                <a:alpha val="8000"/>
              </a:srgbClr>
            </a:outerShdw>
          </a:effectLst>
        </p:spPr>
        <p:txBody>
          <a:bodyPr anchor="ctr"/>
          <a:lstStyle/>
          <a:p>
            <a:pPr algn="ctr">
              <a:lnSpc>
                <a:spcPct val="115000"/>
              </a:lnSpc>
            </a:pPr>
            <a:r>
              <a:rPr lang="pl-PL" sz="2400" b="1">
                <a:solidFill>
                  <a:srgbClr val="FFFFFF"/>
                </a:solidFill>
                <a:latin typeface="Cambria Math" panose="02040503050406030204" pitchFamily="18" charset="0"/>
                <a:ea typeface="Cambria Math" panose="02040503050406030204" pitchFamily="18" charset="0"/>
                <a:cs typeface="Cambria" pitchFamily="34" charset="-120"/>
              </a:rPr>
              <a:t>Rozmowa</a:t>
            </a:r>
            <a:endParaRPr lang="pl-PL" sz="2400">
              <a:latin typeface="Cambria Math" panose="02040503050406030204" pitchFamily="18" charset="0"/>
              <a:ea typeface="Cambria Math" panose="02040503050406030204" pitchFamily="18" charset="0"/>
            </a:endParaRPr>
          </a:p>
          <a:p>
            <a:pPr algn="ctr">
              <a:lnSpc>
                <a:spcPct val="115000"/>
              </a:lnSpc>
            </a:pPr>
            <a:r>
              <a:rPr lang="pl-PL" sz="2400" b="1">
                <a:solidFill>
                  <a:srgbClr val="FFFFFF"/>
                </a:solidFill>
                <a:latin typeface="Cambria Math" panose="02040503050406030204" pitchFamily="18" charset="0"/>
                <a:ea typeface="Cambria Math" panose="02040503050406030204" pitchFamily="18" charset="0"/>
                <a:cs typeface="Cambria" pitchFamily="34" charset="-120"/>
              </a:rPr>
              <a:t>telefoniczna</a:t>
            </a:r>
            <a:endParaRPr lang="pl-PL" sz="2400">
              <a:latin typeface="Cambria Math" panose="02040503050406030204" pitchFamily="18" charset="0"/>
              <a:ea typeface="Cambria Math" panose="02040503050406030204" pitchFamily="18" charset="0"/>
            </a:endParaRPr>
          </a:p>
          <a:p>
            <a:pPr algn="ctr">
              <a:lnSpc>
                <a:spcPct val="115000"/>
              </a:lnSpc>
            </a:pPr>
            <a:r>
              <a:rPr lang="pl-PL" sz="2400" b="1">
                <a:solidFill>
                  <a:srgbClr val="FFFFFF"/>
                </a:solidFill>
                <a:latin typeface="Cambria Math" panose="02040503050406030204" pitchFamily="18" charset="0"/>
                <a:ea typeface="Cambria Math" panose="02040503050406030204" pitchFamily="18" charset="0"/>
                <a:cs typeface="Cambria" pitchFamily="34" charset="-120"/>
              </a:rPr>
              <a:t>/ wideo</a:t>
            </a:r>
            <a:endParaRPr lang="pl-PL" sz="2400">
              <a:latin typeface="Cambria Math" panose="02040503050406030204" pitchFamily="18" charset="0"/>
              <a:ea typeface="Cambria Math" panose="02040503050406030204" pitchFamily="18" charset="0"/>
            </a:endParaRPr>
          </a:p>
        </p:txBody>
      </p:sp>
      <p:sp>
        <p:nvSpPr>
          <p:cNvPr id="8" name="Text 6"/>
          <p:cNvSpPr/>
          <p:nvPr/>
        </p:nvSpPr>
        <p:spPr>
          <a:xfrm>
            <a:off x="487680" y="4105656"/>
            <a:ext cx="3169920" cy="487680"/>
          </a:xfrm>
          <a:prstGeom prst="rect">
            <a:avLst/>
          </a:prstGeom>
          <a:noFill/>
          <a:ln/>
        </p:spPr>
        <p:txBody>
          <a:bodyPr wrap="square" rtlCol="0" anchor="ctr"/>
          <a:lstStyle/>
          <a:p>
            <a:pPr algn="ctr"/>
            <a:r>
              <a:rPr lang="en-US" sz="1600" i="1">
                <a:solidFill>
                  <a:srgbClr val="4A5280"/>
                </a:solidFill>
                <a:latin typeface="Calibri" pitchFamily="34" charset="0"/>
                <a:ea typeface="Calibri" pitchFamily="34" charset="-122"/>
                <a:cs typeface="Calibri" pitchFamily="34" charset="-120"/>
              </a:rPr>
              <a:t>Punkt wyjścia</a:t>
            </a:r>
            <a:endParaRPr lang="en-US" sz="1600"/>
          </a:p>
        </p:txBody>
      </p:sp>
      <p:sp>
        <p:nvSpPr>
          <p:cNvPr id="9" name="Shape 7"/>
          <p:cNvSpPr/>
          <p:nvPr/>
        </p:nvSpPr>
        <p:spPr>
          <a:xfrm flipV="1">
            <a:off x="3971934" y="3223034"/>
            <a:ext cx="1264587" cy="7846"/>
          </a:xfrm>
          <a:prstGeom prst="line">
            <a:avLst/>
          </a:prstGeom>
          <a:noFill/>
          <a:ln w="25400">
            <a:solidFill>
              <a:srgbClr val="5B8FF9"/>
            </a:solidFill>
            <a:prstDash val="solid"/>
            <a:tailEnd type="triangle"/>
          </a:ln>
        </p:spPr>
      </p:sp>
      <p:sp>
        <p:nvSpPr>
          <p:cNvPr id="10" name="Text 8"/>
          <p:cNvSpPr/>
          <p:nvPr/>
        </p:nvSpPr>
        <p:spPr>
          <a:xfrm>
            <a:off x="3816089" y="2807136"/>
            <a:ext cx="1572654" cy="365760"/>
          </a:xfrm>
          <a:prstGeom prst="rect">
            <a:avLst/>
          </a:prstGeom>
          <a:noFill/>
          <a:ln/>
        </p:spPr>
        <p:txBody>
          <a:bodyPr wrap="square" rtlCol="0" anchor="ctr"/>
          <a:lstStyle/>
          <a:p>
            <a:pPr algn="ctr"/>
            <a:r>
              <a:rPr lang="en-US" i="1">
                <a:solidFill>
                  <a:srgbClr val="5966A5"/>
                </a:solidFill>
                <a:latin typeface="Calibri" pitchFamily="34" charset="0"/>
                <a:ea typeface="Calibri" pitchFamily="34" charset="-122"/>
                <a:cs typeface="Calibri" pitchFamily="34" charset="-120"/>
              </a:rPr>
              <a:t>transformacja</a:t>
            </a:r>
            <a:endParaRPr lang="en-US">
              <a:solidFill>
                <a:srgbClr val="5966A5"/>
              </a:solidFill>
            </a:endParaRPr>
          </a:p>
        </p:txBody>
      </p:sp>
      <p:sp>
        <p:nvSpPr>
          <p:cNvPr id="13" name="Shape 11"/>
          <p:cNvSpPr/>
          <p:nvPr/>
        </p:nvSpPr>
        <p:spPr>
          <a:xfrm>
            <a:off x="8577015" y="1606296"/>
            <a:ext cx="0" cy="1917192"/>
          </a:xfrm>
          <a:prstGeom prst="line">
            <a:avLst/>
          </a:prstGeom>
          <a:noFill/>
          <a:ln w="12700">
            <a:solidFill>
              <a:srgbClr val="8A93C0"/>
            </a:solidFill>
            <a:prstDash val="sysDot"/>
          </a:ln>
        </p:spPr>
      </p:sp>
      <p:sp>
        <p:nvSpPr>
          <p:cNvPr id="14" name="Shape 12"/>
          <p:cNvSpPr/>
          <p:nvPr/>
        </p:nvSpPr>
        <p:spPr>
          <a:xfrm>
            <a:off x="7821111" y="1350264"/>
            <a:ext cx="1511808" cy="512064"/>
          </a:xfrm>
          <a:prstGeom prst="roundRect">
            <a:avLst>
              <a:gd name="adj" fmla="val 19048"/>
            </a:avLst>
          </a:prstGeom>
          <a:solidFill>
            <a:srgbClr val="2D3B8E"/>
          </a:solidFill>
          <a:ln/>
        </p:spPr>
        <p:txBody>
          <a:bodyPr anchor="ctr"/>
          <a:lstStyle/>
          <a:p>
            <a:pPr algn="ctr"/>
            <a:r>
              <a:rPr lang="pl-PL" b="1">
                <a:solidFill>
                  <a:srgbClr val="FFFFFF"/>
                </a:solidFill>
                <a:latin typeface="Calibri" pitchFamily="34" charset="0"/>
                <a:ea typeface="Calibri" pitchFamily="34" charset="-122"/>
                <a:cs typeface="Calibri" pitchFamily="34" charset="-120"/>
              </a:rPr>
              <a:t>Platforma</a:t>
            </a:r>
            <a:endParaRPr lang="pl-PL"/>
          </a:p>
        </p:txBody>
      </p:sp>
      <p:sp>
        <p:nvSpPr>
          <p:cNvPr id="16" name="Shape 14"/>
          <p:cNvSpPr/>
          <p:nvPr/>
        </p:nvSpPr>
        <p:spPr>
          <a:xfrm>
            <a:off x="6799641" y="2343147"/>
            <a:ext cx="1777375" cy="1180341"/>
          </a:xfrm>
          <a:prstGeom prst="line">
            <a:avLst/>
          </a:prstGeom>
          <a:noFill/>
          <a:ln w="12700">
            <a:solidFill>
              <a:srgbClr val="8A93C0"/>
            </a:solidFill>
            <a:prstDash val="sysDot"/>
          </a:ln>
        </p:spPr>
      </p:sp>
      <p:sp>
        <p:nvSpPr>
          <p:cNvPr id="17" name="Shape 15"/>
          <p:cNvSpPr/>
          <p:nvPr/>
        </p:nvSpPr>
        <p:spPr>
          <a:xfrm>
            <a:off x="5931351" y="2087115"/>
            <a:ext cx="1511808" cy="512064"/>
          </a:xfrm>
          <a:prstGeom prst="roundRect">
            <a:avLst>
              <a:gd name="adj" fmla="val 19048"/>
            </a:avLst>
          </a:prstGeom>
          <a:solidFill>
            <a:srgbClr val="5B8FF9"/>
          </a:solidFill>
          <a:ln/>
        </p:spPr>
        <p:txBody>
          <a:bodyPr anchor="ctr"/>
          <a:lstStyle/>
          <a:p>
            <a:pPr algn="ctr"/>
            <a:r>
              <a:rPr lang="pl-PL" b="1">
                <a:solidFill>
                  <a:srgbClr val="FFFFFF"/>
                </a:solidFill>
                <a:latin typeface="Calibri" pitchFamily="34" charset="0"/>
                <a:ea typeface="Calibri" pitchFamily="34" charset="-122"/>
                <a:cs typeface="Calibri" pitchFamily="34" charset="-120"/>
              </a:rPr>
              <a:t>Kontrakt</a:t>
            </a:r>
            <a:endParaRPr lang="pl-PL"/>
          </a:p>
        </p:txBody>
      </p:sp>
      <p:sp>
        <p:nvSpPr>
          <p:cNvPr id="19" name="Shape 17"/>
          <p:cNvSpPr/>
          <p:nvPr/>
        </p:nvSpPr>
        <p:spPr>
          <a:xfrm flipV="1">
            <a:off x="6388493" y="3600202"/>
            <a:ext cx="2188521" cy="398773"/>
          </a:xfrm>
          <a:prstGeom prst="line">
            <a:avLst/>
          </a:prstGeom>
          <a:noFill/>
          <a:ln w="12700">
            <a:solidFill>
              <a:srgbClr val="8A93C0"/>
            </a:solidFill>
            <a:prstDash val="sysDot"/>
          </a:ln>
        </p:spPr>
      </p:sp>
      <p:sp>
        <p:nvSpPr>
          <p:cNvPr id="20" name="Shape 18"/>
          <p:cNvSpPr/>
          <p:nvPr/>
        </p:nvSpPr>
        <p:spPr>
          <a:xfrm>
            <a:off x="5352174" y="3731267"/>
            <a:ext cx="1792224" cy="512064"/>
          </a:xfrm>
          <a:prstGeom prst="roundRect">
            <a:avLst>
              <a:gd name="adj" fmla="val 19048"/>
            </a:avLst>
          </a:prstGeom>
          <a:solidFill>
            <a:srgbClr val="2D7DD2"/>
          </a:solidFill>
          <a:ln/>
        </p:spPr>
        <p:txBody>
          <a:bodyPr anchor="ctr"/>
          <a:lstStyle/>
          <a:p>
            <a:pPr algn="ctr"/>
            <a:r>
              <a:rPr lang="pl-PL" b="1">
                <a:solidFill>
                  <a:srgbClr val="FFFFFF"/>
                </a:solidFill>
                <a:latin typeface="Calibri" pitchFamily="34" charset="0"/>
                <a:ea typeface="Calibri" pitchFamily="34" charset="-122"/>
                <a:cs typeface="Calibri" pitchFamily="34" charset="-120"/>
              </a:rPr>
              <a:t>Pomiar efektów</a:t>
            </a:r>
            <a:endParaRPr lang="pl-PL"/>
          </a:p>
        </p:txBody>
      </p:sp>
      <p:sp>
        <p:nvSpPr>
          <p:cNvPr id="22" name="Shape 20"/>
          <p:cNvSpPr/>
          <p:nvPr/>
        </p:nvSpPr>
        <p:spPr>
          <a:xfrm>
            <a:off x="8577016" y="3523488"/>
            <a:ext cx="2188521" cy="463811"/>
          </a:xfrm>
          <a:prstGeom prst="line">
            <a:avLst/>
          </a:prstGeom>
          <a:noFill/>
          <a:ln w="12700">
            <a:solidFill>
              <a:srgbClr val="8A93C0"/>
            </a:solidFill>
            <a:prstDash val="sysDot"/>
          </a:ln>
        </p:spPr>
      </p:sp>
      <p:sp>
        <p:nvSpPr>
          <p:cNvPr id="23" name="Shape 21"/>
          <p:cNvSpPr/>
          <p:nvPr/>
        </p:nvSpPr>
        <p:spPr>
          <a:xfrm>
            <a:off x="10009632" y="3731267"/>
            <a:ext cx="1511808" cy="512064"/>
          </a:xfrm>
          <a:prstGeom prst="roundRect">
            <a:avLst>
              <a:gd name="adj" fmla="val 19048"/>
            </a:avLst>
          </a:prstGeom>
          <a:solidFill>
            <a:srgbClr val="009242"/>
          </a:solidFill>
          <a:ln/>
        </p:spPr>
        <p:txBody>
          <a:bodyPr anchor="ctr"/>
          <a:lstStyle/>
          <a:p>
            <a:pPr algn="ctr"/>
            <a:r>
              <a:rPr lang="pl-PL" b="1">
                <a:solidFill>
                  <a:srgbClr val="FFFFFF"/>
                </a:solidFill>
                <a:latin typeface="Calibri" pitchFamily="34" charset="0"/>
                <a:ea typeface="Calibri" pitchFamily="34" charset="-122"/>
                <a:cs typeface="Calibri" pitchFamily="34" charset="-120"/>
              </a:rPr>
              <a:t>Zadania</a:t>
            </a:r>
            <a:endParaRPr lang="pl-PL"/>
          </a:p>
        </p:txBody>
      </p:sp>
      <p:sp>
        <p:nvSpPr>
          <p:cNvPr id="26" name="Shape 24"/>
          <p:cNvSpPr/>
          <p:nvPr/>
        </p:nvSpPr>
        <p:spPr>
          <a:xfrm>
            <a:off x="9598486" y="2087115"/>
            <a:ext cx="1511808" cy="512064"/>
          </a:xfrm>
          <a:prstGeom prst="roundRect">
            <a:avLst>
              <a:gd name="adj" fmla="val 19048"/>
            </a:avLst>
          </a:prstGeom>
          <a:solidFill>
            <a:srgbClr val="7B5EA7"/>
          </a:solidFill>
          <a:ln/>
        </p:spPr>
      </p:sp>
      <p:sp>
        <p:nvSpPr>
          <p:cNvPr id="27" name="Text 25"/>
          <p:cNvSpPr/>
          <p:nvPr/>
        </p:nvSpPr>
        <p:spPr>
          <a:xfrm>
            <a:off x="9598486" y="2087115"/>
            <a:ext cx="1511808" cy="512064"/>
          </a:xfrm>
          <a:prstGeom prst="rect">
            <a:avLst/>
          </a:prstGeom>
          <a:noFill/>
          <a:ln/>
        </p:spPr>
        <p:txBody>
          <a:bodyPr wrap="square" rtlCol="0" anchor="ctr"/>
          <a:lstStyle/>
          <a:p>
            <a:pPr algn="ctr"/>
            <a:r>
              <a:rPr lang="en-US" sz="1133" b="1">
                <a:solidFill>
                  <a:srgbClr val="FFFFFF"/>
                </a:solidFill>
                <a:latin typeface="Calibri" pitchFamily="34" charset="0"/>
                <a:ea typeface="Calibri" pitchFamily="34" charset="-122"/>
                <a:cs typeface="Calibri" pitchFamily="34" charset="-120"/>
              </a:rPr>
              <a:t>Aplikacje</a:t>
            </a:r>
            <a:endParaRPr lang="en-US" sz="1133"/>
          </a:p>
        </p:txBody>
      </p:sp>
      <p:sp>
        <p:nvSpPr>
          <p:cNvPr id="28" name="Shape 26"/>
          <p:cNvSpPr/>
          <p:nvPr/>
        </p:nvSpPr>
        <p:spPr>
          <a:xfrm flipH="1">
            <a:off x="8577014" y="3523488"/>
            <a:ext cx="1" cy="1491572"/>
          </a:xfrm>
          <a:prstGeom prst="line">
            <a:avLst/>
          </a:prstGeom>
          <a:noFill/>
          <a:ln w="12700">
            <a:solidFill>
              <a:srgbClr val="8A93C0"/>
            </a:solidFill>
            <a:prstDash val="sysDot"/>
          </a:ln>
        </p:spPr>
      </p:sp>
      <p:sp>
        <p:nvSpPr>
          <p:cNvPr id="29" name="Shape 27"/>
          <p:cNvSpPr/>
          <p:nvPr/>
        </p:nvSpPr>
        <p:spPr>
          <a:xfrm>
            <a:off x="7752607" y="4763510"/>
            <a:ext cx="1648814" cy="512064"/>
          </a:xfrm>
          <a:prstGeom prst="roundRect">
            <a:avLst>
              <a:gd name="adj" fmla="val 19048"/>
            </a:avLst>
          </a:prstGeom>
          <a:solidFill>
            <a:srgbClr val="C07B2F"/>
          </a:solidFill>
          <a:ln/>
        </p:spPr>
        <p:txBody>
          <a:bodyPr anchor="ctr"/>
          <a:lstStyle/>
          <a:p>
            <a:pPr algn="ctr"/>
            <a:r>
              <a:rPr lang="pl-PL" b="1">
                <a:solidFill>
                  <a:srgbClr val="FFFFFF"/>
                </a:solidFill>
                <a:latin typeface="Calibri" pitchFamily="34" charset="0"/>
                <a:ea typeface="Calibri" pitchFamily="34" charset="-122"/>
                <a:cs typeface="Calibri" pitchFamily="34" charset="-120"/>
              </a:rPr>
              <a:t>Dokumentacja</a:t>
            </a:r>
            <a:endParaRPr lang="pl-PL"/>
          </a:p>
        </p:txBody>
      </p:sp>
      <p:sp>
        <p:nvSpPr>
          <p:cNvPr id="31" name="Shape 29"/>
          <p:cNvSpPr/>
          <p:nvPr/>
        </p:nvSpPr>
        <p:spPr>
          <a:xfrm flipV="1">
            <a:off x="8973313" y="2351288"/>
            <a:ext cx="1175622" cy="1095485"/>
          </a:xfrm>
          <a:prstGeom prst="line">
            <a:avLst/>
          </a:prstGeom>
          <a:noFill/>
          <a:ln w="12700">
            <a:solidFill>
              <a:srgbClr val="8A93C0"/>
            </a:solidFill>
            <a:prstDash val="sysDot"/>
          </a:ln>
        </p:spPr>
      </p:sp>
      <p:sp>
        <p:nvSpPr>
          <p:cNvPr id="32" name="Shape 30"/>
          <p:cNvSpPr/>
          <p:nvPr/>
        </p:nvSpPr>
        <p:spPr>
          <a:xfrm>
            <a:off x="9598485" y="2087115"/>
            <a:ext cx="1763613" cy="512064"/>
          </a:xfrm>
          <a:prstGeom prst="roundRect">
            <a:avLst>
              <a:gd name="adj" fmla="val 19048"/>
            </a:avLst>
          </a:prstGeom>
          <a:solidFill>
            <a:srgbClr val="D64045"/>
          </a:solidFill>
          <a:ln/>
        </p:spPr>
        <p:txBody>
          <a:bodyPr anchor="ctr"/>
          <a:lstStyle/>
          <a:p>
            <a:pPr algn="ctr"/>
            <a:r>
              <a:rPr lang="pl-PL" b="1">
                <a:solidFill>
                  <a:srgbClr val="FFFFFF"/>
                </a:solidFill>
                <a:latin typeface="Calibri" pitchFamily="34" charset="0"/>
                <a:ea typeface="Calibri" pitchFamily="34" charset="-122"/>
                <a:cs typeface="Calibri" pitchFamily="34" charset="-120"/>
              </a:rPr>
              <a:t>Bezpieczeństwo</a:t>
            </a:r>
            <a:endParaRPr lang="pl-PL"/>
          </a:p>
        </p:txBody>
      </p:sp>
      <p:sp>
        <p:nvSpPr>
          <p:cNvPr id="34" name="Shape 32"/>
          <p:cNvSpPr/>
          <p:nvPr/>
        </p:nvSpPr>
        <p:spPr>
          <a:xfrm>
            <a:off x="487680" y="5827776"/>
            <a:ext cx="11216640" cy="670560"/>
          </a:xfrm>
          <a:prstGeom prst="roundRect">
            <a:avLst>
              <a:gd name="adj" fmla="val 18182"/>
            </a:avLst>
          </a:prstGeom>
          <a:solidFill>
            <a:srgbClr val="EEF3FF"/>
          </a:solidFill>
          <a:ln>
            <a:solidFill>
              <a:schemeClr val="tx2">
                <a:lumMod val="20000"/>
                <a:lumOff val="80000"/>
              </a:schemeClr>
            </a:solidFill>
          </a:ln>
          <a:effectLst>
            <a:outerShdw blurRad="76200" dist="25400" dir="2700000" algn="bl" rotWithShape="0">
              <a:srgbClr val="000000">
                <a:alpha val="8000"/>
              </a:srgbClr>
            </a:outerShdw>
          </a:effectLst>
        </p:spPr>
        <p:txBody>
          <a:bodyPr anchor="ctr"/>
          <a:lstStyle/>
          <a:p>
            <a:pPr algn="ctr"/>
            <a:r>
              <a:rPr lang="pl-PL" sz="2400">
                <a:solidFill>
                  <a:srgbClr val="1E2761"/>
                </a:solidFill>
                <a:latin typeface="Cambria Math" panose="02040503050406030204" pitchFamily="18" charset="0"/>
                <a:ea typeface="Cambria Math" panose="02040503050406030204" pitchFamily="18" charset="0"/>
                <a:cs typeface="Calibri" pitchFamily="34" charset="-120"/>
              </a:rPr>
              <a:t>Każdy element systemu wymaga osobnej decyzji klinicznej i organizacyjnej</a:t>
            </a:r>
            <a:endParaRPr lang="pl-PL" sz="2400">
              <a:latin typeface="Cambria Math" panose="02040503050406030204" pitchFamily="18" charset="0"/>
              <a:ea typeface="Cambria Math" panose="02040503050406030204" pitchFamily="18" charset="0"/>
            </a:endParaRPr>
          </a:p>
        </p:txBody>
      </p:sp>
      <p:sp>
        <p:nvSpPr>
          <p:cNvPr id="11" name="Shape 9"/>
          <p:cNvSpPr/>
          <p:nvPr/>
        </p:nvSpPr>
        <p:spPr>
          <a:xfrm>
            <a:off x="7540695" y="2913888"/>
            <a:ext cx="2072640" cy="1219200"/>
          </a:xfrm>
          <a:prstGeom prst="ellipse">
            <a:avLst/>
          </a:prstGeom>
          <a:solidFill>
            <a:srgbClr val="1E2761"/>
          </a:solidFill>
          <a:ln/>
          <a:effectLst>
            <a:outerShdw blurRad="76200" dist="25400" dir="2700000" algn="bl" rotWithShape="0">
              <a:srgbClr val="000000">
                <a:alpha val="8000"/>
              </a:srgbClr>
            </a:outerShdw>
          </a:effectLst>
        </p:spPr>
        <p:txBody>
          <a:bodyPr anchor="ctr"/>
          <a:lstStyle/>
          <a:p>
            <a:pPr algn="ctr">
              <a:lnSpc>
                <a:spcPct val="110000"/>
              </a:lnSpc>
            </a:pPr>
            <a:r>
              <a:rPr lang="en-US" sz="2400" b="1">
                <a:solidFill>
                  <a:srgbClr val="FFFFFF"/>
                </a:solidFill>
                <a:latin typeface="Cambria" pitchFamily="34" charset="0"/>
                <a:ea typeface="Cambria" pitchFamily="34" charset="-122"/>
                <a:cs typeface="Cambria" pitchFamily="34" charset="-120"/>
              </a:rPr>
              <a:t>Proces</a:t>
            </a:r>
          </a:p>
          <a:p>
            <a:pPr algn="ctr">
              <a:lnSpc>
                <a:spcPct val="110000"/>
              </a:lnSpc>
            </a:pPr>
            <a:r>
              <a:rPr lang="pl-PL" sz="2400" b="1">
                <a:solidFill>
                  <a:srgbClr val="FFFFFF"/>
                </a:solidFill>
                <a:latin typeface="Cambria" pitchFamily="34" charset="0"/>
                <a:ea typeface="Cambria" pitchFamily="34" charset="-122"/>
                <a:cs typeface="Cambria" pitchFamily="34" charset="-120"/>
              </a:rPr>
              <a:t>pomocy</a:t>
            </a:r>
          </a:p>
        </p:txBody>
      </p:sp>
      <p:grpSp>
        <p:nvGrpSpPr>
          <p:cNvPr id="36" name="Grupa 35"/>
          <p:cNvGrpSpPr/>
          <p:nvPr/>
        </p:nvGrpSpPr>
        <p:grpSpPr>
          <a:xfrm>
            <a:off x="0" y="0"/>
            <a:ext cx="12192000" cy="1080000"/>
            <a:chOff x="0" y="0"/>
            <a:chExt cx="12192000" cy="1219200"/>
          </a:xfrm>
        </p:grpSpPr>
        <p:sp>
          <p:nvSpPr>
            <p:cNvPr id="37" name="Shape 0"/>
            <p:cNvSpPr/>
            <p:nvPr/>
          </p:nvSpPr>
          <p:spPr>
            <a:xfrm>
              <a:off x="0" y="0"/>
              <a:ext cx="12192000" cy="1219200"/>
            </a:xfrm>
            <a:prstGeom prst="rect">
              <a:avLst/>
            </a:prstGeom>
            <a:solidFill>
              <a:srgbClr val="1E2761"/>
            </a:solidFill>
            <a:ln w="12700">
              <a:solidFill>
                <a:srgbClr val="1E2761"/>
              </a:solidFill>
              <a:prstDash val="solid"/>
            </a:ln>
          </p:spPr>
        </p:sp>
        <p:sp>
          <p:nvSpPr>
            <p:cNvPr id="38" name="Text 1"/>
            <p:cNvSpPr/>
            <p:nvPr/>
          </p:nvSpPr>
          <p:spPr>
            <a:xfrm>
              <a:off x="540000" y="40640"/>
              <a:ext cx="1080000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OD TERAPII NA ODLEGŁOŚĆ</a:t>
              </a:r>
              <a:r>
                <a:rPr lang="pl-PL" sz="2400" b="1">
                  <a:solidFill>
                    <a:srgbClr val="FFFFFF"/>
                  </a:solidFill>
                  <a:latin typeface="Cambria" pitchFamily="34" charset="0"/>
                  <a:ea typeface="Cambria" pitchFamily="34" charset="-122"/>
                  <a:cs typeface="Cambria" pitchFamily="34" charset="-120"/>
                </a:rPr>
                <a:t>,</a:t>
              </a:r>
              <a:r>
                <a:rPr lang="en-US" sz="2400" b="1">
                  <a:solidFill>
                    <a:srgbClr val="FFFFFF"/>
                  </a:solidFill>
                  <a:latin typeface="Cambria" pitchFamily="34" charset="0"/>
                  <a:ea typeface="Cambria" pitchFamily="34" charset="-122"/>
                  <a:cs typeface="Cambria" pitchFamily="34" charset="-120"/>
                </a:rPr>
                <a:t> DO CYFROWEGO EKOSYSTEMU</a:t>
              </a:r>
              <a:endParaRPr lang="en-US" sz="2400"/>
            </a:p>
          </p:txBody>
        </p:sp>
        <p:sp>
          <p:nvSpPr>
            <p:cNvPr id="39" name="Text 2"/>
            <p:cNvSpPr/>
            <p:nvPr/>
          </p:nvSpPr>
          <p:spPr>
            <a:xfrm>
              <a:off x="540000" y="731520"/>
              <a:ext cx="10836000" cy="406400"/>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Od zamiany kanału do projektowania całego procesu</a:t>
              </a:r>
              <a:endParaRPr lang="pl-PL" sz="1400"/>
            </a:p>
          </p:txBody>
        </p:sp>
      </p:grpSp>
    </p:spTree>
    <p:extLst>
      <p:ext uri="{BB962C8B-B14F-4D97-AF65-F5344CB8AC3E}">
        <p14:creationId xmlns:p14="http://schemas.microsoft.com/office/powerpoint/2010/main" val="91389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97280" y="1429730"/>
            <a:ext cx="9997440" cy="2097024"/>
          </a:xfrm>
          <a:prstGeom prst="roundRect">
            <a:avLst>
              <a:gd name="adj" fmla="val 4878"/>
            </a:avLst>
          </a:prstGeom>
          <a:solidFill>
            <a:srgbClr val="EEF3FF"/>
          </a:solidFill>
          <a:ln>
            <a:solidFill>
              <a:schemeClr val="accent1"/>
            </a:solidFill>
          </a:ln>
          <a:effectLst>
            <a:outerShdw blurRad="76200" dist="25400" dir="2700000" algn="bl" rotWithShape="0">
              <a:srgbClr val="000000">
                <a:alpha val="8000"/>
              </a:srgbClr>
            </a:outerShdw>
          </a:effectLst>
        </p:spPr>
        <p:txBody>
          <a:bodyPr anchor="ctr"/>
          <a:lstStyle/>
          <a:p>
            <a:pPr algn="ctr">
              <a:lnSpc>
                <a:spcPct val="150000"/>
              </a:lnSpc>
            </a:pPr>
            <a:r>
              <a:rPr lang="pl-PL" sz="2800" b="1">
                <a:solidFill>
                  <a:srgbClr val="5B8FF9"/>
                </a:solidFill>
                <a:latin typeface="Cambria" pitchFamily="34" charset="0"/>
                <a:ea typeface="Cambria" pitchFamily="34" charset="-122"/>
                <a:cs typeface="Cambria" pitchFamily="34" charset="-120"/>
              </a:rPr>
              <a:t>Profesjonalna </a:t>
            </a:r>
            <a:r>
              <a:rPr lang="pl-PL" sz="2800" b="1">
                <a:solidFill>
                  <a:srgbClr val="1A1F3C"/>
                </a:solidFill>
                <a:latin typeface="Cambria" pitchFamily="34" charset="0"/>
                <a:ea typeface="Cambria" pitchFamily="34" charset="-122"/>
                <a:cs typeface="Cambria" pitchFamily="34" charset="-120"/>
              </a:rPr>
              <a:t>pomoc psychologiczna lub psychoterapeutyczna realizowana </a:t>
            </a:r>
            <a:r>
              <a:rPr lang="pl-PL" sz="2800" b="1">
                <a:solidFill>
                  <a:srgbClr val="3A9F6E"/>
                </a:solidFill>
                <a:latin typeface="Cambria" pitchFamily="34" charset="0"/>
                <a:ea typeface="Cambria" pitchFamily="34" charset="-122"/>
                <a:cs typeface="Cambria" pitchFamily="34" charset="-120"/>
              </a:rPr>
              <a:t>całkowicie albo częściowo</a:t>
            </a:r>
            <a:r>
              <a:rPr lang="pl-PL" sz="2800" b="1">
                <a:solidFill>
                  <a:srgbClr val="1A1F3C"/>
                </a:solidFill>
                <a:latin typeface="Cambria" pitchFamily="34" charset="0"/>
                <a:ea typeface="Cambria" pitchFamily="34" charset="-122"/>
                <a:cs typeface="Cambria" pitchFamily="34" charset="-120"/>
              </a:rPr>
              <a:t> z wykorzystaniem technologii cyfrowych.</a:t>
            </a:r>
            <a:endParaRPr lang="pl-PL" sz="2800"/>
          </a:p>
        </p:txBody>
      </p:sp>
      <p:sp>
        <p:nvSpPr>
          <p:cNvPr id="7" name="Shape 5"/>
          <p:cNvSpPr/>
          <p:nvPr/>
        </p:nvSpPr>
        <p:spPr>
          <a:xfrm>
            <a:off x="1097280" y="3779412"/>
            <a:ext cx="4815840" cy="1341120"/>
          </a:xfrm>
          <a:prstGeom prst="roundRect">
            <a:avLst>
              <a:gd name="adj" fmla="val 9091"/>
            </a:avLst>
          </a:prstGeom>
          <a:solidFill>
            <a:srgbClr val="FFFFFF"/>
          </a:solidFill>
          <a:ln>
            <a:solidFill>
              <a:schemeClr val="bg2">
                <a:lumMod val="50000"/>
              </a:schemeClr>
            </a:solidFill>
          </a:ln>
          <a:effectLst>
            <a:outerShdw blurRad="76200" dist="25400" dir="2700000" algn="bl" rotWithShape="0">
              <a:srgbClr val="000000">
                <a:alpha val="8000"/>
              </a:srgbClr>
            </a:outerShdw>
          </a:effectLst>
        </p:spPr>
      </p:sp>
      <p:sp>
        <p:nvSpPr>
          <p:cNvPr id="8" name="Text 6"/>
          <p:cNvSpPr/>
          <p:nvPr/>
        </p:nvSpPr>
        <p:spPr>
          <a:xfrm>
            <a:off x="1280160" y="3852564"/>
            <a:ext cx="4450080" cy="390144"/>
          </a:xfrm>
          <a:prstGeom prst="rect">
            <a:avLst/>
          </a:prstGeom>
          <a:noFill/>
          <a:ln/>
        </p:spPr>
        <p:txBody>
          <a:bodyPr wrap="square" rtlCol="0" anchor="ctr"/>
          <a:lstStyle/>
          <a:p>
            <a:r>
              <a:rPr lang="en-US" sz="2000" b="1">
                <a:solidFill>
                  <a:srgbClr val="5B8FF9"/>
                </a:solidFill>
                <a:latin typeface="Cambria" pitchFamily="34" charset="0"/>
                <a:ea typeface="Cambria" pitchFamily="34" charset="-122"/>
                <a:cs typeface="Cambria" pitchFamily="34" charset="-120"/>
              </a:rPr>
              <a:t>„profesjonalna”</a:t>
            </a:r>
            <a:endParaRPr lang="en-US" sz="2000"/>
          </a:p>
        </p:txBody>
      </p:sp>
      <p:sp>
        <p:nvSpPr>
          <p:cNvPr id="9" name="Text 7"/>
          <p:cNvSpPr/>
          <p:nvPr/>
        </p:nvSpPr>
        <p:spPr>
          <a:xfrm>
            <a:off x="1280160" y="4242708"/>
            <a:ext cx="4450080"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Wyklucza samodzielne korzystanie z aplikacji bez udziału specjalisty.</a:t>
            </a:r>
            <a:endParaRPr lang="en-US"/>
          </a:p>
        </p:txBody>
      </p:sp>
      <p:sp>
        <p:nvSpPr>
          <p:cNvPr id="10" name="Shape 8"/>
          <p:cNvSpPr/>
          <p:nvPr/>
        </p:nvSpPr>
        <p:spPr>
          <a:xfrm>
            <a:off x="6278880" y="3773304"/>
            <a:ext cx="4815840" cy="1341120"/>
          </a:xfrm>
          <a:prstGeom prst="roundRect">
            <a:avLst>
              <a:gd name="adj" fmla="val 9091"/>
            </a:avLst>
          </a:prstGeom>
          <a:solidFill>
            <a:srgbClr val="FFFFFF"/>
          </a:solidFill>
          <a:ln>
            <a:solidFill>
              <a:schemeClr val="bg2">
                <a:lumMod val="50000"/>
              </a:schemeClr>
            </a:solidFill>
          </a:ln>
          <a:effectLst>
            <a:outerShdw blurRad="76200" dist="25400" dir="2700000" algn="bl" rotWithShape="0">
              <a:srgbClr val="000000">
                <a:alpha val="8000"/>
              </a:srgbClr>
            </a:outerShdw>
          </a:effectLst>
        </p:spPr>
      </p:sp>
      <p:sp>
        <p:nvSpPr>
          <p:cNvPr id="11" name="Text 9"/>
          <p:cNvSpPr/>
          <p:nvPr/>
        </p:nvSpPr>
        <p:spPr>
          <a:xfrm>
            <a:off x="6461760" y="3852564"/>
            <a:ext cx="4450080" cy="390144"/>
          </a:xfrm>
          <a:prstGeom prst="rect">
            <a:avLst/>
          </a:prstGeom>
          <a:noFill/>
          <a:ln/>
        </p:spPr>
        <p:txBody>
          <a:bodyPr wrap="square" rtlCol="0" anchor="ctr"/>
          <a:lstStyle/>
          <a:p>
            <a:r>
              <a:rPr lang="en-US" sz="2000" b="1">
                <a:solidFill>
                  <a:srgbClr val="3A9F6E"/>
                </a:solidFill>
                <a:latin typeface="Cambria" pitchFamily="34" charset="0"/>
                <a:ea typeface="Cambria" pitchFamily="34" charset="-122"/>
                <a:cs typeface="Cambria" pitchFamily="34" charset="-120"/>
              </a:rPr>
              <a:t>„całkowicie albo częściowo”</a:t>
            </a:r>
            <a:endParaRPr lang="en-US" sz="2000"/>
          </a:p>
        </p:txBody>
      </p:sp>
      <p:sp>
        <p:nvSpPr>
          <p:cNvPr id="12" name="Text 10"/>
          <p:cNvSpPr/>
          <p:nvPr/>
        </p:nvSpPr>
        <p:spPr>
          <a:xfrm>
            <a:off x="6461760" y="4242708"/>
            <a:ext cx="4450080"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Obejmuje zarówno czystą terapię online, </a:t>
            </a:r>
            <a:r>
              <a:rPr lang="pl-PL">
                <a:solidFill>
                  <a:srgbClr val="4A5280"/>
                </a:solidFill>
                <a:latin typeface="Calibri" pitchFamily="34" charset="0"/>
                <a:ea typeface="Calibri" pitchFamily="34" charset="-122"/>
                <a:cs typeface="Calibri" pitchFamily="34" charset="-120"/>
              </a:rPr>
              <a:t/>
            </a:r>
            <a:br>
              <a:rPr lang="pl-PL">
                <a:solidFill>
                  <a:srgbClr val="4A5280"/>
                </a:solidFill>
                <a:latin typeface="Calibri" pitchFamily="34" charset="0"/>
                <a:ea typeface="Calibri" pitchFamily="34" charset="-122"/>
                <a:cs typeface="Calibri" pitchFamily="34" charset="-120"/>
              </a:rPr>
            </a:br>
            <a:r>
              <a:rPr lang="pl-PL">
                <a:solidFill>
                  <a:srgbClr val="4A5280"/>
                </a:solidFill>
                <a:latin typeface="Calibri" pitchFamily="34" charset="0"/>
                <a:ea typeface="Calibri" pitchFamily="34" charset="-122"/>
                <a:cs typeface="Calibri" pitchFamily="34" charset="-120"/>
              </a:rPr>
              <a:t>jak</a:t>
            </a:r>
            <a:r>
              <a:rPr lang="en-US">
                <a:solidFill>
                  <a:srgbClr val="4A5280"/>
                </a:solidFill>
                <a:latin typeface="Calibri" pitchFamily="34" charset="0"/>
                <a:ea typeface="Calibri" pitchFamily="34" charset="-122"/>
                <a:cs typeface="Calibri" pitchFamily="34" charset="-120"/>
              </a:rPr>
              <a:t> i modele hybrydowe.</a:t>
            </a:r>
            <a:endParaRPr lang="en-US"/>
          </a:p>
        </p:txBody>
      </p:sp>
      <p:sp>
        <p:nvSpPr>
          <p:cNvPr id="13" name="Text 11"/>
          <p:cNvSpPr/>
          <p:nvPr/>
        </p:nvSpPr>
        <p:spPr>
          <a:xfrm>
            <a:off x="1021865" y="5818349"/>
            <a:ext cx="1950720" cy="365760"/>
          </a:xfrm>
          <a:prstGeom prst="rect">
            <a:avLst/>
          </a:prstGeom>
          <a:noFill/>
          <a:ln/>
        </p:spPr>
        <p:txBody>
          <a:bodyPr wrap="square" rtlCol="0" anchor="ctr"/>
          <a:lstStyle/>
          <a:p>
            <a:pPr algn="r"/>
            <a:r>
              <a:rPr lang="en-US" sz="2400" b="1">
                <a:solidFill>
                  <a:srgbClr val="1A1F3C"/>
                </a:solidFill>
                <a:latin typeface="Calibri" pitchFamily="34" charset="0"/>
                <a:ea typeface="Calibri" pitchFamily="34" charset="-122"/>
                <a:cs typeface="Calibri" pitchFamily="34" charset="-120"/>
              </a:rPr>
              <a:t>Stacjonarna</a:t>
            </a:r>
            <a:endParaRPr lang="en-US" sz="2400"/>
          </a:p>
        </p:txBody>
      </p:sp>
      <p:sp>
        <p:nvSpPr>
          <p:cNvPr id="14" name="Text 12"/>
          <p:cNvSpPr/>
          <p:nvPr/>
        </p:nvSpPr>
        <p:spPr>
          <a:xfrm>
            <a:off x="10043945" y="5815693"/>
            <a:ext cx="1475610" cy="365760"/>
          </a:xfrm>
          <a:prstGeom prst="rect">
            <a:avLst/>
          </a:prstGeom>
          <a:noFill/>
          <a:ln/>
        </p:spPr>
        <p:txBody>
          <a:bodyPr wrap="square" rtlCol="0" anchor="ctr"/>
          <a:lstStyle/>
          <a:p>
            <a:r>
              <a:rPr lang="en-US" sz="2400" b="1">
                <a:solidFill>
                  <a:srgbClr val="1A1F3C"/>
                </a:solidFill>
                <a:latin typeface="Calibri" pitchFamily="34" charset="0"/>
                <a:ea typeface="Calibri" pitchFamily="34" charset="-122"/>
                <a:cs typeface="Calibri" pitchFamily="34" charset="-120"/>
              </a:rPr>
              <a:t>Zdalna</a:t>
            </a:r>
            <a:endParaRPr lang="en-US" sz="2400"/>
          </a:p>
        </p:txBody>
      </p:sp>
      <p:sp>
        <p:nvSpPr>
          <p:cNvPr id="15" name="Shape 13"/>
          <p:cNvSpPr/>
          <p:nvPr/>
        </p:nvSpPr>
        <p:spPr>
          <a:xfrm>
            <a:off x="3033545" y="5858428"/>
            <a:ext cx="6827520" cy="277760"/>
          </a:xfrm>
          <a:prstGeom prst="roundRect">
            <a:avLst>
              <a:gd name="adj" fmla="val 50000"/>
            </a:avLst>
          </a:prstGeom>
          <a:solidFill>
            <a:srgbClr val="CADCFC"/>
          </a:solidFill>
          <a:ln>
            <a:solidFill>
              <a:schemeClr val="accent5">
                <a:lumMod val="60000"/>
                <a:lumOff val="40000"/>
              </a:schemeClr>
            </a:solidFill>
          </a:ln>
        </p:spPr>
      </p:sp>
      <p:sp>
        <p:nvSpPr>
          <p:cNvPr id="16" name="Shape 14"/>
          <p:cNvSpPr/>
          <p:nvPr/>
        </p:nvSpPr>
        <p:spPr>
          <a:xfrm>
            <a:off x="4862345" y="5858428"/>
            <a:ext cx="4998720" cy="277760"/>
          </a:xfrm>
          <a:prstGeom prst="roundRect">
            <a:avLst>
              <a:gd name="adj" fmla="val 50000"/>
            </a:avLst>
          </a:prstGeom>
          <a:solidFill>
            <a:srgbClr val="5B8FF9"/>
          </a:solidFill>
          <a:ln/>
        </p:spPr>
      </p:sp>
      <p:sp>
        <p:nvSpPr>
          <p:cNvPr id="17" name="Text 15"/>
          <p:cNvSpPr/>
          <p:nvPr/>
        </p:nvSpPr>
        <p:spPr>
          <a:xfrm>
            <a:off x="4871398" y="6147078"/>
            <a:ext cx="4998720" cy="304800"/>
          </a:xfrm>
          <a:prstGeom prst="rect">
            <a:avLst/>
          </a:prstGeom>
          <a:noFill/>
          <a:ln/>
        </p:spPr>
        <p:txBody>
          <a:bodyPr wrap="square" rtlCol="0" anchor="ctr"/>
          <a:lstStyle/>
          <a:p>
            <a:pPr algn="ctr"/>
            <a:r>
              <a:rPr lang="en-US">
                <a:solidFill>
                  <a:schemeClr val="bg2">
                    <a:lumMod val="10000"/>
                  </a:schemeClr>
                </a:solidFill>
                <a:latin typeface="Cambria Math" panose="02040503050406030204" pitchFamily="18" charset="0"/>
                <a:ea typeface="Cambria Math" panose="02040503050406030204" pitchFamily="18" charset="0"/>
                <a:cs typeface="Calibri" pitchFamily="34" charset="-120"/>
              </a:rPr>
              <a:t>e-terapia obejmuje tę część spektrum</a:t>
            </a:r>
            <a:endParaRPr lang="en-US">
              <a:solidFill>
                <a:schemeClr val="bg2">
                  <a:lumMod val="10000"/>
                </a:schemeClr>
              </a:solidFill>
              <a:latin typeface="Cambria Math" panose="02040503050406030204" pitchFamily="18" charset="0"/>
              <a:ea typeface="Cambria Math" panose="02040503050406030204" pitchFamily="18" charset="0"/>
            </a:endParaRPr>
          </a:p>
        </p:txBody>
      </p:sp>
      <p:cxnSp>
        <p:nvCxnSpPr>
          <p:cNvPr id="19" name="Łącznik prosty 18"/>
          <p:cNvCxnSpPr/>
          <p:nvPr/>
        </p:nvCxnSpPr>
        <p:spPr>
          <a:xfrm flipH="1" flipV="1">
            <a:off x="3024491" y="5622616"/>
            <a:ext cx="0" cy="72000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3" name="Łącznik prosty 22"/>
          <p:cNvCxnSpPr/>
          <p:nvPr/>
        </p:nvCxnSpPr>
        <p:spPr>
          <a:xfrm flipH="1" flipV="1">
            <a:off x="9854674" y="5638403"/>
            <a:ext cx="0" cy="72000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5" name="Łącznik prosty ze strzałką 24"/>
          <p:cNvCxnSpPr/>
          <p:nvPr/>
        </p:nvCxnSpPr>
        <p:spPr>
          <a:xfrm flipV="1">
            <a:off x="3116095" y="5761116"/>
            <a:ext cx="540000" cy="0"/>
          </a:xfrm>
          <a:prstGeom prst="straightConnector1">
            <a:avLst/>
          </a:prstGeom>
          <a:ln>
            <a:solidFill>
              <a:schemeClr val="bg2">
                <a:lumMod val="50000"/>
              </a:schemeClr>
            </a:solidFill>
            <a:tailEnd type="triangle"/>
          </a:ln>
        </p:spPr>
        <p:style>
          <a:lnRef idx="1">
            <a:schemeClr val="accent3"/>
          </a:lnRef>
          <a:fillRef idx="0">
            <a:schemeClr val="accent3"/>
          </a:fillRef>
          <a:effectRef idx="0">
            <a:schemeClr val="accent3"/>
          </a:effectRef>
          <a:fontRef idx="minor">
            <a:schemeClr val="tx1"/>
          </a:fontRef>
        </p:style>
      </p:cxnSp>
      <p:cxnSp>
        <p:nvCxnSpPr>
          <p:cNvPr id="27" name="Łącznik prosty ze strzałką 26"/>
          <p:cNvCxnSpPr/>
          <p:nvPr/>
        </p:nvCxnSpPr>
        <p:spPr>
          <a:xfrm flipH="1">
            <a:off x="9243201" y="5761116"/>
            <a:ext cx="521335" cy="0"/>
          </a:xfrm>
          <a:prstGeom prst="straightConnector1">
            <a:avLst/>
          </a:prstGeom>
          <a:ln>
            <a:solidFill>
              <a:schemeClr val="bg2">
                <a:lumMod val="50000"/>
              </a:schemeClr>
            </a:solidFill>
            <a:tailEnd type="triangle"/>
          </a:ln>
        </p:spPr>
        <p:style>
          <a:lnRef idx="1">
            <a:schemeClr val="accent3"/>
          </a:lnRef>
          <a:fillRef idx="0">
            <a:schemeClr val="accent3"/>
          </a:fillRef>
          <a:effectRef idx="0">
            <a:schemeClr val="accent3"/>
          </a:effectRef>
          <a:fontRef idx="minor">
            <a:schemeClr val="tx1"/>
          </a:fontRef>
        </p:style>
      </p:cxnSp>
      <p:grpSp>
        <p:nvGrpSpPr>
          <p:cNvPr id="34" name="Grupa 33"/>
          <p:cNvGrpSpPr/>
          <p:nvPr/>
        </p:nvGrpSpPr>
        <p:grpSpPr>
          <a:xfrm>
            <a:off x="0" y="0"/>
            <a:ext cx="12192000" cy="1080000"/>
            <a:chOff x="0" y="0"/>
            <a:chExt cx="12192000" cy="1219200"/>
          </a:xfrm>
        </p:grpSpPr>
        <p:sp>
          <p:nvSpPr>
            <p:cNvPr id="35" name="Shape 0"/>
            <p:cNvSpPr/>
            <p:nvPr/>
          </p:nvSpPr>
          <p:spPr>
            <a:xfrm>
              <a:off x="0" y="0"/>
              <a:ext cx="12192000" cy="1219200"/>
            </a:xfrm>
            <a:prstGeom prst="rect">
              <a:avLst/>
            </a:prstGeom>
            <a:solidFill>
              <a:srgbClr val="1E2761"/>
            </a:solidFill>
            <a:ln w="12700">
              <a:solidFill>
                <a:srgbClr val="1E2761"/>
              </a:solidFill>
              <a:prstDash val="solid"/>
            </a:ln>
          </p:spPr>
        </p:sp>
        <p:sp>
          <p:nvSpPr>
            <p:cNvPr id="36" name="Text 1"/>
            <p:cNvSpPr/>
            <p:nvPr/>
          </p:nvSpPr>
          <p:spPr>
            <a:xfrm>
              <a:off x="540000" y="40640"/>
              <a:ext cx="1080000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CZYM JEST E-TERAPIA?</a:t>
              </a:r>
            </a:p>
          </p:txBody>
        </p:sp>
        <p:sp>
          <p:nvSpPr>
            <p:cNvPr id="37" name="Text 2"/>
            <p:cNvSpPr/>
            <p:nvPr/>
          </p:nvSpPr>
          <p:spPr>
            <a:xfrm>
              <a:off x="540000" y="731520"/>
              <a:ext cx="10836000" cy="406400"/>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Definicja robocza na potrzeby tego wykładu</a:t>
              </a:r>
              <a:endParaRPr lang="pl-PL" sz="1400"/>
            </a:p>
          </p:txBody>
        </p:sp>
      </p:grpSp>
    </p:spTree>
    <p:extLst>
      <p:ext uri="{BB962C8B-B14F-4D97-AF65-F5344CB8AC3E}">
        <p14:creationId xmlns:p14="http://schemas.microsoft.com/office/powerpoint/2010/main" val="146110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upa 41"/>
          <p:cNvGrpSpPr/>
          <p:nvPr/>
        </p:nvGrpSpPr>
        <p:grpSpPr>
          <a:xfrm>
            <a:off x="0" y="0"/>
            <a:ext cx="12192000" cy="1080000"/>
            <a:chOff x="0" y="0"/>
            <a:chExt cx="12192000" cy="121920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0000" y="40640"/>
              <a:ext cx="1080000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MAPA POJĘĆ</a:t>
              </a:r>
              <a:endParaRPr lang="en-US" sz="2400"/>
            </a:p>
          </p:txBody>
        </p:sp>
        <p:sp>
          <p:nvSpPr>
            <p:cNvPr id="4" name="Text 2"/>
            <p:cNvSpPr/>
            <p:nvPr/>
          </p:nvSpPr>
          <p:spPr>
            <a:xfrm>
              <a:off x="540000" y="731520"/>
              <a:ext cx="10836000" cy="406400"/>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Dziewięć terminów, trzy klastry znaczeniowe</a:t>
              </a:r>
              <a:endParaRPr lang="en-US" sz="1400"/>
            </a:p>
          </p:txBody>
        </p:sp>
      </p:grpSp>
      <p:sp>
        <p:nvSpPr>
          <p:cNvPr id="34" name="Shape 32"/>
          <p:cNvSpPr/>
          <p:nvPr/>
        </p:nvSpPr>
        <p:spPr>
          <a:xfrm>
            <a:off x="1647360" y="6389549"/>
            <a:ext cx="243840" cy="243840"/>
          </a:xfrm>
          <a:prstGeom prst="ellipse">
            <a:avLst/>
          </a:prstGeom>
          <a:solidFill>
            <a:srgbClr val="2D3B8E"/>
          </a:solidFill>
          <a:ln w="12700">
            <a:solidFill>
              <a:srgbClr val="2D3B8E"/>
            </a:solidFill>
            <a:prstDash val="solid"/>
          </a:ln>
        </p:spPr>
      </p:sp>
      <p:sp>
        <p:nvSpPr>
          <p:cNvPr id="35" name="Text 33"/>
          <p:cNvSpPr/>
          <p:nvPr/>
        </p:nvSpPr>
        <p:spPr>
          <a:xfrm>
            <a:off x="1952160" y="6292013"/>
            <a:ext cx="2804160" cy="304800"/>
          </a:xfrm>
          <a:prstGeom prst="rect">
            <a:avLst/>
          </a:prstGeom>
          <a:noFill/>
          <a:ln/>
        </p:spPr>
        <p:txBody>
          <a:bodyPr wrap="square" rtlCol="0" anchor="ctr"/>
          <a:lstStyle/>
          <a:p>
            <a:r>
              <a:rPr lang="en-US" sz="2000">
                <a:solidFill>
                  <a:srgbClr val="4A5280"/>
                </a:solidFill>
                <a:latin typeface="Calibri" pitchFamily="34" charset="0"/>
                <a:ea typeface="Calibri" pitchFamily="34" charset="-122"/>
                <a:cs typeface="Calibri" pitchFamily="34" charset="-120"/>
              </a:rPr>
              <a:t>pojęcia kliniczne</a:t>
            </a:r>
            <a:endParaRPr lang="en-US" sz="2000"/>
          </a:p>
        </p:txBody>
      </p:sp>
      <p:sp>
        <p:nvSpPr>
          <p:cNvPr id="36" name="Shape 34"/>
          <p:cNvSpPr/>
          <p:nvPr/>
        </p:nvSpPr>
        <p:spPr>
          <a:xfrm>
            <a:off x="4939200" y="6389549"/>
            <a:ext cx="243840" cy="243840"/>
          </a:xfrm>
          <a:prstGeom prst="ellipse">
            <a:avLst/>
          </a:prstGeom>
          <a:solidFill>
            <a:srgbClr val="5B8FF9"/>
          </a:solidFill>
          <a:ln w="12700">
            <a:solidFill>
              <a:srgbClr val="5B8FF9"/>
            </a:solidFill>
            <a:prstDash val="solid"/>
          </a:ln>
        </p:spPr>
      </p:sp>
      <p:sp>
        <p:nvSpPr>
          <p:cNvPr id="37" name="Text 35"/>
          <p:cNvSpPr/>
          <p:nvPr/>
        </p:nvSpPr>
        <p:spPr>
          <a:xfrm>
            <a:off x="5244000" y="6292013"/>
            <a:ext cx="2804160" cy="304800"/>
          </a:xfrm>
          <a:prstGeom prst="rect">
            <a:avLst/>
          </a:prstGeom>
          <a:noFill/>
          <a:ln/>
        </p:spPr>
        <p:txBody>
          <a:bodyPr wrap="square" rtlCol="0" anchor="ctr"/>
          <a:lstStyle/>
          <a:p>
            <a:r>
              <a:rPr lang="en-US" sz="2000">
                <a:solidFill>
                  <a:srgbClr val="4A5280"/>
                </a:solidFill>
                <a:latin typeface="Calibri" pitchFamily="34" charset="0"/>
                <a:ea typeface="Calibri" pitchFamily="34" charset="-122"/>
                <a:cs typeface="Calibri" pitchFamily="34" charset="-120"/>
              </a:rPr>
              <a:t>pojęcia metodologiczne</a:t>
            </a:r>
            <a:endParaRPr lang="en-US" sz="2000"/>
          </a:p>
        </p:txBody>
      </p:sp>
      <p:sp>
        <p:nvSpPr>
          <p:cNvPr id="38" name="Shape 36"/>
          <p:cNvSpPr/>
          <p:nvPr/>
        </p:nvSpPr>
        <p:spPr>
          <a:xfrm>
            <a:off x="8231040" y="6389549"/>
            <a:ext cx="243840" cy="243840"/>
          </a:xfrm>
          <a:prstGeom prst="ellipse">
            <a:avLst/>
          </a:prstGeom>
          <a:solidFill>
            <a:srgbClr val="2D7DD2"/>
          </a:solidFill>
          <a:ln w="12700">
            <a:solidFill>
              <a:srgbClr val="2D7DD2"/>
            </a:solidFill>
            <a:prstDash val="solid"/>
          </a:ln>
        </p:spPr>
      </p:sp>
      <p:sp>
        <p:nvSpPr>
          <p:cNvPr id="39" name="Text 37"/>
          <p:cNvSpPr/>
          <p:nvPr/>
        </p:nvSpPr>
        <p:spPr>
          <a:xfrm>
            <a:off x="8535840" y="6292013"/>
            <a:ext cx="2804160" cy="304800"/>
          </a:xfrm>
          <a:prstGeom prst="rect">
            <a:avLst/>
          </a:prstGeom>
          <a:noFill/>
          <a:ln/>
        </p:spPr>
        <p:txBody>
          <a:bodyPr wrap="square" rtlCol="0" anchor="ctr"/>
          <a:lstStyle/>
          <a:p>
            <a:r>
              <a:rPr lang="en-US" sz="2000">
                <a:solidFill>
                  <a:srgbClr val="4A5280"/>
                </a:solidFill>
                <a:latin typeface="Calibri" pitchFamily="34" charset="0"/>
                <a:ea typeface="Calibri" pitchFamily="34" charset="-122"/>
                <a:cs typeface="Calibri" pitchFamily="34" charset="-120"/>
              </a:rPr>
              <a:t>pojęcia technologiczne</a:t>
            </a:r>
            <a:endParaRPr lang="en-US" sz="2000"/>
          </a:p>
        </p:txBody>
      </p:sp>
      <p:grpSp>
        <p:nvGrpSpPr>
          <p:cNvPr id="41" name="Grupa 40"/>
          <p:cNvGrpSpPr/>
          <p:nvPr/>
        </p:nvGrpSpPr>
        <p:grpSpPr>
          <a:xfrm>
            <a:off x="1927394" y="1378254"/>
            <a:ext cx="8918978" cy="4460976"/>
            <a:chOff x="1927394" y="1378254"/>
            <a:chExt cx="8918978" cy="4460976"/>
          </a:xfrm>
        </p:grpSpPr>
        <p:sp>
          <p:nvSpPr>
            <p:cNvPr id="7" name="Shape 5"/>
            <p:cNvSpPr/>
            <p:nvPr/>
          </p:nvSpPr>
          <p:spPr>
            <a:xfrm flipH="1">
              <a:off x="5764822" y="3688080"/>
              <a:ext cx="511595" cy="1943175"/>
            </a:xfrm>
            <a:prstGeom prst="line">
              <a:avLst/>
            </a:prstGeom>
            <a:noFill/>
            <a:ln w="12700">
              <a:solidFill>
                <a:srgbClr val="8A93C0"/>
              </a:solidFill>
              <a:prstDash val="sysDot"/>
            </a:ln>
          </p:spPr>
        </p:sp>
        <p:sp>
          <p:nvSpPr>
            <p:cNvPr id="8" name="Shape 6"/>
            <p:cNvSpPr/>
            <p:nvPr/>
          </p:nvSpPr>
          <p:spPr>
            <a:xfrm>
              <a:off x="4766136" y="5075529"/>
              <a:ext cx="1997372" cy="763701"/>
            </a:xfrm>
            <a:prstGeom prst="roundRect">
              <a:avLst>
                <a:gd name="adj" fmla="val 15385"/>
              </a:avLst>
            </a:prstGeom>
            <a:solidFill>
              <a:srgbClr val="2D3B8E"/>
            </a:solidFill>
            <a:ln/>
            <a:effectLst>
              <a:outerShdw blurRad="76200" dist="25400" dir="2700000" algn="bl" rotWithShape="0">
                <a:srgbClr val="000000">
                  <a:alpha val="8000"/>
                </a:srgbClr>
              </a:outerShdw>
            </a:effectLst>
          </p:spPr>
          <p:txBody>
            <a:bodyPr anchor="ctr"/>
            <a:lstStyle/>
            <a:p>
              <a:pPr algn="ctr"/>
              <a:r>
                <a:rPr lang="pl-PL" sz="2000" b="1">
                  <a:solidFill>
                    <a:srgbClr val="FFFFFF"/>
                  </a:solidFill>
                  <a:latin typeface="Calibri" pitchFamily="34" charset="0"/>
                  <a:ea typeface="Calibri" pitchFamily="34" charset="-122"/>
                  <a:cs typeface="Calibri" pitchFamily="34" charset="-120"/>
                </a:rPr>
                <a:t>Telepsychologia</a:t>
              </a:r>
              <a:endParaRPr lang="pl-PL" sz="2000"/>
            </a:p>
          </p:txBody>
        </p:sp>
        <p:sp>
          <p:nvSpPr>
            <p:cNvPr id="10" name="Shape 8"/>
            <p:cNvSpPr/>
            <p:nvPr/>
          </p:nvSpPr>
          <p:spPr>
            <a:xfrm>
              <a:off x="6313133" y="3688080"/>
              <a:ext cx="1578805" cy="1695434"/>
            </a:xfrm>
            <a:prstGeom prst="line">
              <a:avLst/>
            </a:prstGeom>
            <a:noFill/>
            <a:ln w="12700">
              <a:solidFill>
                <a:srgbClr val="8A93C0"/>
              </a:solidFill>
              <a:prstDash val="sysDot"/>
            </a:ln>
          </p:spPr>
        </p:sp>
        <p:sp>
          <p:nvSpPr>
            <p:cNvPr id="11" name="Shape 9"/>
            <p:cNvSpPr/>
            <p:nvPr/>
          </p:nvSpPr>
          <p:spPr>
            <a:xfrm>
              <a:off x="7248470" y="4982791"/>
              <a:ext cx="1997372" cy="763701"/>
            </a:xfrm>
            <a:prstGeom prst="roundRect">
              <a:avLst>
                <a:gd name="adj" fmla="val 15385"/>
              </a:avLst>
            </a:prstGeom>
            <a:solidFill>
              <a:srgbClr val="2D3B8E"/>
            </a:solidFill>
            <a:ln/>
            <a:effectLst>
              <a:outerShdw blurRad="76200" dist="25400" dir="2700000" algn="bl" rotWithShape="0">
                <a:srgbClr val="000000">
                  <a:alpha val="8000"/>
                </a:srgbClr>
              </a:outerShdw>
            </a:effectLst>
          </p:spPr>
          <p:txBody>
            <a:bodyPr anchor="ctr"/>
            <a:lstStyle/>
            <a:p>
              <a:pPr algn="ctr"/>
              <a:r>
                <a:rPr lang="pl-PL" sz="2000" b="1">
                  <a:solidFill>
                    <a:srgbClr val="FFFFFF"/>
                  </a:solidFill>
                  <a:latin typeface="Calibri" pitchFamily="34" charset="0"/>
                  <a:ea typeface="Calibri" pitchFamily="34" charset="-122"/>
                  <a:cs typeface="Calibri" pitchFamily="34" charset="-120"/>
                </a:rPr>
                <a:t>Telepsychiatria</a:t>
              </a:r>
              <a:endParaRPr lang="pl-PL" sz="2000"/>
            </a:p>
          </p:txBody>
        </p:sp>
        <p:sp>
          <p:nvSpPr>
            <p:cNvPr id="13" name="Shape 11"/>
            <p:cNvSpPr/>
            <p:nvPr/>
          </p:nvSpPr>
          <p:spPr>
            <a:xfrm>
              <a:off x="6313133" y="3688081"/>
              <a:ext cx="2967183" cy="669579"/>
            </a:xfrm>
            <a:prstGeom prst="line">
              <a:avLst/>
            </a:prstGeom>
            <a:noFill/>
            <a:ln w="12700">
              <a:solidFill>
                <a:srgbClr val="8A93C0"/>
              </a:solidFill>
              <a:prstDash val="sysDot"/>
            </a:ln>
          </p:spPr>
        </p:sp>
        <p:sp>
          <p:nvSpPr>
            <p:cNvPr id="14" name="Shape 12"/>
            <p:cNvSpPr/>
            <p:nvPr/>
          </p:nvSpPr>
          <p:spPr>
            <a:xfrm>
              <a:off x="8849000" y="3969555"/>
              <a:ext cx="1997372" cy="763701"/>
            </a:xfrm>
            <a:prstGeom prst="roundRect">
              <a:avLst>
                <a:gd name="adj" fmla="val 15385"/>
              </a:avLst>
            </a:prstGeom>
            <a:solidFill>
              <a:srgbClr val="2D3B8E"/>
            </a:solidFill>
            <a:ln/>
            <a:effectLst>
              <a:outerShdw blurRad="76200" dist="25400" dir="2700000" algn="bl" rotWithShape="0">
                <a:srgbClr val="000000">
                  <a:alpha val="8000"/>
                </a:srgbClr>
              </a:outerShdw>
            </a:effectLst>
          </p:spPr>
          <p:txBody>
            <a:bodyPr anchor="ctr"/>
            <a:lstStyle/>
            <a:p>
              <a:pPr algn="ctr"/>
              <a:r>
                <a:rPr lang="pl-PL" sz="2000" b="1">
                  <a:solidFill>
                    <a:srgbClr val="FFFFFF"/>
                  </a:solidFill>
                  <a:latin typeface="Calibri" pitchFamily="34" charset="0"/>
                  <a:ea typeface="Calibri" pitchFamily="34" charset="-122"/>
                  <a:cs typeface="Calibri" pitchFamily="34" charset="-120"/>
                </a:rPr>
                <a:t>Teleterapia</a:t>
              </a:r>
              <a:endParaRPr lang="pl-PL" sz="2000"/>
            </a:p>
          </p:txBody>
        </p:sp>
        <p:sp>
          <p:nvSpPr>
            <p:cNvPr id="16" name="Shape 14"/>
            <p:cNvSpPr/>
            <p:nvPr/>
          </p:nvSpPr>
          <p:spPr>
            <a:xfrm flipV="1">
              <a:off x="6442878" y="2978952"/>
              <a:ext cx="2837438" cy="644379"/>
            </a:xfrm>
            <a:prstGeom prst="line">
              <a:avLst/>
            </a:prstGeom>
            <a:noFill/>
            <a:ln w="12700">
              <a:solidFill>
                <a:srgbClr val="8A93C0"/>
              </a:solidFill>
              <a:prstDash val="sysDot"/>
            </a:ln>
          </p:spPr>
        </p:sp>
        <p:sp>
          <p:nvSpPr>
            <p:cNvPr id="17" name="Shape 15"/>
            <p:cNvSpPr/>
            <p:nvPr/>
          </p:nvSpPr>
          <p:spPr>
            <a:xfrm>
              <a:off x="8701502" y="2626456"/>
              <a:ext cx="1997372" cy="763701"/>
            </a:xfrm>
            <a:prstGeom prst="roundRect">
              <a:avLst>
                <a:gd name="adj" fmla="val 15385"/>
              </a:avLst>
            </a:prstGeom>
            <a:solidFill>
              <a:srgbClr val="5B8FF9"/>
            </a:solidFill>
            <a:ln/>
            <a:effectLst>
              <a:outerShdw blurRad="76200" dist="25400" dir="2700000" algn="bl" rotWithShape="0">
                <a:srgbClr val="000000">
                  <a:alpha val="8000"/>
                </a:srgbClr>
              </a:outerShdw>
            </a:effectLst>
          </p:spPr>
          <p:txBody>
            <a:bodyPr anchor="ctr"/>
            <a:lstStyle/>
            <a:p>
              <a:pPr algn="ctr"/>
              <a:r>
                <a:rPr lang="pl-PL" sz="2000" b="1">
                  <a:solidFill>
                    <a:srgbClr val="FFFFFF"/>
                  </a:solidFill>
                  <a:latin typeface="Calibri" pitchFamily="34" charset="0"/>
                  <a:ea typeface="Calibri" pitchFamily="34" charset="-122"/>
                  <a:cs typeface="Calibri" pitchFamily="34" charset="-120"/>
                </a:rPr>
                <a:t>E-CBT</a:t>
              </a:r>
              <a:endParaRPr lang="pl-PL" sz="2000"/>
            </a:p>
          </p:txBody>
        </p:sp>
        <p:sp>
          <p:nvSpPr>
            <p:cNvPr id="19" name="Shape 17"/>
            <p:cNvSpPr/>
            <p:nvPr/>
          </p:nvSpPr>
          <p:spPr>
            <a:xfrm flipH="1">
              <a:off x="6442878" y="1982710"/>
              <a:ext cx="1485776" cy="1705370"/>
            </a:xfrm>
            <a:prstGeom prst="line">
              <a:avLst/>
            </a:prstGeom>
            <a:noFill/>
            <a:ln w="12700">
              <a:solidFill>
                <a:srgbClr val="8A93C0"/>
              </a:solidFill>
              <a:prstDash val="sysDot"/>
            </a:ln>
          </p:spPr>
        </p:sp>
        <p:sp>
          <p:nvSpPr>
            <p:cNvPr id="20" name="Shape 18"/>
            <p:cNvSpPr/>
            <p:nvPr/>
          </p:nvSpPr>
          <p:spPr>
            <a:xfrm>
              <a:off x="7306911" y="1465671"/>
              <a:ext cx="2430977" cy="763701"/>
            </a:xfrm>
            <a:prstGeom prst="roundRect">
              <a:avLst>
                <a:gd name="adj" fmla="val 15385"/>
              </a:avLst>
            </a:prstGeom>
            <a:solidFill>
              <a:srgbClr val="5B8FF9"/>
            </a:solidFill>
            <a:ln/>
            <a:effectLst>
              <a:outerShdw blurRad="76200" dist="25400" dir="2700000" algn="bl" rotWithShape="0">
                <a:srgbClr val="000000">
                  <a:alpha val="8000"/>
                </a:srgbClr>
              </a:outerShdw>
            </a:effectLst>
          </p:spPr>
          <p:txBody>
            <a:bodyPr anchor="ctr"/>
            <a:lstStyle/>
            <a:p>
              <a:pPr algn="ctr"/>
              <a:r>
                <a:rPr lang="pl-PL" sz="2000" b="1" dirty="0" err="1">
                  <a:solidFill>
                    <a:srgbClr val="FFFFFF"/>
                  </a:solidFill>
                  <a:latin typeface="Calibri" pitchFamily="34" charset="0"/>
                  <a:ea typeface="Calibri" pitchFamily="34" charset="-122"/>
                  <a:cs typeface="Calibri" pitchFamily="34" charset="-120"/>
                </a:rPr>
                <a:t>Blended</a:t>
              </a:r>
              <a:r>
                <a:rPr lang="pl-PL" sz="2000" b="1" dirty="0">
                  <a:solidFill>
                    <a:srgbClr val="FFFFFF"/>
                  </a:solidFill>
                  <a:latin typeface="Calibri" pitchFamily="34" charset="0"/>
                  <a:ea typeface="Calibri" pitchFamily="34" charset="-122"/>
                  <a:cs typeface="Calibri" pitchFamily="34" charset="-120"/>
                </a:rPr>
                <a:t> </a:t>
              </a:r>
              <a:r>
                <a:rPr lang="pl-PL" sz="2000" b="1" dirty="0" err="1">
                  <a:solidFill>
                    <a:srgbClr val="FFFFFF"/>
                  </a:solidFill>
                  <a:latin typeface="Calibri" pitchFamily="34" charset="0"/>
                  <a:ea typeface="Calibri" pitchFamily="34" charset="-122"/>
                  <a:cs typeface="Calibri" pitchFamily="34" charset="-120"/>
                </a:rPr>
                <a:t>therapy</a:t>
              </a:r>
              <a:r>
                <a:rPr lang="pl-PL" sz="2000" b="1" dirty="0">
                  <a:solidFill>
                    <a:srgbClr val="FFFFFF"/>
                  </a:solidFill>
                  <a:latin typeface="Calibri" pitchFamily="34" charset="0"/>
                  <a:ea typeface="Calibri" pitchFamily="34" charset="-122"/>
                  <a:cs typeface="Calibri" pitchFamily="34" charset="-120"/>
                </a:rPr>
                <a:t> </a:t>
              </a:r>
              <a:r>
                <a:rPr lang="pl-PL" sz="2000" dirty="0">
                  <a:solidFill>
                    <a:srgbClr val="FFFFFF"/>
                  </a:solidFill>
                  <a:latin typeface="Calibri" pitchFamily="34" charset="0"/>
                  <a:ea typeface="Calibri" pitchFamily="34" charset="-122"/>
                  <a:cs typeface="Calibri" pitchFamily="34" charset="-120"/>
                </a:rPr>
                <a:t>(terapia hybrydowa)</a:t>
              </a:r>
              <a:endParaRPr lang="pl-PL" sz="2000" dirty="0"/>
            </a:p>
          </p:txBody>
        </p:sp>
        <p:sp>
          <p:nvSpPr>
            <p:cNvPr id="22" name="Shape 20"/>
            <p:cNvSpPr/>
            <p:nvPr/>
          </p:nvSpPr>
          <p:spPr>
            <a:xfrm>
              <a:off x="5764822" y="1760105"/>
              <a:ext cx="548313" cy="1927976"/>
            </a:xfrm>
            <a:prstGeom prst="line">
              <a:avLst/>
            </a:prstGeom>
            <a:noFill/>
            <a:ln w="12700">
              <a:solidFill>
                <a:srgbClr val="8A93C0"/>
              </a:solidFill>
              <a:prstDash val="sysDot"/>
            </a:ln>
          </p:spPr>
        </p:sp>
        <p:sp>
          <p:nvSpPr>
            <p:cNvPr id="23" name="Shape 21"/>
            <p:cNvSpPr/>
            <p:nvPr/>
          </p:nvSpPr>
          <p:spPr>
            <a:xfrm>
              <a:off x="4542904" y="1378254"/>
              <a:ext cx="2220604" cy="763701"/>
            </a:xfrm>
            <a:prstGeom prst="roundRect">
              <a:avLst>
                <a:gd name="adj" fmla="val 15385"/>
              </a:avLst>
            </a:prstGeom>
            <a:solidFill>
              <a:srgbClr val="2D7DD2"/>
            </a:solidFill>
            <a:ln/>
            <a:effectLst>
              <a:outerShdw blurRad="76200" dist="25400" dir="2700000" algn="bl" rotWithShape="0">
                <a:srgbClr val="000000">
                  <a:alpha val="8000"/>
                </a:srgbClr>
              </a:outerShdw>
            </a:effectLst>
          </p:spPr>
          <p:txBody>
            <a:bodyPr anchor="ctr"/>
            <a:lstStyle/>
            <a:p>
              <a:pPr algn="ctr"/>
              <a:r>
                <a:rPr lang="pl-PL" sz="2000" b="1">
                  <a:solidFill>
                    <a:srgbClr val="FFFFFF"/>
                  </a:solidFill>
                  <a:latin typeface="Calibri" pitchFamily="34" charset="0"/>
                  <a:ea typeface="Calibri" pitchFamily="34" charset="-122"/>
                  <a:cs typeface="Calibri" pitchFamily="34" charset="-120"/>
                </a:rPr>
                <a:t>Digital </a:t>
              </a:r>
              <a:r>
                <a:rPr lang="pl-PL" sz="2000" b="1" err="1">
                  <a:solidFill>
                    <a:srgbClr val="FFFFFF"/>
                  </a:solidFill>
                  <a:latin typeface="Calibri" pitchFamily="34" charset="0"/>
                  <a:ea typeface="Calibri" pitchFamily="34" charset="-122"/>
                  <a:cs typeface="Calibri" pitchFamily="34" charset="-120"/>
                </a:rPr>
                <a:t>therapeutics</a:t>
              </a:r>
              <a:endParaRPr lang="pl-PL" sz="2000"/>
            </a:p>
          </p:txBody>
        </p:sp>
        <p:sp>
          <p:nvSpPr>
            <p:cNvPr id="25" name="Shape 23"/>
            <p:cNvSpPr/>
            <p:nvPr/>
          </p:nvSpPr>
          <p:spPr>
            <a:xfrm>
              <a:off x="3894265" y="2429683"/>
              <a:ext cx="2418870" cy="1258398"/>
            </a:xfrm>
            <a:prstGeom prst="line">
              <a:avLst/>
            </a:prstGeom>
            <a:noFill/>
            <a:ln w="12700">
              <a:solidFill>
                <a:srgbClr val="8A93C0"/>
              </a:solidFill>
              <a:prstDash val="sysDot"/>
            </a:ln>
          </p:spPr>
        </p:sp>
        <p:sp>
          <p:nvSpPr>
            <p:cNvPr id="26" name="Shape 24"/>
            <p:cNvSpPr/>
            <p:nvPr/>
          </p:nvSpPr>
          <p:spPr>
            <a:xfrm>
              <a:off x="2330788" y="2032070"/>
              <a:ext cx="1997372" cy="763701"/>
            </a:xfrm>
            <a:prstGeom prst="roundRect">
              <a:avLst>
                <a:gd name="adj" fmla="val 15385"/>
              </a:avLst>
            </a:prstGeom>
            <a:solidFill>
              <a:srgbClr val="2D7DD2"/>
            </a:solidFill>
            <a:ln/>
            <a:effectLst>
              <a:outerShdw blurRad="76200" dist="25400" dir="2700000" algn="bl" rotWithShape="0">
                <a:srgbClr val="000000">
                  <a:alpha val="8000"/>
                </a:srgbClr>
              </a:outerShdw>
            </a:effectLst>
          </p:spPr>
          <p:txBody>
            <a:bodyPr anchor="ctr"/>
            <a:lstStyle/>
            <a:p>
              <a:pPr algn="ctr"/>
              <a:r>
                <a:rPr lang="pl-PL" sz="2000" b="1" err="1">
                  <a:solidFill>
                    <a:srgbClr val="FFFFFF"/>
                  </a:solidFill>
                  <a:latin typeface="Calibri" pitchFamily="34" charset="0"/>
                  <a:ea typeface="Calibri" pitchFamily="34" charset="-122"/>
                  <a:cs typeface="Calibri" pitchFamily="34" charset="-120"/>
                </a:rPr>
                <a:t>Self-guided</a:t>
              </a:r>
              <a:endParaRPr lang="pl-PL" sz="2000"/>
            </a:p>
            <a:p>
              <a:pPr algn="ctr"/>
              <a:r>
                <a:rPr lang="pl-PL" sz="2000" b="1" err="1">
                  <a:solidFill>
                    <a:srgbClr val="FFFFFF"/>
                  </a:solidFill>
                  <a:latin typeface="Calibri" pitchFamily="34" charset="0"/>
                  <a:ea typeface="Calibri" pitchFamily="34" charset="-122"/>
                  <a:cs typeface="Calibri" pitchFamily="34" charset="-120"/>
                </a:rPr>
                <a:t>intervention</a:t>
              </a:r>
              <a:endParaRPr lang="pl-PL" sz="2000"/>
            </a:p>
          </p:txBody>
        </p:sp>
        <p:sp>
          <p:nvSpPr>
            <p:cNvPr id="28" name="Shape 26"/>
            <p:cNvSpPr/>
            <p:nvPr/>
          </p:nvSpPr>
          <p:spPr>
            <a:xfrm>
              <a:off x="3155523" y="3688080"/>
              <a:ext cx="3157610" cy="0"/>
            </a:xfrm>
            <a:prstGeom prst="line">
              <a:avLst/>
            </a:prstGeom>
            <a:noFill/>
            <a:ln w="12700">
              <a:solidFill>
                <a:srgbClr val="8A93C0"/>
              </a:solidFill>
              <a:prstDash val="sysDot"/>
            </a:ln>
          </p:spPr>
        </p:sp>
        <p:sp>
          <p:nvSpPr>
            <p:cNvPr id="29" name="Shape 27"/>
            <p:cNvSpPr/>
            <p:nvPr/>
          </p:nvSpPr>
          <p:spPr>
            <a:xfrm>
              <a:off x="1927394" y="3289258"/>
              <a:ext cx="1997372" cy="763701"/>
            </a:xfrm>
            <a:prstGeom prst="roundRect">
              <a:avLst>
                <a:gd name="adj" fmla="val 15385"/>
              </a:avLst>
            </a:prstGeom>
            <a:solidFill>
              <a:srgbClr val="2D7DD2"/>
            </a:solidFill>
            <a:ln/>
            <a:effectLst>
              <a:outerShdw blurRad="76200" dist="25400" dir="2700000" algn="bl" rotWithShape="0">
                <a:srgbClr val="000000">
                  <a:alpha val="8000"/>
                </a:srgbClr>
              </a:outerShdw>
            </a:effectLst>
          </p:spPr>
          <p:txBody>
            <a:bodyPr anchor="ctr"/>
            <a:lstStyle/>
            <a:p>
              <a:pPr algn="ctr"/>
              <a:r>
                <a:rPr lang="pl-PL" sz="2000" b="1">
                  <a:solidFill>
                    <a:srgbClr val="FFFFFF"/>
                  </a:solidFill>
                  <a:latin typeface="Calibri" pitchFamily="34" charset="0"/>
                  <a:ea typeface="Calibri" pitchFamily="34" charset="-122"/>
                  <a:cs typeface="Calibri" pitchFamily="34" charset="-120"/>
                </a:rPr>
                <a:t>Terapia</a:t>
              </a:r>
              <a:endParaRPr lang="pl-PL" sz="2000"/>
            </a:p>
            <a:p>
              <a:pPr algn="ctr"/>
              <a:r>
                <a:rPr lang="pl-PL" sz="2000" b="1">
                  <a:solidFill>
                    <a:srgbClr val="FFFFFF"/>
                  </a:solidFill>
                  <a:latin typeface="Calibri" pitchFamily="34" charset="0"/>
                  <a:ea typeface="Calibri" pitchFamily="34" charset="-122"/>
                  <a:cs typeface="Calibri" pitchFamily="34" charset="-120"/>
                </a:rPr>
                <a:t>algorytmiczna</a:t>
              </a:r>
              <a:endParaRPr lang="pl-PL" sz="2000"/>
            </a:p>
          </p:txBody>
        </p:sp>
        <p:sp>
          <p:nvSpPr>
            <p:cNvPr id="31" name="Shape 29"/>
            <p:cNvSpPr/>
            <p:nvPr/>
          </p:nvSpPr>
          <p:spPr>
            <a:xfrm flipH="1">
              <a:off x="3894265" y="3688079"/>
              <a:ext cx="2382152" cy="1258398"/>
            </a:xfrm>
            <a:prstGeom prst="line">
              <a:avLst/>
            </a:prstGeom>
            <a:noFill/>
            <a:ln w="12700">
              <a:solidFill>
                <a:srgbClr val="8A93C0"/>
              </a:solidFill>
              <a:prstDash val="sysDot"/>
            </a:ln>
          </p:spPr>
        </p:sp>
        <p:sp>
          <p:nvSpPr>
            <p:cNvPr id="32" name="Shape 30"/>
            <p:cNvSpPr/>
            <p:nvPr/>
          </p:nvSpPr>
          <p:spPr>
            <a:xfrm>
              <a:off x="2438407" y="4516710"/>
              <a:ext cx="1997372" cy="763701"/>
            </a:xfrm>
            <a:prstGeom prst="roundRect">
              <a:avLst>
                <a:gd name="adj" fmla="val 15385"/>
              </a:avLst>
            </a:prstGeom>
            <a:solidFill>
              <a:srgbClr val="5B8FF9"/>
            </a:solidFill>
            <a:ln/>
            <a:effectLst>
              <a:outerShdw blurRad="76200" dist="25400" dir="2700000" algn="bl" rotWithShape="0">
                <a:srgbClr val="000000">
                  <a:alpha val="8000"/>
                </a:srgbClr>
              </a:outerShdw>
            </a:effectLst>
          </p:spPr>
          <p:txBody>
            <a:bodyPr anchor="ctr"/>
            <a:lstStyle/>
            <a:p>
              <a:pPr algn="ctr"/>
              <a:r>
                <a:rPr lang="pl-PL" sz="2000" b="1">
                  <a:solidFill>
                    <a:srgbClr val="FFFFFF"/>
                  </a:solidFill>
                  <a:latin typeface="Calibri" pitchFamily="34" charset="0"/>
                  <a:ea typeface="Calibri" pitchFamily="34" charset="-122"/>
                  <a:cs typeface="Calibri" pitchFamily="34" charset="-120"/>
                </a:rPr>
                <a:t>mHealth</a:t>
              </a:r>
              <a:endParaRPr lang="pl-PL" sz="2000"/>
            </a:p>
          </p:txBody>
        </p:sp>
        <p:sp>
          <p:nvSpPr>
            <p:cNvPr id="5" name="Shape 3"/>
            <p:cNvSpPr/>
            <p:nvPr/>
          </p:nvSpPr>
          <p:spPr>
            <a:xfrm>
              <a:off x="4771045" y="2953752"/>
              <a:ext cx="3084178" cy="1468656"/>
            </a:xfrm>
            <a:prstGeom prst="roundRect">
              <a:avLst>
                <a:gd name="adj" fmla="val 10000"/>
              </a:avLst>
            </a:prstGeom>
            <a:solidFill>
              <a:srgbClr val="1E2761"/>
            </a:solidFill>
            <a:ln/>
            <a:effectLst>
              <a:outerShdw blurRad="76200" dist="25400" dir="2700000" algn="bl" rotWithShape="0">
                <a:srgbClr val="000000">
                  <a:alpha val="8000"/>
                </a:srgbClr>
              </a:outerShdw>
            </a:effectLst>
          </p:spPr>
          <p:txBody>
            <a:bodyPr anchor="ctr"/>
            <a:lstStyle/>
            <a:p>
              <a:pPr algn="ctr">
                <a:lnSpc>
                  <a:spcPct val="110000"/>
                </a:lnSpc>
              </a:pPr>
              <a:r>
                <a:rPr lang="en-US" sz="2400" b="1">
                  <a:solidFill>
                    <a:srgbClr val="FFFFFF"/>
                  </a:solidFill>
                  <a:latin typeface="Cambria" pitchFamily="34" charset="0"/>
                  <a:ea typeface="Cambria" pitchFamily="34" charset="-122"/>
                  <a:cs typeface="Cambria" pitchFamily="34" charset="-120"/>
                </a:rPr>
                <a:t>E-</a:t>
              </a:r>
              <a:r>
                <a:rPr lang="en-US" sz="2400" b="1" err="1">
                  <a:solidFill>
                    <a:srgbClr val="FFFFFF"/>
                  </a:solidFill>
                  <a:latin typeface="Cambria" pitchFamily="34" charset="0"/>
                  <a:ea typeface="Cambria" pitchFamily="34" charset="-122"/>
                  <a:cs typeface="Cambria" pitchFamily="34" charset="-120"/>
                </a:rPr>
                <a:t>terapia</a:t>
              </a:r>
              <a:r>
                <a:rPr lang="en-US" sz="2400" b="1">
                  <a:solidFill>
                    <a:srgbClr val="FFFFFF"/>
                  </a:solidFill>
                  <a:latin typeface="Cambria" pitchFamily="34" charset="0"/>
                  <a:ea typeface="Cambria" pitchFamily="34" charset="-122"/>
                  <a:cs typeface="Cambria" pitchFamily="34" charset="-120"/>
                </a:rPr>
                <a:t> /</a:t>
              </a:r>
              <a:endParaRPr lang="en-US" sz="2400" b="1"/>
            </a:p>
            <a:p>
              <a:pPr algn="ctr">
                <a:lnSpc>
                  <a:spcPct val="110000"/>
                </a:lnSpc>
              </a:pPr>
              <a:r>
                <a:rPr lang="en-US" sz="2400" b="1">
                  <a:solidFill>
                    <a:srgbClr val="FFFFFF"/>
                  </a:solidFill>
                  <a:latin typeface="Cambria" pitchFamily="34" charset="0"/>
                  <a:ea typeface="Cambria" pitchFamily="34" charset="-122"/>
                  <a:cs typeface="Cambria" pitchFamily="34" charset="-120"/>
                </a:rPr>
                <a:t>Digital Mental Health</a:t>
              </a:r>
              <a:endParaRPr lang="en-US" sz="2400" b="1"/>
            </a:p>
          </p:txBody>
        </p:sp>
      </p:grpSp>
    </p:spTree>
    <p:extLst>
      <p:ext uri="{BB962C8B-B14F-4D97-AF65-F5344CB8AC3E}">
        <p14:creationId xmlns:p14="http://schemas.microsoft.com/office/powerpoint/2010/main" val="4263348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267200" y="1463040"/>
            <a:ext cx="3657600" cy="731520"/>
          </a:xfrm>
          <a:prstGeom prst="roundRect">
            <a:avLst>
              <a:gd name="adj" fmla="val 13333"/>
            </a:avLst>
          </a:prstGeom>
          <a:solidFill>
            <a:srgbClr val="8A93C0"/>
          </a:solidFill>
          <a:ln/>
          <a:effectLst>
            <a:outerShdw blurRad="76200" dist="25400" dir="2700000" algn="bl" rotWithShape="0">
              <a:srgbClr val="000000">
                <a:alpha val="8000"/>
              </a:srgbClr>
            </a:outerShdw>
          </a:effectLst>
        </p:spPr>
      </p:sp>
      <p:sp>
        <p:nvSpPr>
          <p:cNvPr id="6" name="Text 4"/>
          <p:cNvSpPr/>
          <p:nvPr/>
        </p:nvSpPr>
        <p:spPr>
          <a:xfrm>
            <a:off x="4267200" y="1463040"/>
            <a:ext cx="3657600" cy="731520"/>
          </a:xfrm>
          <a:prstGeom prst="rect">
            <a:avLst/>
          </a:prstGeom>
          <a:noFill/>
          <a:ln/>
        </p:spPr>
        <p:txBody>
          <a:bodyPr wrap="square" rtlCol="0" anchor="ctr"/>
          <a:lstStyle/>
          <a:p>
            <a:pPr algn="ctr"/>
            <a:r>
              <a:rPr lang="en-US" sz="2800" b="1">
                <a:solidFill>
                  <a:srgbClr val="FFFFFF"/>
                </a:solidFill>
                <a:latin typeface="Cambria" pitchFamily="34" charset="0"/>
                <a:ea typeface="Cambria" pitchFamily="34" charset="-122"/>
                <a:cs typeface="Cambria" pitchFamily="34" charset="-120"/>
              </a:rPr>
              <a:t>Sesja wideo</a:t>
            </a:r>
            <a:endParaRPr lang="en-US" sz="2800"/>
          </a:p>
        </p:txBody>
      </p:sp>
      <p:sp>
        <p:nvSpPr>
          <p:cNvPr id="7" name="Shape 5"/>
          <p:cNvSpPr/>
          <p:nvPr/>
        </p:nvSpPr>
        <p:spPr>
          <a:xfrm>
            <a:off x="3413760" y="2316480"/>
            <a:ext cx="5364480" cy="731520"/>
          </a:xfrm>
          <a:prstGeom prst="roundRect">
            <a:avLst>
              <a:gd name="adj" fmla="val 13333"/>
            </a:avLst>
          </a:prstGeom>
          <a:solidFill>
            <a:srgbClr val="2D7DD2"/>
          </a:solidFill>
          <a:ln/>
          <a:effectLst>
            <a:outerShdw blurRad="76200" dist="25400" dir="2700000" algn="bl" rotWithShape="0">
              <a:srgbClr val="000000">
                <a:alpha val="8000"/>
              </a:srgbClr>
            </a:outerShdw>
          </a:effectLst>
        </p:spPr>
      </p:sp>
      <p:sp>
        <p:nvSpPr>
          <p:cNvPr id="8" name="Text 6"/>
          <p:cNvSpPr/>
          <p:nvPr/>
        </p:nvSpPr>
        <p:spPr>
          <a:xfrm>
            <a:off x="3413760" y="2316480"/>
            <a:ext cx="5364480" cy="73152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 Pomiar efektów</a:t>
            </a:r>
            <a:endParaRPr lang="en-US" sz="2400"/>
          </a:p>
        </p:txBody>
      </p:sp>
      <p:sp>
        <p:nvSpPr>
          <p:cNvPr id="9" name="Shape 7"/>
          <p:cNvSpPr/>
          <p:nvPr/>
        </p:nvSpPr>
        <p:spPr>
          <a:xfrm>
            <a:off x="2560320" y="3169920"/>
            <a:ext cx="7071360" cy="731520"/>
          </a:xfrm>
          <a:prstGeom prst="roundRect">
            <a:avLst>
              <a:gd name="adj" fmla="val 13333"/>
            </a:avLst>
          </a:prstGeom>
          <a:solidFill>
            <a:srgbClr val="5B8FF9"/>
          </a:solidFill>
          <a:ln/>
          <a:effectLst>
            <a:outerShdw blurRad="76200" dist="25400" dir="2700000" algn="bl" rotWithShape="0">
              <a:srgbClr val="000000">
                <a:alpha val="8000"/>
              </a:srgbClr>
            </a:outerShdw>
          </a:effectLst>
        </p:spPr>
      </p:sp>
      <p:sp>
        <p:nvSpPr>
          <p:cNvPr id="10" name="Text 8"/>
          <p:cNvSpPr/>
          <p:nvPr/>
        </p:nvSpPr>
        <p:spPr>
          <a:xfrm>
            <a:off x="2560320" y="3169920"/>
            <a:ext cx="7071360" cy="73152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 Automatyzacja zadań</a:t>
            </a:r>
            <a:endParaRPr lang="en-US" sz="2400"/>
          </a:p>
        </p:txBody>
      </p:sp>
      <p:sp>
        <p:nvSpPr>
          <p:cNvPr id="11" name="Shape 9"/>
          <p:cNvSpPr/>
          <p:nvPr/>
        </p:nvSpPr>
        <p:spPr>
          <a:xfrm>
            <a:off x="1706880" y="4023360"/>
            <a:ext cx="8778240" cy="731520"/>
          </a:xfrm>
          <a:prstGeom prst="roundRect">
            <a:avLst>
              <a:gd name="adj" fmla="val 13333"/>
            </a:avLst>
          </a:prstGeom>
          <a:solidFill>
            <a:srgbClr val="2D3B8E"/>
          </a:solidFill>
          <a:ln/>
          <a:effectLst>
            <a:outerShdw blurRad="76200" dist="25400" dir="2700000" algn="bl" rotWithShape="0">
              <a:srgbClr val="000000">
                <a:alpha val="8000"/>
              </a:srgbClr>
            </a:outerShdw>
          </a:effectLst>
        </p:spPr>
      </p:sp>
      <p:sp>
        <p:nvSpPr>
          <p:cNvPr id="12" name="Text 10"/>
          <p:cNvSpPr/>
          <p:nvPr/>
        </p:nvSpPr>
        <p:spPr>
          <a:xfrm>
            <a:off x="1706880" y="4023360"/>
            <a:ext cx="8778240" cy="73152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 Materiały między sesjami</a:t>
            </a:r>
            <a:endParaRPr lang="en-US" sz="2400"/>
          </a:p>
        </p:txBody>
      </p:sp>
      <p:sp>
        <p:nvSpPr>
          <p:cNvPr id="13" name="Shape 11"/>
          <p:cNvSpPr/>
          <p:nvPr/>
        </p:nvSpPr>
        <p:spPr>
          <a:xfrm>
            <a:off x="853440" y="4876800"/>
            <a:ext cx="10485120" cy="731520"/>
          </a:xfrm>
          <a:prstGeom prst="roundRect">
            <a:avLst>
              <a:gd name="adj" fmla="val 13333"/>
            </a:avLst>
          </a:prstGeom>
          <a:solidFill>
            <a:srgbClr val="1E2761"/>
          </a:solidFill>
          <a:ln/>
          <a:effectLst>
            <a:outerShdw blurRad="76200" dist="25400" dir="2700000" algn="bl" rotWithShape="0">
              <a:srgbClr val="000000">
                <a:alpha val="8000"/>
              </a:srgbClr>
            </a:outerShdw>
          </a:effectLst>
        </p:spPr>
      </p:sp>
      <p:sp>
        <p:nvSpPr>
          <p:cNvPr id="14" name="Text 12"/>
          <p:cNvSpPr/>
          <p:nvPr/>
        </p:nvSpPr>
        <p:spPr>
          <a:xfrm>
            <a:off x="853440" y="4876800"/>
            <a:ext cx="10485120" cy="73152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 Monitoring</a:t>
            </a:r>
            <a:endParaRPr lang="en-US" sz="2400"/>
          </a:p>
        </p:txBody>
      </p:sp>
      <p:sp>
        <p:nvSpPr>
          <p:cNvPr id="15" name="Shape 13"/>
          <p:cNvSpPr/>
          <p:nvPr/>
        </p:nvSpPr>
        <p:spPr>
          <a:xfrm>
            <a:off x="9387840" y="1391040"/>
            <a:ext cx="2316480" cy="4217280"/>
          </a:xfrm>
          <a:prstGeom prst="roundRect">
            <a:avLst>
              <a:gd name="adj" fmla="val 5263"/>
            </a:avLst>
          </a:prstGeom>
          <a:solidFill>
            <a:srgbClr val="EEF3FF"/>
          </a:solidFill>
          <a:ln>
            <a:solidFill>
              <a:schemeClr val="bg2">
                <a:lumMod val="75000"/>
              </a:schemeClr>
            </a:solidFill>
          </a:ln>
          <a:effectLst>
            <a:outerShdw blurRad="76200" dist="25400" dir="2700000" algn="bl" rotWithShape="0">
              <a:srgbClr val="000000">
                <a:alpha val="8000"/>
              </a:srgbClr>
            </a:outerShdw>
          </a:effectLst>
        </p:spPr>
      </p:sp>
      <p:sp>
        <p:nvSpPr>
          <p:cNvPr id="16" name="Text 14"/>
          <p:cNvSpPr/>
          <p:nvPr/>
        </p:nvSpPr>
        <p:spPr>
          <a:xfrm>
            <a:off x="9387840" y="1463040"/>
            <a:ext cx="2316480" cy="4145280"/>
          </a:xfrm>
          <a:prstGeom prst="rect">
            <a:avLst/>
          </a:prstGeom>
          <a:noFill/>
          <a:ln/>
        </p:spPr>
        <p:txBody>
          <a:bodyPr wrap="square" rtlCol="0" anchor="ctr"/>
          <a:lstStyle/>
          <a:p>
            <a:pPr algn="ctr">
              <a:lnSpc>
                <a:spcPct val="120000"/>
              </a:lnSpc>
            </a:pPr>
            <a:r>
              <a:rPr lang="en-US" sz="3200" b="1" dirty="0">
                <a:solidFill>
                  <a:srgbClr val="1E2761"/>
                </a:solidFill>
                <a:latin typeface="Cambria" pitchFamily="34" charset="0"/>
                <a:ea typeface="Cambria" pitchFamily="34" charset="-122"/>
                <a:cs typeface="Cambria" pitchFamily="34" charset="-120"/>
              </a:rPr>
              <a:t>E-</a:t>
            </a:r>
            <a:r>
              <a:rPr lang="en-US" sz="3200" b="1" dirty="0" err="1">
                <a:solidFill>
                  <a:srgbClr val="1E2761"/>
                </a:solidFill>
                <a:latin typeface="Cambria" pitchFamily="34" charset="0"/>
                <a:ea typeface="Cambria" pitchFamily="34" charset="-122"/>
                <a:cs typeface="Cambria" pitchFamily="34" charset="-120"/>
              </a:rPr>
              <a:t>terapia</a:t>
            </a:r>
            <a:endParaRPr lang="en-US" sz="3200" b="1" dirty="0">
              <a:solidFill>
                <a:srgbClr val="1E2761"/>
              </a:solidFill>
              <a:latin typeface="Cambria" pitchFamily="34" charset="0"/>
              <a:ea typeface="Cambria" pitchFamily="34" charset="-122"/>
              <a:cs typeface="Cambria" pitchFamily="34" charset="-120"/>
            </a:endParaRPr>
          </a:p>
          <a:p>
            <a:pPr algn="ctr">
              <a:lnSpc>
                <a:spcPct val="120000"/>
              </a:lnSpc>
            </a:pPr>
            <a:r>
              <a:rPr lang="pl-PL" sz="3200" dirty="0" smtClean="0">
                <a:solidFill>
                  <a:srgbClr val="1E2761"/>
                </a:solidFill>
                <a:latin typeface="Cambria" pitchFamily="34" charset="0"/>
                <a:ea typeface="Cambria" pitchFamily="34" charset="-122"/>
                <a:cs typeface="Cambria" pitchFamily="34" charset="-120"/>
              </a:rPr>
              <a:t>(całość)</a:t>
            </a:r>
            <a:endParaRPr lang="pl-PL" sz="3200" dirty="0">
              <a:solidFill>
                <a:srgbClr val="1E2761"/>
              </a:solidFill>
              <a:latin typeface="Cambria" pitchFamily="34" charset="0"/>
              <a:ea typeface="Cambria" pitchFamily="34" charset="-122"/>
              <a:cs typeface="Cambria" pitchFamily="34" charset="-120"/>
            </a:endParaRPr>
          </a:p>
        </p:txBody>
      </p:sp>
      <p:sp>
        <p:nvSpPr>
          <p:cNvPr id="17" name="Shape 15"/>
          <p:cNvSpPr/>
          <p:nvPr/>
        </p:nvSpPr>
        <p:spPr>
          <a:xfrm>
            <a:off x="487680" y="5827776"/>
            <a:ext cx="11216640" cy="877824"/>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lstStyle/>
          <a:p>
            <a:pPr algn="ctr"/>
            <a:r>
              <a:rPr lang="pl-PL" sz="2400" dirty="0">
                <a:solidFill>
                  <a:srgbClr val="1E2761"/>
                </a:solidFill>
                <a:latin typeface="Cambria Math" panose="02040503050406030204" pitchFamily="18" charset="0"/>
                <a:ea typeface="Cambria Math" panose="02040503050406030204" pitchFamily="18" charset="0"/>
                <a:cs typeface="Calibri" pitchFamily="34" charset="-120"/>
              </a:rPr>
              <a:t>Jeśli prowadzicie tylko sesje przez kamerę, to korzystacie z najprostszej, </a:t>
            </a:r>
          </a:p>
          <a:p>
            <a:pPr algn="ctr"/>
            <a:r>
              <a:rPr lang="pl-PL" sz="2400" dirty="0">
                <a:solidFill>
                  <a:srgbClr val="1E2761"/>
                </a:solidFill>
                <a:latin typeface="Cambria Math" panose="02040503050406030204" pitchFamily="18" charset="0"/>
                <a:ea typeface="Cambria Math" panose="02040503050406030204" pitchFamily="18" charset="0"/>
                <a:cs typeface="Calibri" pitchFamily="34" charset="-120"/>
              </a:rPr>
              <a:t>najbardziej ograniczonej formy tego, co technologia pozwala dziś zrobić</a:t>
            </a:r>
            <a:endParaRPr lang="pl-PL" sz="2400" dirty="0">
              <a:latin typeface="Cambria Math" panose="02040503050406030204" pitchFamily="18" charset="0"/>
              <a:ea typeface="Cambria Math" panose="02040503050406030204" pitchFamily="18" charset="0"/>
            </a:endParaRPr>
          </a:p>
        </p:txBody>
      </p:sp>
      <p:grpSp>
        <p:nvGrpSpPr>
          <p:cNvPr id="19" name="Grupa 18"/>
          <p:cNvGrpSpPr/>
          <p:nvPr/>
        </p:nvGrpSpPr>
        <p:grpSpPr>
          <a:xfrm>
            <a:off x="0" y="0"/>
            <a:ext cx="12192000" cy="1080000"/>
            <a:chOff x="0" y="0"/>
            <a:chExt cx="12192000" cy="1219200"/>
          </a:xfrm>
        </p:grpSpPr>
        <p:sp>
          <p:nvSpPr>
            <p:cNvPr id="20" name="Shape 0"/>
            <p:cNvSpPr/>
            <p:nvPr/>
          </p:nvSpPr>
          <p:spPr>
            <a:xfrm>
              <a:off x="0" y="0"/>
              <a:ext cx="12192000" cy="1219200"/>
            </a:xfrm>
            <a:prstGeom prst="rect">
              <a:avLst/>
            </a:prstGeom>
            <a:solidFill>
              <a:srgbClr val="1E2761"/>
            </a:solidFill>
            <a:ln w="12700">
              <a:solidFill>
                <a:srgbClr val="1E2761"/>
              </a:solidFill>
              <a:prstDash val="solid"/>
            </a:ln>
          </p:spPr>
        </p:sp>
        <p:sp>
          <p:nvSpPr>
            <p:cNvPr id="21" name="Text 1"/>
            <p:cNvSpPr/>
            <p:nvPr/>
          </p:nvSpPr>
          <p:spPr>
            <a:xfrm>
              <a:off x="540000" y="40640"/>
              <a:ext cx="1080000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E-TERAPIA A KLASYCZNA TERAPIA ONLINE</a:t>
              </a:r>
              <a:endParaRPr lang="en-US" sz="2400"/>
            </a:p>
          </p:txBody>
        </p:sp>
        <p:sp>
          <p:nvSpPr>
            <p:cNvPr id="22" name="Text 2"/>
            <p:cNvSpPr/>
            <p:nvPr/>
          </p:nvSpPr>
          <p:spPr>
            <a:xfrm>
              <a:off x="540000" y="731520"/>
              <a:ext cx="10836000" cy="406400"/>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Sesja wideo jest jednym z elementów, nie całością procesu</a:t>
              </a:r>
              <a:endParaRPr lang="pl-PL" sz="1400"/>
            </a:p>
          </p:txBody>
        </p:sp>
      </p:grpSp>
    </p:spTree>
    <p:extLst>
      <p:ext uri="{BB962C8B-B14F-4D97-AF65-F5344CB8AC3E}">
        <p14:creationId xmlns:p14="http://schemas.microsoft.com/office/powerpoint/2010/main" val="3455129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stokąt zaokrąglony 1"/>
          <p:cNvSpPr/>
          <p:nvPr/>
        </p:nvSpPr>
        <p:spPr>
          <a:xfrm>
            <a:off x="146304" y="1579807"/>
            <a:ext cx="11891222" cy="1024381"/>
          </a:xfrm>
          <a:prstGeom prst="roundRect">
            <a:avLst/>
          </a:prstGeom>
          <a:solidFill>
            <a:srgbClr val="FDE6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7" name="Prostokąt zaokrąglony 36"/>
          <p:cNvSpPr/>
          <p:nvPr/>
        </p:nvSpPr>
        <p:spPr>
          <a:xfrm>
            <a:off x="154474" y="4723270"/>
            <a:ext cx="11891222" cy="819314"/>
          </a:xfrm>
          <a:prstGeom prst="roundRect">
            <a:avLst/>
          </a:prstGeom>
          <a:solidFill>
            <a:srgbClr val="ECF3F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6" name="Prostokąt zaokrąglony 35"/>
          <p:cNvSpPr/>
          <p:nvPr/>
        </p:nvSpPr>
        <p:spPr>
          <a:xfrm>
            <a:off x="154474" y="3140826"/>
            <a:ext cx="11891222" cy="1045806"/>
          </a:xfrm>
          <a:prstGeom prst="roundRect">
            <a:avLst/>
          </a:prstGeom>
          <a:solidFill>
            <a:srgbClr val="E8F3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Text 3"/>
          <p:cNvSpPr/>
          <p:nvPr/>
        </p:nvSpPr>
        <p:spPr>
          <a:xfrm>
            <a:off x="390144" y="1279723"/>
            <a:ext cx="3657600" cy="365760"/>
          </a:xfrm>
          <a:prstGeom prst="rect">
            <a:avLst/>
          </a:prstGeom>
          <a:noFill/>
          <a:ln/>
        </p:spPr>
        <p:txBody>
          <a:bodyPr wrap="square" rtlCol="0" anchor="ctr"/>
          <a:lstStyle/>
          <a:p>
            <a:r>
              <a:rPr lang="en-US" b="1" dirty="0">
                <a:solidFill>
                  <a:schemeClr val="accent2">
                    <a:lumMod val="75000"/>
                  </a:schemeClr>
                </a:solidFill>
                <a:latin typeface="Cambria" pitchFamily="34" charset="0"/>
                <a:ea typeface="Cambria" pitchFamily="34" charset="-122"/>
                <a:cs typeface="Cambria" pitchFamily="34" charset="-120"/>
              </a:rPr>
              <a:t>OŚ CZASU</a:t>
            </a:r>
            <a:endParaRPr lang="en-US" dirty="0">
              <a:solidFill>
                <a:schemeClr val="accent2">
                  <a:lumMod val="75000"/>
                </a:schemeClr>
              </a:solidFill>
            </a:endParaRPr>
          </a:p>
        </p:txBody>
      </p:sp>
      <p:sp>
        <p:nvSpPr>
          <p:cNvPr id="6" name="Shape 4"/>
          <p:cNvSpPr/>
          <p:nvPr/>
        </p:nvSpPr>
        <p:spPr>
          <a:xfrm>
            <a:off x="1097280" y="1970205"/>
            <a:ext cx="9997440" cy="0"/>
          </a:xfrm>
          <a:prstGeom prst="line">
            <a:avLst/>
          </a:prstGeom>
          <a:noFill/>
          <a:ln w="25400">
            <a:solidFill>
              <a:schemeClr val="tx1">
                <a:lumMod val="65000"/>
                <a:lumOff val="35000"/>
              </a:schemeClr>
            </a:solidFill>
            <a:prstDash val="solid"/>
          </a:ln>
        </p:spPr>
      </p:sp>
      <p:sp>
        <p:nvSpPr>
          <p:cNvPr id="7" name="Shape 5"/>
          <p:cNvSpPr/>
          <p:nvPr/>
        </p:nvSpPr>
        <p:spPr>
          <a:xfrm>
            <a:off x="950976" y="1823901"/>
            <a:ext cx="292608" cy="292608"/>
          </a:xfrm>
          <a:prstGeom prst="ellipse">
            <a:avLst/>
          </a:prstGeom>
          <a:solidFill>
            <a:srgbClr val="D64045"/>
          </a:solidFill>
          <a:ln/>
        </p:spPr>
      </p:sp>
      <p:sp>
        <p:nvSpPr>
          <p:cNvPr id="8" name="Text 6"/>
          <p:cNvSpPr/>
          <p:nvPr/>
        </p:nvSpPr>
        <p:spPr>
          <a:xfrm>
            <a:off x="60960" y="2165277"/>
            <a:ext cx="2072640" cy="390144"/>
          </a:xfrm>
          <a:prstGeom prst="rect">
            <a:avLst/>
          </a:prstGeom>
          <a:noFill/>
          <a:ln/>
        </p:spPr>
        <p:txBody>
          <a:bodyPr wrap="square" rtlCol="0" anchor="ctr"/>
          <a:lstStyle/>
          <a:p>
            <a:pPr algn="ctr">
              <a:lnSpc>
                <a:spcPct val="105000"/>
              </a:lnSpc>
            </a:pPr>
            <a:r>
              <a:rPr lang="pl-PL" sz="2000" dirty="0" smtClean="0">
                <a:solidFill>
                  <a:srgbClr val="1A1F3C"/>
                </a:solidFill>
                <a:latin typeface="Calibri" pitchFamily="34" charset="0"/>
                <a:ea typeface="Calibri" pitchFamily="34" charset="-122"/>
                <a:cs typeface="Calibri" pitchFamily="34" charset="-120"/>
              </a:rPr>
              <a:t>Synchroniczne</a:t>
            </a:r>
            <a:endParaRPr lang="pl-PL" sz="2000" dirty="0"/>
          </a:p>
        </p:txBody>
      </p:sp>
      <p:sp>
        <p:nvSpPr>
          <p:cNvPr id="9" name="Shape 7"/>
          <p:cNvSpPr/>
          <p:nvPr/>
        </p:nvSpPr>
        <p:spPr>
          <a:xfrm>
            <a:off x="11009376" y="1884861"/>
            <a:ext cx="170688" cy="170688"/>
          </a:xfrm>
          <a:prstGeom prst="ellipse">
            <a:avLst/>
          </a:prstGeom>
          <a:solidFill>
            <a:srgbClr val="1E2761"/>
          </a:solidFill>
          <a:ln/>
        </p:spPr>
      </p:sp>
      <p:sp>
        <p:nvSpPr>
          <p:cNvPr id="10" name="Text 8"/>
          <p:cNvSpPr/>
          <p:nvPr/>
        </p:nvSpPr>
        <p:spPr>
          <a:xfrm>
            <a:off x="9973056" y="2214044"/>
            <a:ext cx="2072640" cy="390144"/>
          </a:xfrm>
          <a:prstGeom prst="rect">
            <a:avLst/>
          </a:prstGeom>
          <a:noFill/>
          <a:ln/>
        </p:spPr>
        <p:txBody>
          <a:bodyPr wrap="square" rtlCol="0" anchor="ctr"/>
          <a:lstStyle/>
          <a:p>
            <a:pPr algn="ctr">
              <a:lnSpc>
                <a:spcPct val="105000"/>
              </a:lnSpc>
            </a:pPr>
            <a:r>
              <a:rPr lang="en-US" sz="2000">
                <a:solidFill>
                  <a:srgbClr val="1A1F3C"/>
                </a:solidFill>
                <a:latin typeface="Calibri" pitchFamily="34" charset="0"/>
                <a:ea typeface="Calibri" pitchFamily="34" charset="-122"/>
                <a:cs typeface="Calibri" pitchFamily="34" charset="-120"/>
              </a:rPr>
              <a:t>Asynchroniczne</a:t>
            </a:r>
            <a:endParaRPr lang="en-US" sz="2000"/>
          </a:p>
        </p:txBody>
      </p:sp>
      <p:sp>
        <p:nvSpPr>
          <p:cNvPr id="11" name="Text 9"/>
          <p:cNvSpPr/>
          <p:nvPr/>
        </p:nvSpPr>
        <p:spPr>
          <a:xfrm>
            <a:off x="390144" y="2846706"/>
            <a:ext cx="3657600" cy="365760"/>
          </a:xfrm>
          <a:prstGeom prst="rect">
            <a:avLst/>
          </a:prstGeom>
          <a:noFill/>
          <a:ln/>
        </p:spPr>
        <p:txBody>
          <a:bodyPr wrap="square" rtlCol="0" anchor="ctr"/>
          <a:lstStyle/>
          <a:p>
            <a:r>
              <a:rPr lang="en-US" b="1" dirty="0">
                <a:solidFill>
                  <a:schemeClr val="accent6"/>
                </a:solidFill>
                <a:latin typeface="Cambria" pitchFamily="34" charset="0"/>
                <a:ea typeface="Cambria" pitchFamily="34" charset="-122"/>
                <a:cs typeface="Cambria" pitchFamily="34" charset="-120"/>
              </a:rPr>
              <a:t>OŚ NADZORU</a:t>
            </a:r>
            <a:endParaRPr lang="en-US" dirty="0">
              <a:solidFill>
                <a:schemeClr val="accent6"/>
              </a:solidFill>
            </a:endParaRPr>
          </a:p>
        </p:txBody>
      </p:sp>
      <p:sp>
        <p:nvSpPr>
          <p:cNvPr id="12" name="Shape 10"/>
          <p:cNvSpPr/>
          <p:nvPr/>
        </p:nvSpPr>
        <p:spPr>
          <a:xfrm>
            <a:off x="1097280" y="3377184"/>
            <a:ext cx="9997440" cy="0"/>
          </a:xfrm>
          <a:prstGeom prst="line">
            <a:avLst/>
          </a:prstGeom>
          <a:noFill/>
          <a:ln w="25400">
            <a:solidFill>
              <a:schemeClr val="tx1">
                <a:lumMod val="65000"/>
                <a:lumOff val="35000"/>
              </a:schemeClr>
            </a:solidFill>
            <a:prstDash val="solid"/>
          </a:ln>
        </p:spPr>
      </p:sp>
      <p:sp>
        <p:nvSpPr>
          <p:cNvPr id="13" name="Shape 11"/>
          <p:cNvSpPr/>
          <p:nvPr/>
        </p:nvSpPr>
        <p:spPr>
          <a:xfrm>
            <a:off x="1011936" y="3291840"/>
            <a:ext cx="170688" cy="170688"/>
          </a:xfrm>
          <a:prstGeom prst="ellipse">
            <a:avLst/>
          </a:prstGeom>
          <a:solidFill>
            <a:srgbClr val="5B8FF9"/>
          </a:solidFill>
          <a:ln/>
        </p:spPr>
      </p:sp>
      <p:sp>
        <p:nvSpPr>
          <p:cNvPr id="14" name="Text 12"/>
          <p:cNvSpPr/>
          <p:nvPr/>
        </p:nvSpPr>
        <p:spPr>
          <a:xfrm>
            <a:off x="146304" y="3640633"/>
            <a:ext cx="2072640" cy="390144"/>
          </a:xfrm>
          <a:prstGeom prst="rect">
            <a:avLst/>
          </a:prstGeom>
          <a:noFill/>
          <a:ln/>
        </p:spPr>
        <p:txBody>
          <a:bodyPr wrap="square" rtlCol="0" anchor="ctr"/>
          <a:lstStyle/>
          <a:p>
            <a:pPr algn="ctr">
              <a:lnSpc>
                <a:spcPct val="105000"/>
              </a:lnSpc>
            </a:pPr>
            <a:r>
              <a:rPr lang="en-US" sz="2000">
                <a:solidFill>
                  <a:srgbClr val="1A1F3C"/>
                </a:solidFill>
                <a:latin typeface="Calibri" pitchFamily="34" charset="0"/>
                <a:ea typeface="Calibri" pitchFamily="34" charset="-122"/>
                <a:cs typeface="Calibri" pitchFamily="34" charset="-120"/>
              </a:rPr>
              <a:t>Prowadzone przez terapeutę</a:t>
            </a:r>
            <a:endParaRPr lang="en-US" sz="2000"/>
          </a:p>
        </p:txBody>
      </p:sp>
      <p:sp>
        <p:nvSpPr>
          <p:cNvPr id="15" name="Shape 13"/>
          <p:cNvSpPr/>
          <p:nvPr/>
        </p:nvSpPr>
        <p:spPr>
          <a:xfrm>
            <a:off x="5949696" y="3230880"/>
            <a:ext cx="292608" cy="292608"/>
          </a:xfrm>
          <a:prstGeom prst="ellipse">
            <a:avLst/>
          </a:prstGeom>
          <a:solidFill>
            <a:srgbClr val="D64045"/>
          </a:solidFill>
          <a:ln/>
        </p:spPr>
      </p:sp>
      <p:sp>
        <p:nvSpPr>
          <p:cNvPr id="16" name="Text 14"/>
          <p:cNvSpPr/>
          <p:nvPr/>
        </p:nvSpPr>
        <p:spPr>
          <a:xfrm>
            <a:off x="5059680" y="3572256"/>
            <a:ext cx="2072640" cy="390144"/>
          </a:xfrm>
          <a:prstGeom prst="rect">
            <a:avLst/>
          </a:prstGeom>
          <a:noFill/>
          <a:ln/>
        </p:spPr>
        <p:txBody>
          <a:bodyPr wrap="square" rtlCol="0" anchor="ctr"/>
          <a:lstStyle/>
          <a:p>
            <a:pPr algn="ctr">
              <a:lnSpc>
                <a:spcPct val="105000"/>
              </a:lnSpc>
            </a:pPr>
            <a:r>
              <a:rPr lang="en-US" sz="2000">
                <a:solidFill>
                  <a:srgbClr val="1A1F3C"/>
                </a:solidFill>
                <a:latin typeface="Calibri" pitchFamily="34" charset="0"/>
                <a:ea typeface="Calibri" pitchFamily="34" charset="-122"/>
                <a:cs typeface="Calibri" pitchFamily="34" charset="-120"/>
              </a:rPr>
              <a:t>Wspomagane</a:t>
            </a:r>
            <a:endParaRPr lang="en-US" sz="2000"/>
          </a:p>
        </p:txBody>
      </p:sp>
      <p:sp>
        <p:nvSpPr>
          <p:cNvPr id="17" name="Shape 15"/>
          <p:cNvSpPr/>
          <p:nvPr/>
        </p:nvSpPr>
        <p:spPr>
          <a:xfrm>
            <a:off x="11009376" y="3291840"/>
            <a:ext cx="170688" cy="170688"/>
          </a:xfrm>
          <a:prstGeom prst="ellipse">
            <a:avLst/>
          </a:prstGeom>
          <a:solidFill>
            <a:srgbClr val="5B8FF9"/>
          </a:solidFill>
          <a:ln/>
        </p:spPr>
      </p:sp>
      <p:sp>
        <p:nvSpPr>
          <p:cNvPr id="18" name="Text 16"/>
          <p:cNvSpPr/>
          <p:nvPr/>
        </p:nvSpPr>
        <p:spPr>
          <a:xfrm>
            <a:off x="9973056" y="3478211"/>
            <a:ext cx="2072640" cy="390144"/>
          </a:xfrm>
          <a:prstGeom prst="rect">
            <a:avLst/>
          </a:prstGeom>
          <a:noFill/>
          <a:ln/>
        </p:spPr>
        <p:txBody>
          <a:bodyPr wrap="square" rtlCol="0" anchor="ctr"/>
          <a:lstStyle/>
          <a:p>
            <a:pPr algn="ctr">
              <a:lnSpc>
                <a:spcPct val="105000"/>
              </a:lnSpc>
            </a:pPr>
            <a:r>
              <a:rPr lang="pl-PL" sz="2000" dirty="0" smtClean="0">
                <a:solidFill>
                  <a:srgbClr val="1A1F3C"/>
                </a:solidFill>
                <a:latin typeface="Calibri" pitchFamily="34" charset="0"/>
                <a:ea typeface="Calibri" pitchFamily="34" charset="-122"/>
                <a:cs typeface="Calibri" pitchFamily="34" charset="-120"/>
              </a:rPr>
              <a:t>Samopomocowe</a:t>
            </a:r>
            <a:endParaRPr lang="pl-PL" sz="2000" dirty="0"/>
          </a:p>
        </p:txBody>
      </p:sp>
      <p:sp>
        <p:nvSpPr>
          <p:cNvPr id="19" name="Text 17"/>
          <p:cNvSpPr/>
          <p:nvPr/>
        </p:nvSpPr>
        <p:spPr>
          <a:xfrm>
            <a:off x="390144" y="4413503"/>
            <a:ext cx="3657600" cy="365760"/>
          </a:xfrm>
          <a:prstGeom prst="rect">
            <a:avLst/>
          </a:prstGeom>
          <a:noFill/>
          <a:ln/>
        </p:spPr>
        <p:txBody>
          <a:bodyPr wrap="square" rtlCol="0" anchor="ctr"/>
          <a:lstStyle/>
          <a:p>
            <a:r>
              <a:rPr lang="en-US" b="1" dirty="0">
                <a:solidFill>
                  <a:srgbClr val="2D7DD2"/>
                </a:solidFill>
                <a:latin typeface="Cambria" pitchFamily="34" charset="0"/>
                <a:ea typeface="Cambria" pitchFamily="34" charset="-122"/>
                <a:cs typeface="Cambria" pitchFamily="34" charset="-120"/>
              </a:rPr>
              <a:t>OŚ FORMATU</a:t>
            </a:r>
            <a:endParaRPr lang="en-US" dirty="0"/>
          </a:p>
        </p:txBody>
      </p:sp>
      <p:sp>
        <p:nvSpPr>
          <p:cNvPr id="20" name="Shape 18"/>
          <p:cNvSpPr/>
          <p:nvPr/>
        </p:nvSpPr>
        <p:spPr>
          <a:xfrm>
            <a:off x="1097280" y="4925568"/>
            <a:ext cx="9997440" cy="0"/>
          </a:xfrm>
          <a:prstGeom prst="line">
            <a:avLst/>
          </a:prstGeom>
          <a:noFill/>
          <a:ln w="25400">
            <a:solidFill>
              <a:schemeClr val="tx1">
                <a:lumMod val="65000"/>
                <a:lumOff val="35000"/>
              </a:schemeClr>
            </a:solidFill>
            <a:prstDash val="solid"/>
          </a:ln>
        </p:spPr>
      </p:sp>
      <p:sp>
        <p:nvSpPr>
          <p:cNvPr id="21" name="Shape 19"/>
          <p:cNvSpPr/>
          <p:nvPr/>
        </p:nvSpPr>
        <p:spPr>
          <a:xfrm>
            <a:off x="1011936" y="4840224"/>
            <a:ext cx="170688" cy="170688"/>
          </a:xfrm>
          <a:prstGeom prst="ellipse">
            <a:avLst/>
          </a:prstGeom>
          <a:solidFill>
            <a:srgbClr val="2D7DD2"/>
          </a:solidFill>
          <a:ln/>
        </p:spPr>
      </p:sp>
      <p:sp>
        <p:nvSpPr>
          <p:cNvPr id="22" name="Text 20"/>
          <p:cNvSpPr/>
          <p:nvPr/>
        </p:nvSpPr>
        <p:spPr>
          <a:xfrm>
            <a:off x="146304" y="5152440"/>
            <a:ext cx="2072640" cy="390144"/>
          </a:xfrm>
          <a:prstGeom prst="rect">
            <a:avLst/>
          </a:prstGeom>
          <a:noFill/>
          <a:ln/>
        </p:spPr>
        <p:txBody>
          <a:bodyPr wrap="square" rtlCol="0" anchor="ctr"/>
          <a:lstStyle/>
          <a:p>
            <a:pPr algn="ctr">
              <a:lnSpc>
                <a:spcPct val="105000"/>
              </a:lnSpc>
            </a:pPr>
            <a:r>
              <a:rPr lang="en-US" sz="2000">
                <a:solidFill>
                  <a:srgbClr val="1A1F3C"/>
                </a:solidFill>
                <a:latin typeface="Calibri" pitchFamily="34" charset="0"/>
                <a:ea typeface="Calibri" pitchFamily="34" charset="-122"/>
                <a:cs typeface="Calibri" pitchFamily="34" charset="-120"/>
              </a:rPr>
              <a:t>Indywidualne</a:t>
            </a:r>
            <a:endParaRPr lang="en-US" sz="2000"/>
          </a:p>
        </p:txBody>
      </p:sp>
      <p:sp>
        <p:nvSpPr>
          <p:cNvPr id="23" name="Shape 21"/>
          <p:cNvSpPr/>
          <p:nvPr/>
        </p:nvSpPr>
        <p:spPr>
          <a:xfrm>
            <a:off x="4344416" y="4840224"/>
            <a:ext cx="170688" cy="170688"/>
          </a:xfrm>
          <a:prstGeom prst="ellipse">
            <a:avLst/>
          </a:prstGeom>
          <a:solidFill>
            <a:srgbClr val="2D7DD2"/>
          </a:solidFill>
          <a:ln/>
        </p:spPr>
      </p:sp>
      <p:sp>
        <p:nvSpPr>
          <p:cNvPr id="24" name="Text 22"/>
          <p:cNvSpPr/>
          <p:nvPr/>
        </p:nvSpPr>
        <p:spPr>
          <a:xfrm>
            <a:off x="3393440" y="5120640"/>
            <a:ext cx="2072640" cy="390144"/>
          </a:xfrm>
          <a:prstGeom prst="rect">
            <a:avLst/>
          </a:prstGeom>
          <a:noFill/>
          <a:ln/>
        </p:spPr>
        <p:txBody>
          <a:bodyPr wrap="square" rtlCol="0" anchor="ctr"/>
          <a:lstStyle/>
          <a:p>
            <a:pPr algn="ctr">
              <a:lnSpc>
                <a:spcPct val="105000"/>
              </a:lnSpc>
            </a:pPr>
            <a:r>
              <a:rPr lang="en-US" sz="2000">
                <a:solidFill>
                  <a:srgbClr val="1A1F3C"/>
                </a:solidFill>
                <a:latin typeface="Calibri" pitchFamily="34" charset="0"/>
                <a:ea typeface="Calibri" pitchFamily="34" charset="-122"/>
                <a:cs typeface="Calibri" pitchFamily="34" charset="-120"/>
              </a:rPr>
              <a:t>Grupowe</a:t>
            </a:r>
            <a:endParaRPr lang="en-US" sz="2000"/>
          </a:p>
        </p:txBody>
      </p:sp>
      <p:sp>
        <p:nvSpPr>
          <p:cNvPr id="25" name="Shape 23"/>
          <p:cNvSpPr/>
          <p:nvPr/>
        </p:nvSpPr>
        <p:spPr>
          <a:xfrm>
            <a:off x="7615936" y="4779264"/>
            <a:ext cx="292608" cy="292608"/>
          </a:xfrm>
          <a:prstGeom prst="ellipse">
            <a:avLst/>
          </a:prstGeom>
          <a:solidFill>
            <a:srgbClr val="D64045"/>
          </a:solidFill>
          <a:ln/>
        </p:spPr>
      </p:sp>
      <p:sp>
        <p:nvSpPr>
          <p:cNvPr id="26" name="Text 24"/>
          <p:cNvSpPr/>
          <p:nvPr/>
        </p:nvSpPr>
        <p:spPr>
          <a:xfrm>
            <a:off x="6725920" y="5120640"/>
            <a:ext cx="2072640" cy="390144"/>
          </a:xfrm>
          <a:prstGeom prst="rect">
            <a:avLst/>
          </a:prstGeom>
          <a:noFill/>
          <a:ln/>
        </p:spPr>
        <p:txBody>
          <a:bodyPr wrap="square" rtlCol="0" anchor="ctr"/>
          <a:lstStyle/>
          <a:p>
            <a:pPr algn="ctr">
              <a:lnSpc>
                <a:spcPct val="105000"/>
              </a:lnSpc>
            </a:pPr>
            <a:r>
              <a:rPr lang="en-US" sz="2000">
                <a:solidFill>
                  <a:srgbClr val="1A1F3C"/>
                </a:solidFill>
                <a:latin typeface="Calibri" pitchFamily="34" charset="0"/>
                <a:ea typeface="Calibri" pitchFamily="34" charset="-122"/>
                <a:cs typeface="Calibri" pitchFamily="34" charset="-120"/>
              </a:rPr>
              <a:t>Hybrydowe</a:t>
            </a:r>
            <a:endParaRPr lang="en-US" sz="2000"/>
          </a:p>
        </p:txBody>
      </p:sp>
      <p:sp>
        <p:nvSpPr>
          <p:cNvPr id="27" name="Shape 25"/>
          <p:cNvSpPr/>
          <p:nvPr/>
        </p:nvSpPr>
        <p:spPr>
          <a:xfrm>
            <a:off x="11009376" y="4840224"/>
            <a:ext cx="170688" cy="170688"/>
          </a:xfrm>
          <a:prstGeom prst="ellipse">
            <a:avLst/>
          </a:prstGeom>
          <a:solidFill>
            <a:srgbClr val="2D7DD2"/>
          </a:solidFill>
          <a:ln/>
        </p:spPr>
      </p:sp>
      <p:sp>
        <p:nvSpPr>
          <p:cNvPr id="28" name="Text 26"/>
          <p:cNvSpPr/>
          <p:nvPr/>
        </p:nvSpPr>
        <p:spPr>
          <a:xfrm>
            <a:off x="9973056" y="5126422"/>
            <a:ext cx="2072640" cy="390144"/>
          </a:xfrm>
          <a:prstGeom prst="rect">
            <a:avLst/>
          </a:prstGeom>
          <a:noFill/>
          <a:ln/>
        </p:spPr>
        <p:txBody>
          <a:bodyPr wrap="square" rtlCol="0" anchor="ctr"/>
          <a:lstStyle/>
          <a:p>
            <a:pPr algn="ctr">
              <a:lnSpc>
                <a:spcPct val="105000"/>
              </a:lnSpc>
            </a:pPr>
            <a:r>
              <a:rPr lang="en-US" sz="2000">
                <a:solidFill>
                  <a:srgbClr val="1A1F3C"/>
                </a:solidFill>
                <a:latin typeface="Calibri" pitchFamily="34" charset="0"/>
                <a:ea typeface="Calibri" pitchFamily="34" charset="-122"/>
                <a:cs typeface="Calibri" pitchFamily="34" charset="-120"/>
              </a:rPr>
              <a:t>Algorytmiczne</a:t>
            </a:r>
            <a:endParaRPr lang="en-US" sz="2000"/>
          </a:p>
        </p:txBody>
      </p:sp>
      <p:sp>
        <p:nvSpPr>
          <p:cNvPr id="29" name="Shape 27"/>
          <p:cNvSpPr/>
          <p:nvPr/>
        </p:nvSpPr>
        <p:spPr>
          <a:xfrm>
            <a:off x="487680" y="5876544"/>
            <a:ext cx="11216640" cy="670560"/>
          </a:xfrm>
          <a:prstGeom prst="roundRect">
            <a:avLst>
              <a:gd name="adj" fmla="val 18182"/>
            </a:avLst>
          </a:prstGeom>
          <a:solidFill>
            <a:srgbClr val="EEF3FF"/>
          </a:solidFill>
          <a:ln/>
          <a:effectLst>
            <a:outerShdw blurRad="76200" dist="25400" dir="2700000" algn="bl" rotWithShape="0">
              <a:srgbClr val="000000">
                <a:alpha val="8000"/>
              </a:srgbClr>
            </a:outerShdw>
          </a:effectLst>
        </p:spPr>
      </p:sp>
      <p:sp>
        <p:nvSpPr>
          <p:cNvPr id="30" name="Text 28"/>
          <p:cNvSpPr/>
          <p:nvPr/>
        </p:nvSpPr>
        <p:spPr>
          <a:xfrm>
            <a:off x="670560" y="5876544"/>
            <a:ext cx="10850880" cy="670560"/>
          </a:xfrm>
          <a:prstGeom prst="rect">
            <a:avLst/>
          </a:prstGeom>
          <a:noFill/>
          <a:ln/>
        </p:spPr>
        <p:txBody>
          <a:bodyPr wrap="square" rtlCol="0" anchor="ctr"/>
          <a:lstStyle/>
          <a:p>
            <a:pPr algn="ctr"/>
            <a:r>
              <a:rPr lang="pl-PL" sz="2400" dirty="0" smtClean="0">
                <a:solidFill>
                  <a:srgbClr val="1E2761"/>
                </a:solidFill>
                <a:latin typeface="Calibri" pitchFamily="34" charset="0"/>
                <a:ea typeface="Calibri" pitchFamily="34" charset="-122"/>
                <a:cs typeface="Calibri" pitchFamily="34" charset="-120"/>
              </a:rPr>
              <a:t>Konkretna interwencja zwykle łączy wartości z wszystkich trzech osi jednocześnie</a:t>
            </a:r>
            <a:endParaRPr lang="pl-PL" sz="2400" dirty="0"/>
          </a:p>
        </p:txBody>
      </p:sp>
      <p:grpSp>
        <p:nvGrpSpPr>
          <p:cNvPr id="32" name="Grupa 31"/>
          <p:cNvGrpSpPr/>
          <p:nvPr/>
        </p:nvGrpSpPr>
        <p:grpSpPr>
          <a:xfrm>
            <a:off x="0" y="0"/>
            <a:ext cx="12192000" cy="1080000"/>
            <a:chOff x="0" y="0"/>
            <a:chExt cx="12192000" cy="1219200"/>
          </a:xfrm>
        </p:grpSpPr>
        <p:sp>
          <p:nvSpPr>
            <p:cNvPr id="33" name="Shape 0"/>
            <p:cNvSpPr/>
            <p:nvPr/>
          </p:nvSpPr>
          <p:spPr>
            <a:xfrm>
              <a:off x="0" y="0"/>
              <a:ext cx="12192000" cy="1219200"/>
            </a:xfrm>
            <a:prstGeom prst="rect">
              <a:avLst/>
            </a:prstGeom>
            <a:solidFill>
              <a:srgbClr val="1E2761"/>
            </a:solidFill>
            <a:ln w="12700">
              <a:solidFill>
                <a:srgbClr val="1E2761"/>
              </a:solidFill>
              <a:prstDash val="solid"/>
            </a:ln>
          </p:spPr>
        </p:sp>
        <p:sp>
          <p:nvSpPr>
            <p:cNvPr id="34" name="Text 1"/>
            <p:cNvSpPr/>
            <p:nvPr/>
          </p:nvSpPr>
          <p:spPr>
            <a:xfrm>
              <a:off x="540000" y="40640"/>
              <a:ext cx="1080000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TYPOLOGIA INTERWENCJI CYFROWYCH</a:t>
              </a:r>
              <a:endParaRPr lang="en-US" sz="2400"/>
            </a:p>
          </p:txBody>
        </p:sp>
        <p:sp>
          <p:nvSpPr>
            <p:cNvPr id="35" name="Text 2"/>
            <p:cNvSpPr/>
            <p:nvPr/>
          </p:nvSpPr>
          <p:spPr>
            <a:xfrm>
              <a:off x="540000" y="731520"/>
              <a:ext cx="10836000" cy="406400"/>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Trzy krzyżujące się osie klasyfikacji</a:t>
              </a:r>
              <a:endParaRPr lang="pl-PL" sz="1400"/>
            </a:p>
          </p:txBody>
        </p:sp>
      </p:grpSp>
    </p:spTree>
    <p:extLst>
      <p:ext uri="{BB962C8B-B14F-4D97-AF65-F5344CB8AC3E}">
        <p14:creationId xmlns:p14="http://schemas.microsoft.com/office/powerpoint/2010/main" val="1294113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87680" y="1402080"/>
            <a:ext cx="2145792" cy="3657600"/>
          </a:xfrm>
          <a:prstGeom prst="roundRect">
            <a:avLst>
              <a:gd name="adj" fmla="val 5682"/>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6" name="Shape 4"/>
          <p:cNvSpPr/>
          <p:nvPr/>
        </p:nvSpPr>
        <p:spPr>
          <a:xfrm>
            <a:off x="487680" y="1402080"/>
            <a:ext cx="2145792" cy="670560"/>
          </a:xfrm>
          <a:prstGeom prst="roundRect">
            <a:avLst>
              <a:gd name="adj" fmla="val 14545"/>
            </a:avLst>
          </a:prstGeom>
          <a:solidFill>
            <a:srgbClr val="1E2761"/>
          </a:solidFill>
          <a:ln/>
        </p:spPr>
      </p:sp>
      <p:sp>
        <p:nvSpPr>
          <p:cNvPr id="7" name="Text 5"/>
          <p:cNvSpPr/>
          <p:nvPr/>
        </p:nvSpPr>
        <p:spPr>
          <a:xfrm>
            <a:off x="560832" y="1402080"/>
            <a:ext cx="1999488" cy="67056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Synchroniczne</a:t>
            </a:r>
            <a:endParaRPr lang="en-US" sz="2000"/>
          </a:p>
        </p:txBody>
      </p:sp>
      <p:sp>
        <p:nvSpPr>
          <p:cNvPr id="8" name="Shape 6"/>
          <p:cNvSpPr/>
          <p:nvPr/>
        </p:nvSpPr>
        <p:spPr>
          <a:xfrm>
            <a:off x="1365504" y="2316480"/>
            <a:ext cx="390144" cy="390144"/>
          </a:xfrm>
          <a:prstGeom prst="ellipse">
            <a:avLst/>
          </a:prstGeom>
          <a:solidFill>
            <a:srgbClr val="1E2761">
              <a:alpha val="20000"/>
            </a:srgbClr>
          </a:solidFill>
          <a:ln w="12700">
            <a:solidFill>
              <a:srgbClr val="1E2761"/>
            </a:solidFill>
            <a:prstDash val="solid"/>
          </a:ln>
        </p:spPr>
      </p:sp>
      <p:sp>
        <p:nvSpPr>
          <p:cNvPr id="9" name="Text 7"/>
          <p:cNvSpPr/>
          <p:nvPr/>
        </p:nvSpPr>
        <p:spPr>
          <a:xfrm>
            <a:off x="560832" y="2755392"/>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Wideo</a:t>
            </a:r>
            <a:endParaRPr lang="en-US" sz="1600"/>
          </a:p>
        </p:txBody>
      </p:sp>
      <p:sp>
        <p:nvSpPr>
          <p:cNvPr id="10" name="Shape 8"/>
          <p:cNvSpPr/>
          <p:nvPr/>
        </p:nvSpPr>
        <p:spPr>
          <a:xfrm>
            <a:off x="1365504" y="3157227"/>
            <a:ext cx="390144" cy="390144"/>
          </a:xfrm>
          <a:prstGeom prst="ellipse">
            <a:avLst/>
          </a:prstGeom>
          <a:solidFill>
            <a:srgbClr val="1E2761">
              <a:alpha val="20000"/>
            </a:srgbClr>
          </a:solidFill>
          <a:ln w="12700">
            <a:solidFill>
              <a:srgbClr val="1E2761"/>
            </a:solidFill>
            <a:prstDash val="solid"/>
          </a:ln>
        </p:spPr>
      </p:sp>
      <p:sp>
        <p:nvSpPr>
          <p:cNvPr id="11" name="Text 9"/>
          <p:cNvSpPr/>
          <p:nvPr/>
        </p:nvSpPr>
        <p:spPr>
          <a:xfrm>
            <a:off x="560832" y="3596139"/>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Audio (telefon)</a:t>
            </a:r>
            <a:endParaRPr lang="en-US" sz="1600"/>
          </a:p>
        </p:txBody>
      </p:sp>
      <p:sp>
        <p:nvSpPr>
          <p:cNvPr id="12" name="Shape 10"/>
          <p:cNvSpPr/>
          <p:nvPr/>
        </p:nvSpPr>
        <p:spPr>
          <a:xfrm>
            <a:off x="1365504" y="4054536"/>
            <a:ext cx="390144" cy="390144"/>
          </a:xfrm>
          <a:prstGeom prst="ellipse">
            <a:avLst/>
          </a:prstGeom>
          <a:solidFill>
            <a:srgbClr val="1E2761">
              <a:alpha val="20000"/>
            </a:srgbClr>
          </a:solidFill>
          <a:ln w="12700">
            <a:solidFill>
              <a:srgbClr val="1E2761"/>
            </a:solidFill>
            <a:prstDash val="solid"/>
          </a:ln>
        </p:spPr>
      </p:sp>
      <p:sp>
        <p:nvSpPr>
          <p:cNvPr id="13" name="Text 11"/>
          <p:cNvSpPr/>
          <p:nvPr/>
        </p:nvSpPr>
        <p:spPr>
          <a:xfrm>
            <a:off x="560832" y="4493448"/>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Czat na żywo</a:t>
            </a:r>
            <a:endParaRPr lang="en-US" sz="1600"/>
          </a:p>
        </p:txBody>
      </p:sp>
      <p:sp>
        <p:nvSpPr>
          <p:cNvPr id="14" name="Shape 12"/>
          <p:cNvSpPr/>
          <p:nvPr/>
        </p:nvSpPr>
        <p:spPr>
          <a:xfrm>
            <a:off x="2731008" y="1402080"/>
            <a:ext cx="2145792" cy="3657600"/>
          </a:xfrm>
          <a:prstGeom prst="roundRect">
            <a:avLst>
              <a:gd name="adj" fmla="val 5682"/>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15" name="Shape 13"/>
          <p:cNvSpPr/>
          <p:nvPr/>
        </p:nvSpPr>
        <p:spPr>
          <a:xfrm>
            <a:off x="2731008" y="1402080"/>
            <a:ext cx="2145792" cy="670560"/>
          </a:xfrm>
          <a:prstGeom prst="roundRect">
            <a:avLst>
              <a:gd name="adj" fmla="val 14545"/>
            </a:avLst>
          </a:prstGeom>
          <a:solidFill>
            <a:srgbClr val="2D3B8E"/>
          </a:solidFill>
          <a:ln/>
        </p:spPr>
        <p:txBody>
          <a:bodyPr anchor="ctr"/>
          <a:lstStyle/>
          <a:p>
            <a:pPr algn="ctr"/>
            <a:r>
              <a:rPr lang="pl-PL" sz="2000" b="1">
                <a:solidFill>
                  <a:srgbClr val="FFFFFF"/>
                </a:solidFill>
                <a:latin typeface="Cambria" pitchFamily="34" charset="0"/>
                <a:ea typeface="Cambria" pitchFamily="34" charset="-122"/>
                <a:cs typeface="Cambria" pitchFamily="34" charset="-120"/>
              </a:rPr>
              <a:t>Asynchroniczne</a:t>
            </a:r>
            <a:endParaRPr lang="pl-PL" sz="2000"/>
          </a:p>
        </p:txBody>
      </p:sp>
      <p:sp>
        <p:nvSpPr>
          <p:cNvPr id="17" name="Shape 15"/>
          <p:cNvSpPr/>
          <p:nvPr/>
        </p:nvSpPr>
        <p:spPr>
          <a:xfrm>
            <a:off x="3608832" y="2316480"/>
            <a:ext cx="390144" cy="390144"/>
          </a:xfrm>
          <a:prstGeom prst="ellipse">
            <a:avLst/>
          </a:prstGeom>
          <a:solidFill>
            <a:srgbClr val="2D3B8E">
              <a:alpha val="20000"/>
            </a:srgbClr>
          </a:solidFill>
          <a:ln w="12700">
            <a:solidFill>
              <a:srgbClr val="2D3B8E"/>
            </a:solidFill>
            <a:prstDash val="solid"/>
          </a:ln>
        </p:spPr>
      </p:sp>
      <p:sp>
        <p:nvSpPr>
          <p:cNvPr id="18" name="Text 16"/>
          <p:cNvSpPr/>
          <p:nvPr/>
        </p:nvSpPr>
        <p:spPr>
          <a:xfrm>
            <a:off x="2804160" y="2755392"/>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E-mail</a:t>
            </a:r>
            <a:endParaRPr lang="en-US" sz="1600"/>
          </a:p>
        </p:txBody>
      </p:sp>
      <p:sp>
        <p:nvSpPr>
          <p:cNvPr id="19" name="Shape 17"/>
          <p:cNvSpPr/>
          <p:nvPr/>
        </p:nvSpPr>
        <p:spPr>
          <a:xfrm>
            <a:off x="3608832" y="3157227"/>
            <a:ext cx="390144" cy="390144"/>
          </a:xfrm>
          <a:prstGeom prst="ellipse">
            <a:avLst/>
          </a:prstGeom>
          <a:solidFill>
            <a:srgbClr val="2D3B8E">
              <a:alpha val="20000"/>
            </a:srgbClr>
          </a:solidFill>
          <a:ln w="12700">
            <a:solidFill>
              <a:srgbClr val="2D3B8E"/>
            </a:solidFill>
            <a:prstDash val="solid"/>
          </a:ln>
        </p:spPr>
      </p:sp>
      <p:sp>
        <p:nvSpPr>
          <p:cNvPr id="20" name="Text 18"/>
          <p:cNvSpPr/>
          <p:nvPr/>
        </p:nvSpPr>
        <p:spPr>
          <a:xfrm>
            <a:off x="2804160" y="3596139"/>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Formularze</a:t>
            </a:r>
            <a:endParaRPr lang="en-US" sz="1600"/>
          </a:p>
        </p:txBody>
      </p:sp>
      <p:sp>
        <p:nvSpPr>
          <p:cNvPr id="21" name="Shape 19"/>
          <p:cNvSpPr/>
          <p:nvPr/>
        </p:nvSpPr>
        <p:spPr>
          <a:xfrm>
            <a:off x="3608832" y="4054536"/>
            <a:ext cx="390144" cy="390144"/>
          </a:xfrm>
          <a:prstGeom prst="ellipse">
            <a:avLst/>
          </a:prstGeom>
          <a:solidFill>
            <a:srgbClr val="2D3B8E">
              <a:alpha val="20000"/>
            </a:srgbClr>
          </a:solidFill>
          <a:ln w="12700">
            <a:solidFill>
              <a:srgbClr val="2D3B8E"/>
            </a:solidFill>
            <a:prstDash val="solid"/>
          </a:ln>
        </p:spPr>
      </p:sp>
      <p:sp>
        <p:nvSpPr>
          <p:cNvPr id="22" name="Text 20"/>
          <p:cNvSpPr/>
          <p:nvPr/>
        </p:nvSpPr>
        <p:spPr>
          <a:xfrm>
            <a:off x="2804160" y="4493448"/>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Dzienniczki cyfrowe</a:t>
            </a:r>
            <a:endParaRPr lang="en-US" sz="1600"/>
          </a:p>
        </p:txBody>
      </p:sp>
      <p:sp>
        <p:nvSpPr>
          <p:cNvPr id="23" name="Shape 21"/>
          <p:cNvSpPr/>
          <p:nvPr/>
        </p:nvSpPr>
        <p:spPr>
          <a:xfrm>
            <a:off x="4974336" y="1402080"/>
            <a:ext cx="2145792" cy="3657600"/>
          </a:xfrm>
          <a:prstGeom prst="roundRect">
            <a:avLst>
              <a:gd name="adj" fmla="val 5682"/>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24" name="Shape 22"/>
          <p:cNvSpPr/>
          <p:nvPr/>
        </p:nvSpPr>
        <p:spPr>
          <a:xfrm>
            <a:off x="4974336" y="1402080"/>
            <a:ext cx="2145792" cy="670560"/>
          </a:xfrm>
          <a:prstGeom prst="roundRect">
            <a:avLst>
              <a:gd name="adj" fmla="val 14545"/>
            </a:avLst>
          </a:prstGeom>
          <a:solidFill>
            <a:srgbClr val="5B8FF9"/>
          </a:solidFill>
          <a:ln/>
        </p:spPr>
      </p:sp>
      <p:sp>
        <p:nvSpPr>
          <p:cNvPr id="25" name="Text 23"/>
          <p:cNvSpPr/>
          <p:nvPr/>
        </p:nvSpPr>
        <p:spPr>
          <a:xfrm>
            <a:off x="5047488" y="1402080"/>
            <a:ext cx="1999488" cy="67056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Wspierające</a:t>
            </a:r>
            <a:endParaRPr lang="en-US" sz="2000"/>
          </a:p>
        </p:txBody>
      </p:sp>
      <p:sp>
        <p:nvSpPr>
          <p:cNvPr id="26" name="Shape 24"/>
          <p:cNvSpPr/>
          <p:nvPr/>
        </p:nvSpPr>
        <p:spPr>
          <a:xfrm>
            <a:off x="5852160" y="2316480"/>
            <a:ext cx="390144" cy="390144"/>
          </a:xfrm>
          <a:prstGeom prst="ellipse">
            <a:avLst/>
          </a:prstGeom>
          <a:solidFill>
            <a:srgbClr val="5B8FF9">
              <a:alpha val="20000"/>
            </a:srgbClr>
          </a:solidFill>
          <a:ln w="12700">
            <a:solidFill>
              <a:srgbClr val="5B8FF9"/>
            </a:solidFill>
            <a:prstDash val="solid"/>
          </a:ln>
        </p:spPr>
      </p:sp>
      <p:sp>
        <p:nvSpPr>
          <p:cNvPr id="27" name="Text 25"/>
          <p:cNvSpPr/>
          <p:nvPr/>
        </p:nvSpPr>
        <p:spPr>
          <a:xfrm>
            <a:off x="5047488" y="2755392"/>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Aplikacje mobilne</a:t>
            </a:r>
            <a:endParaRPr lang="en-US" sz="1600"/>
          </a:p>
        </p:txBody>
      </p:sp>
      <p:sp>
        <p:nvSpPr>
          <p:cNvPr id="28" name="Shape 26"/>
          <p:cNvSpPr/>
          <p:nvPr/>
        </p:nvSpPr>
        <p:spPr>
          <a:xfrm>
            <a:off x="5852160" y="3147800"/>
            <a:ext cx="390144" cy="390144"/>
          </a:xfrm>
          <a:prstGeom prst="ellipse">
            <a:avLst/>
          </a:prstGeom>
          <a:solidFill>
            <a:srgbClr val="5B8FF9">
              <a:alpha val="20000"/>
            </a:srgbClr>
          </a:solidFill>
          <a:ln w="12700">
            <a:solidFill>
              <a:srgbClr val="5B8FF9"/>
            </a:solidFill>
            <a:prstDash val="solid"/>
          </a:ln>
        </p:spPr>
      </p:sp>
      <p:sp>
        <p:nvSpPr>
          <p:cNvPr id="29" name="Text 27"/>
          <p:cNvSpPr/>
          <p:nvPr/>
        </p:nvSpPr>
        <p:spPr>
          <a:xfrm>
            <a:off x="5047488" y="3586712"/>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Platformy kliniczne</a:t>
            </a:r>
            <a:endParaRPr lang="en-US" sz="1600"/>
          </a:p>
        </p:txBody>
      </p:sp>
      <p:sp>
        <p:nvSpPr>
          <p:cNvPr id="30" name="Shape 28"/>
          <p:cNvSpPr/>
          <p:nvPr/>
        </p:nvSpPr>
        <p:spPr>
          <a:xfrm>
            <a:off x="7217664" y="1402080"/>
            <a:ext cx="2145792" cy="3657600"/>
          </a:xfrm>
          <a:prstGeom prst="roundRect">
            <a:avLst>
              <a:gd name="adj" fmla="val 5682"/>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31" name="Shape 29"/>
          <p:cNvSpPr/>
          <p:nvPr/>
        </p:nvSpPr>
        <p:spPr>
          <a:xfrm>
            <a:off x="7217664" y="1402080"/>
            <a:ext cx="2145792" cy="670560"/>
          </a:xfrm>
          <a:prstGeom prst="roundRect">
            <a:avLst>
              <a:gd name="adj" fmla="val 14545"/>
            </a:avLst>
          </a:prstGeom>
          <a:solidFill>
            <a:srgbClr val="2D7DD2"/>
          </a:solidFill>
          <a:ln/>
        </p:spPr>
      </p:sp>
      <p:sp>
        <p:nvSpPr>
          <p:cNvPr id="32" name="Text 30"/>
          <p:cNvSpPr/>
          <p:nvPr/>
        </p:nvSpPr>
        <p:spPr>
          <a:xfrm>
            <a:off x="7290816" y="1402080"/>
            <a:ext cx="1999488" cy="67056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Monitorujące</a:t>
            </a:r>
            <a:endParaRPr lang="en-US" sz="2000"/>
          </a:p>
        </p:txBody>
      </p:sp>
      <p:sp>
        <p:nvSpPr>
          <p:cNvPr id="33" name="Shape 31"/>
          <p:cNvSpPr/>
          <p:nvPr/>
        </p:nvSpPr>
        <p:spPr>
          <a:xfrm>
            <a:off x="8095488" y="2316480"/>
            <a:ext cx="390144" cy="390144"/>
          </a:xfrm>
          <a:prstGeom prst="ellipse">
            <a:avLst/>
          </a:prstGeom>
          <a:solidFill>
            <a:srgbClr val="2D7DD2">
              <a:alpha val="20000"/>
            </a:srgbClr>
          </a:solidFill>
          <a:ln w="12700">
            <a:solidFill>
              <a:srgbClr val="2D7DD2"/>
            </a:solidFill>
            <a:prstDash val="solid"/>
          </a:ln>
        </p:spPr>
      </p:sp>
      <p:sp>
        <p:nvSpPr>
          <p:cNvPr id="34" name="Text 32"/>
          <p:cNvSpPr/>
          <p:nvPr/>
        </p:nvSpPr>
        <p:spPr>
          <a:xfrm>
            <a:off x="7290816" y="2755392"/>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Śledzenie objawów</a:t>
            </a:r>
            <a:endParaRPr lang="en-US" sz="1600"/>
          </a:p>
        </p:txBody>
      </p:sp>
      <p:sp>
        <p:nvSpPr>
          <p:cNvPr id="35" name="Shape 33"/>
          <p:cNvSpPr/>
          <p:nvPr/>
        </p:nvSpPr>
        <p:spPr>
          <a:xfrm>
            <a:off x="8095488" y="3157227"/>
            <a:ext cx="390144" cy="390144"/>
          </a:xfrm>
          <a:prstGeom prst="ellipse">
            <a:avLst/>
          </a:prstGeom>
          <a:solidFill>
            <a:srgbClr val="2D7DD2">
              <a:alpha val="20000"/>
            </a:srgbClr>
          </a:solidFill>
          <a:ln w="12700">
            <a:solidFill>
              <a:srgbClr val="2D7DD2"/>
            </a:solidFill>
            <a:prstDash val="solid"/>
          </a:ln>
        </p:spPr>
      </p:sp>
      <p:sp>
        <p:nvSpPr>
          <p:cNvPr id="36" name="Text 34"/>
          <p:cNvSpPr/>
          <p:nvPr/>
        </p:nvSpPr>
        <p:spPr>
          <a:xfrm>
            <a:off x="7290816" y="3596139"/>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Dane z urządzeń</a:t>
            </a:r>
            <a:endParaRPr lang="en-US" sz="1600"/>
          </a:p>
        </p:txBody>
      </p:sp>
      <p:sp>
        <p:nvSpPr>
          <p:cNvPr id="37" name="Shape 35"/>
          <p:cNvSpPr/>
          <p:nvPr/>
        </p:nvSpPr>
        <p:spPr>
          <a:xfrm>
            <a:off x="9460992" y="1402080"/>
            <a:ext cx="2145792" cy="3657600"/>
          </a:xfrm>
          <a:prstGeom prst="roundRect">
            <a:avLst>
              <a:gd name="adj" fmla="val 5682"/>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38" name="Shape 36"/>
          <p:cNvSpPr/>
          <p:nvPr/>
        </p:nvSpPr>
        <p:spPr>
          <a:xfrm>
            <a:off x="9460992" y="1402080"/>
            <a:ext cx="2145792" cy="670560"/>
          </a:xfrm>
          <a:prstGeom prst="roundRect">
            <a:avLst>
              <a:gd name="adj" fmla="val 14545"/>
            </a:avLst>
          </a:prstGeom>
          <a:solidFill>
            <a:srgbClr val="3ECFB2"/>
          </a:solidFill>
          <a:ln/>
        </p:spPr>
      </p:sp>
      <p:sp>
        <p:nvSpPr>
          <p:cNvPr id="39" name="Text 37"/>
          <p:cNvSpPr/>
          <p:nvPr/>
        </p:nvSpPr>
        <p:spPr>
          <a:xfrm>
            <a:off x="9534144" y="1402080"/>
            <a:ext cx="1999488" cy="67056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Immersyjne</a:t>
            </a:r>
            <a:endParaRPr lang="en-US" sz="2000"/>
          </a:p>
        </p:txBody>
      </p:sp>
      <p:sp>
        <p:nvSpPr>
          <p:cNvPr id="40" name="Shape 38"/>
          <p:cNvSpPr/>
          <p:nvPr/>
        </p:nvSpPr>
        <p:spPr>
          <a:xfrm>
            <a:off x="10338816" y="2316480"/>
            <a:ext cx="390144" cy="390144"/>
          </a:xfrm>
          <a:prstGeom prst="ellipse">
            <a:avLst/>
          </a:prstGeom>
          <a:solidFill>
            <a:srgbClr val="3ECFB2">
              <a:alpha val="20000"/>
            </a:srgbClr>
          </a:solidFill>
          <a:ln w="12700">
            <a:solidFill>
              <a:srgbClr val="3ECFB2"/>
            </a:solidFill>
            <a:prstDash val="solid"/>
          </a:ln>
        </p:spPr>
      </p:sp>
      <p:sp>
        <p:nvSpPr>
          <p:cNvPr id="41" name="Text 39"/>
          <p:cNvSpPr/>
          <p:nvPr/>
        </p:nvSpPr>
        <p:spPr>
          <a:xfrm>
            <a:off x="9534144" y="2755392"/>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VR</a:t>
            </a:r>
            <a:endParaRPr lang="en-US" sz="1600"/>
          </a:p>
        </p:txBody>
      </p:sp>
      <p:sp>
        <p:nvSpPr>
          <p:cNvPr id="42" name="Shape 40"/>
          <p:cNvSpPr/>
          <p:nvPr/>
        </p:nvSpPr>
        <p:spPr>
          <a:xfrm>
            <a:off x="10338816" y="3157227"/>
            <a:ext cx="390144" cy="390144"/>
          </a:xfrm>
          <a:prstGeom prst="ellipse">
            <a:avLst/>
          </a:prstGeom>
          <a:solidFill>
            <a:srgbClr val="3ECFB2">
              <a:alpha val="20000"/>
            </a:srgbClr>
          </a:solidFill>
          <a:ln w="12700">
            <a:solidFill>
              <a:srgbClr val="3ECFB2"/>
            </a:solidFill>
            <a:prstDash val="solid"/>
          </a:ln>
        </p:spPr>
      </p:sp>
      <p:sp>
        <p:nvSpPr>
          <p:cNvPr id="43" name="Text 41"/>
          <p:cNvSpPr/>
          <p:nvPr/>
        </p:nvSpPr>
        <p:spPr>
          <a:xfrm>
            <a:off x="9534144" y="3596139"/>
            <a:ext cx="1999488" cy="390144"/>
          </a:xfrm>
          <a:prstGeom prst="rect">
            <a:avLst/>
          </a:prstGeom>
          <a:noFill/>
          <a:ln/>
        </p:spPr>
        <p:txBody>
          <a:bodyPr wrap="square" rtlCol="0" anchor="ctr"/>
          <a:lstStyle/>
          <a:p>
            <a:pPr algn="ctr">
              <a:lnSpc>
                <a:spcPct val="105000"/>
              </a:lnSpc>
            </a:pPr>
            <a:r>
              <a:rPr lang="en-US" sz="1600">
                <a:solidFill>
                  <a:srgbClr val="1A1F3C"/>
                </a:solidFill>
                <a:latin typeface="Calibri" pitchFamily="34" charset="0"/>
                <a:ea typeface="Calibri" pitchFamily="34" charset="-122"/>
                <a:cs typeface="Calibri" pitchFamily="34" charset="-120"/>
              </a:rPr>
              <a:t>AR</a:t>
            </a:r>
            <a:endParaRPr lang="en-US" sz="1600"/>
          </a:p>
        </p:txBody>
      </p:sp>
      <p:sp>
        <p:nvSpPr>
          <p:cNvPr id="44" name="Shape 42"/>
          <p:cNvSpPr/>
          <p:nvPr/>
        </p:nvSpPr>
        <p:spPr>
          <a:xfrm>
            <a:off x="487680" y="5821680"/>
            <a:ext cx="11216640" cy="670560"/>
          </a:xfrm>
          <a:prstGeom prst="roundRect">
            <a:avLst>
              <a:gd name="adj" fmla="val 18182"/>
            </a:avLst>
          </a:prstGeom>
          <a:solidFill>
            <a:srgbClr val="EEF3FF"/>
          </a:solidFill>
          <a:ln>
            <a:solidFill>
              <a:schemeClr val="tx2">
                <a:lumMod val="20000"/>
                <a:lumOff val="80000"/>
              </a:schemeClr>
            </a:solidFill>
          </a:ln>
          <a:effectLst>
            <a:outerShdw blurRad="76200" dist="25400" dir="2700000" algn="bl" rotWithShape="0">
              <a:srgbClr val="000000">
                <a:alpha val="8000"/>
              </a:srgbClr>
            </a:outerShdw>
          </a:effectLst>
        </p:spPr>
        <p:txBody>
          <a:bodyPr anchor="ctr"/>
          <a:lstStyle/>
          <a:p>
            <a:pPr algn="ctr"/>
            <a:r>
              <a:rPr lang="pl-PL" sz="3200" dirty="0">
                <a:solidFill>
                  <a:srgbClr val="1E2761"/>
                </a:solidFill>
                <a:latin typeface="Calibri" pitchFamily="34" charset="0"/>
                <a:ea typeface="Calibri" pitchFamily="34" charset="-122"/>
                <a:cs typeface="Calibri" pitchFamily="34" charset="-120"/>
              </a:rPr>
              <a:t>Który kanał jest właściwy dla tego klienta, w tym momencie?</a:t>
            </a:r>
            <a:endParaRPr lang="pl-PL" sz="3200" dirty="0"/>
          </a:p>
        </p:txBody>
      </p:sp>
      <p:grpSp>
        <p:nvGrpSpPr>
          <p:cNvPr id="46" name="Grupa 45"/>
          <p:cNvGrpSpPr/>
          <p:nvPr/>
        </p:nvGrpSpPr>
        <p:grpSpPr>
          <a:xfrm>
            <a:off x="0" y="0"/>
            <a:ext cx="12192000" cy="1080000"/>
            <a:chOff x="0" y="0"/>
            <a:chExt cx="12192000" cy="1219200"/>
          </a:xfrm>
        </p:grpSpPr>
        <p:sp>
          <p:nvSpPr>
            <p:cNvPr id="47" name="Shape 0"/>
            <p:cNvSpPr/>
            <p:nvPr/>
          </p:nvSpPr>
          <p:spPr>
            <a:xfrm>
              <a:off x="0" y="0"/>
              <a:ext cx="12192000" cy="1219200"/>
            </a:xfrm>
            <a:prstGeom prst="rect">
              <a:avLst/>
            </a:prstGeom>
            <a:solidFill>
              <a:srgbClr val="1E2761"/>
            </a:solidFill>
            <a:ln w="12700">
              <a:solidFill>
                <a:srgbClr val="1E2761"/>
              </a:solidFill>
              <a:prstDash val="solid"/>
            </a:ln>
          </p:spPr>
        </p:sp>
        <p:sp>
          <p:nvSpPr>
            <p:cNvPr id="48" name="Text 1"/>
            <p:cNvSpPr/>
            <p:nvPr/>
          </p:nvSpPr>
          <p:spPr>
            <a:xfrm>
              <a:off x="540000" y="40640"/>
              <a:ext cx="1080000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KANAŁY KOMUNIKACJI</a:t>
              </a:r>
              <a:endParaRPr lang="en-US" sz="2400"/>
            </a:p>
          </p:txBody>
        </p:sp>
        <p:sp>
          <p:nvSpPr>
            <p:cNvPr id="49" name="Text 2"/>
            <p:cNvSpPr/>
            <p:nvPr/>
          </p:nvSpPr>
          <p:spPr>
            <a:xfrm>
              <a:off x="540000" y="731520"/>
              <a:ext cx="10836000" cy="406400"/>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Wybór kanału to decyzja kliniczna, nie tylko techniczna preferencja</a:t>
              </a:r>
              <a:endParaRPr lang="pl-PL" sz="1400"/>
            </a:p>
          </p:txBody>
        </p:sp>
      </p:grpSp>
    </p:spTree>
    <p:extLst>
      <p:ext uri="{BB962C8B-B14F-4D97-AF65-F5344CB8AC3E}">
        <p14:creationId xmlns:p14="http://schemas.microsoft.com/office/powerpoint/2010/main" val="2665314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548640" y="1605071"/>
            <a:ext cx="2676144" cy="1731264"/>
          </a:xfrm>
          <a:prstGeom prst="roundRect">
            <a:avLst>
              <a:gd name="adj" fmla="val 7042"/>
            </a:avLst>
          </a:prstGeom>
          <a:solidFill>
            <a:srgbClr val="FFFFFF"/>
          </a:solidFill>
          <a:ln>
            <a:solidFill>
              <a:schemeClr val="tx2">
                <a:lumMod val="20000"/>
                <a:lumOff val="80000"/>
              </a:schemeClr>
            </a:solidFill>
          </a:ln>
          <a:effectLst>
            <a:outerShdw blurRad="76200" dist="25400" dir="2700000" algn="bl" rotWithShape="0">
              <a:srgbClr val="000000">
                <a:alpha val="8000"/>
              </a:srgbClr>
            </a:outerShdw>
          </a:effectLst>
        </p:spPr>
      </p:sp>
      <p:sp>
        <p:nvSpPr>
          <p:cNvPr id="6" name="Shape 4"/>
          <p:cNvSpPr/>
          <p:nvPr/>
        </p:nvSpPr>
        <p:spPr>
          <a:xfrm>
            <a:off x="694944" y="1751375"/>
            <a:ext cx="487680" cy="487680"/>
          </a:xfrm>
          <a:prstGeom prst="roundRect">
            <a:avLst>
              <a:gd name="adj" fmla="val 17500"/>
            </a:avLst>
          </a:prstGeom>
          <a:solidFill>
            <a:srgbClr val="1E2761"/>
          </a:solidFill>
          <a:ln/>
        </p:spPr>
      </p:sp>
      <p:sp>
        <p:nvSpPr>
          <p:cNvPr id="7" name="Text 5"/>
          <p:cNvSpPr/>
          <p:nvPr/>
        </p:nvSpPr>
        <p:spPr>
          <a:xfrm>
            <a:off x="694944" y="1751375"/>
            <a:ext cx="487680" cy="48768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1</a:t>
            </a:r>
            <a:endParaRPr lang="en-US" sz="2400"/>
          </a:p>
        </p:txBody>
      </p:sp>
      <p:sp>
        <p:nvSpPr>
          <p:cNvPr id="8" name="Text 6"/>
          <p:cNvSpPr/>
          <p:nvPr/>
        </p:nvSpPr>
        <p:spPr>
          <a:xfrm>
            <a:off x="1207008" y="1726991"/>
            <a:ext cx="2017776" cy="609600"/>
          </a:xfrm>
          <a:prstGeom prst="rect">
            <a:avLst/>
          </a:prstGeom>
          <a:noFill/>
          <a:ln/>
        </p:spPr>
        <p:txBody>
          <a:bodyPr wrap="square" rtlCol="0" anchor="ctr"/>
          <a:lstStyle/>
          <a:p>
            <a:pPr>
              <a:lnSpc>
                <a:spcPct val="105000"/>
              </a:lnSpc>
            </a:pPr>
            <a:r>
              <a:rPr lang="en-US" sz="2000" b="1">
                <a:solidFill>
                  <a:srgbClr val="1A1F3C"/>
                </a:solidFill>
                <a:latin typeface="Cambria" pitchFamily="34" charset="0"/>
                <a:ea typeface="Cambria" pitchFamily="34" charset="-122"/>
                <a:cs typeface="Cambria" pitchFamily="34" charset="-120"/>
              </a:rPr>
              <a:t>Obecność psychologiczna</a:t>
            </a:r>
            <a:endParaRPr lang="en-US" sz="2000"/>
          </a:p>
        </p:txBody>
      </p:sp>
      <p:sp>
        <p:nvSpPr>
          <p:cNvPr id="9" name="Text 7"/>
          <p:cNvSpPr/>
          <p:nvPr/>
        </p:nvSpPr>
        <p:spPr>
          <a:xfrm>
            <a:off x="719328" y="2434127"/>
            <a:ext cx="2334768"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Intensywność poczucia „bycia w kontakcie”</a:t>
            </a:r>
            <a:endParaRPr lang="en-US"/>
          </a:p>
        </p:txBody>
      </p:sp>
      <p:sp>
        <p:nvSpPr>
          <p:cNvPr id="10" name="Shape 8"/>
          <p:cNvSpPr/>
          <p:nvPr/>
        </p:nvSpPr>
        <p:spPr>
          <a:xfrm>
            <a:off x="3395472" y="1605071"/>
            <a:ext cx="2676144" cy="1731264"/>
          </a:xfrm>
          <a:prstGeom prst="roundRect">
            <a:avLst>
              <a:gd name="adj" fmla="val 7042"/>
            </a:avLst>
          </a:prstGeom>
          <a:solidFill>
            <a:srgbClr val="FFFFFF"/>
          </a:solidFill>
          <a:ln>
            <a:solidFill>
              <a:schemeClr val="tx2">
                <a:lumMod val="20000"/>
                <a:lumOff val="80000"/>
              </a:schemeClr>
            </a:solidFill>
          </a:ln>
          <a:effectLst>
            <a:outerShdw blurRad="76200" dist="25400" dir="2700000" algn="bl" rotWithShape="0">
              <a:srgbClr val="000000">
                <a:alpha val="8000"/>
              </a:srgbClr>
            </a:outerShdw>
          </a:effectLst>
        </p:spPr>
      </p:sp>
      <p:sp>
        <p:nvSpPr>
          <p:cNvPr id="11" name="Shape 9"/>
          <p:cNvSpPr/>
          <p:nvPr/>
        </p:nvSpPr>
        <p:spPr>
          <a:xfrm>
            <a:off x="3541776" y="1751375"/>
            <a:ext cx="487680" cy="487680"/>
          </a:xfrm>
          <a:prstGeom prst="roundRect">
            <a:avLst>
              <a:gd name="adj" fmla="val 17500"/>
            </a:avLst>
          </a:prstGeom>
          <a:solidFill>
            <a:srgbClr val="2D3B8E"/>
          </a:solidFill>
          <a:ln/>
        </p:spPr>
      </p:sp>
      <p:sp>
        <p:nvSpPr>
          <p:cNvPr id="12" name="Text 10"/>
          <p:cNvSpPr/>
          <p:nvPr/>
        </p:nvSpPr>
        <p:spPr>
          <a:xfrm>
            <a:off x="3541776" y="1751375"/>
            <a:ext cx="487680" cy="48768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2</a:t>
            </a:r>
            <a:endParaRPr lang="en-US" sz="2400"/>
          </a:p>
        </p:txBody>
      </p:sp>
      <p:sp>
        <p:nvSpPr>
          <p:cNvPr id="13" name="Text 11"/>
          <p:cNvSpPr/>
          <p:nvPr/>
        </p:nvSpPr>
        <p:spPr>
          <a:xfrm>
            <a:off x="4151376" y="1726991"/>
            <a:ext cx="1761744" cy="609600"/>
          </a:xfrm>
          <a:prstGeom prst="rect">
            <a:avLst/>
          </a:prstGeom>
          <a:noFill/>
          <a:ln/>
        </p:spPr>
        <p:txBody>
          <a:bodyPr wrap="square" rtlCol="0" anchor="ctr"/>
          <a:lstStyle/>
          <a:p>
            <a:pPr>
              <a:lnSpc>
                <a:spcPct val="105000"/>
              </a:lnSpc>
            </a:pPr>
            <a:r>
              <a:rPr lang="en-US" sz="2000" b="1">
                <a:solidFill>
                  <a:srgbClr val="1A1F3C"/>
                </a:solidFill>
                <a:latin typeface="Cambria" pitchFamily="34" charset="0"/>
                <a:ea typeface="Cambria" pitchFamily="34" charset="-122"/>
                <a:cs typeface="Cambria" pitchFamily="34" charset="-120"/>
              </a:rPr>
              <a:t>Sygnały niewerbalne</a:t>
            </a:r>
            <a:endParaRPr lang="en-US" sz="2000"/>
          </a:p>
        </p:txBody>
      </p:sp>
      <p:sp>
        <p:nvSpPr>
          <p:cNvPr id="14" name="Text 12"/>
          <p:cNvSpPr/>
          <p:nvPr/>
        </p:nvSpPr>
        <p:spPr>
          <a:xfrm>
            <a:off x="3566160" y="2434127"/>
            <a:ext cx="2334768"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Ograniczony kadr, brak mowy ciała</a:t>
            </a:r>
            <a:endParaRPr lang="en-US"/>
          </a:p>
        </p:txBody>
      </p:sp>
      <p:sp>
        <p:nvSpPr>
          <p:cNvPr id="15" name="Shape 13"/>
          <p:cNvSpPr/>
          <p:nvPr/>
        </p:nvSpPr>
        <p:spPr>
          <a:xfrm>
            <a:off x="6242304" y="1605071"/>
            <a:ext cx="2676144" cy="1731264"/>
          </a:xfrm>
          <a:prstGeom prst="roundRect">
            <a:avLst>
              <a:gd name="adj" fmla="val 7042"/>
            </a:avLst>
          </a:prstGeom>
          <a:solidFill>
            <a:srgbClr val="FFFFFF"/>
          </a:solidFill>
          <a:ln>
            <a:solidFill>
              <a:schemeClr val="tx2">
                <a:lumMod val="20000"/>
                <a:lumOff val="80000"/>
              </a:schemeClr>
            </a:solidFill>
          </a:ln>
          <a:effectLst>
            <a:outerShdw blurRad="76200" dist="25400" dir="2700000" algn="bl" rotWithShape="0">
              <a:srgbClr val="000000">
                <a:alpha val="8000"/>
              </a:srgbClr>
            </a:outerShdw>
          </a:effectLst>
        </p:spPr>
      </p:sp>
      <p:sp>
        <p:nvSpPr>
          <p:cNvPr id="16" name="Shape 14"/>
          <p:cNvSpPr/>
          <p:nvPr/>
        </p:nvSpPr>
        <p:spPr>
          <a:xfrm>
            <a:off x="6388608" y="1751375"/>
            <a:ext cx="487680" cy="487680"/>
          </a:xfrm>
          <a:prstGeom prst="roundRect">
            <a:avLst>
              <a:gd name="adj" fmla="val 17500"/>
            </a:avLst>
          </a:prstGeom>
          <a:solidFill>
            <a:srgbClr val="5B8FF9"/>
          </a:solidFill>
          <a:ln/>
        </p:spPr>
      </p:sp>
      <p:sp>
        <p:nvSpPr>
          <p:cNvPr id="17" name="Text 15"/>
          <p:cNvSpPr/>
          <p:nvPr/>
        </p:nvSpPr>
        <p:spPr>
          <a:xfrm>
            <a:off x="6388608" y="1751375"/>
            <a:ext cx="487680" cy="48768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3</a:t>
            </a:r>
            <a:endParaRPr lang="en-US" sz="2400"/>
          </a:p>
        </p:txBody>
      </p:sp>
      <p:sp>
        <p:nvSpPr>
          <p:cNvPr id="18" name="Text 16"/>
          <p:cNvSpPr/>
          <p:nvPr/>
        </p:nvSpPr>
        <p:spPr>
          <a:xfrm>
            <a:off x="6998208" y="1726991"/>
            <a:ext cx="1761744" cy="609600"/>
          </a:xfrm>
          <a:prstGeom prst="rect">
            <a:avLst/>
          </a:prstGeom>
          <a:noFill/>
          <a:ln/>
        </p:spPr>
        <p:txBody>
          <a:bodyPr wrap="square" rtlCol="0" anchor="ctr"/>
          <a:lstStyle/>
          <a:p>
            <a:pPr>
              <a:lnSpc>
                <a:spcPct val="105000"/>
              </a:lnSpc>
            </a:pPr>
            <a:r>
              <a:rPr lang="en-US" sz="2000" b="1">
                <a:solidFill>
                  <a:srgbClr val="1A1F3C"/>
                </a:solidFill>
                <a:latin typeface="Cambria" pitchFamily="34" charset="0"/>
                <a:ea typeface="Cambria" pitchFamily="34" charset="-122"/>
                <a:cs typeface="Cambria" pitchFamily="34" charset="-120"/>
              </a:rPr>
              <a:t>Kontrola otoczenia</a:t>
            </a:r>
            <a:endParaRPr lang="en-US" sz="2000"/>
          </a:p>
        </p:txBody>
      </p:sp>
      <p:sp>
        <p:nvSpPr>
          <p:cNvPr id="19" name="Text 17"/>
          <p:cNvSpPr/>
          <p:nvPr/>
        </p:nvSpPr>
        <p:spPr>
          <a:xfrm>
            <a:off x="6412992" y="2434127"/>
            <a:ext cx="2334768"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Terapeuta nie widzi przestrzeni klienta</a:t>
            </a:r>
            <a:endParaRPr lang="en-US"/>
          </a:p>
        </p:txBody>
      </p:sp>
      <p:sp>
        <p:nvSpPr>
          <p:cNvPr id="20" name="Shape 18"/>
          <p:cNvSpPr/>
          <p:nvPr/>
        </p:nvSpPr>
        <p:spPr>
          <a:xfrm>
            <a:off x="9089136" y="1605071"/>
            <a:ext cx="2676144" cy="1731264"/>
          </a:xfrm>
          <a:prstGeom prst="roundRect">
            <a:avLst>
              <a:gd name="adj" fmla="val 7042"/>
            </a:avLst>
          </a:prstGeom>
          <a:solidFill>
            <a:srgbClr val="FFFFFF"/>
          </a:solidFill>
          <a:ln>
            <a:solidFill>
              <a:schemeClr val="tx2">
                <a:lumMod val="20000"/>
                <a:lumOff val="80000"/>
              </a:schemeClr>
            </a:solidFill>
          </a:ln>
          <a:effectLst>
            <a:outerShdw blurRad="76200" dist="25400" dir="2700000" algn="bl" rotWithShape="0">
              <a:srgbClr val="000000">
                <a:alpha val="8000"/>
              </a:srgbClr>
            </a:outerShdw>
          </a:effectLst>
        </p:spPr>
      </p:sp>
      <p:sp>
        <p:nvSpPr>
          <p:cNvPr id="21" name="Shape 19"/>
          <p:cNvSpPr/>
          <p:nvPr/>
        </p:nvSpPr>
        <p:spPr>
          <a:xfrm>
            <a:off x="9235440" y="1751375"/>
            <a:ext cx="487680" cy="487680"/>
          </a:xfrm>
          <a:prstGeom prst="roundRect">
            <a:avLst>
              <a:gd name="adj" fmla="val 17500"/>
            </a:avLst>
          </a:prstGeom>
          <a:solidFill>
            <a:srgbClr val="2D7DD2"/>
          </a:solidFill>
          <a:ln/>
        </p:spPr>
      </p:sp>
      <p:sp>
        <p:nvSpPr>
          <p:cNvPr id="22" name="Text 20"/>
          <p:cNvSpPr/>
          <p:nvPr/>
        </p:nvSpPr>
        <p:spPr>
          <a:xfrm>
            <a:off x="9235440" y="1751375"/>
            <a:ext cx="487680" cy="48768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4</a:t>
            </a:r>
            <a:endParaRPr lang="en-US" sz="2400"/>
          </a:p>
        </p:txBody>
      </p:sp>
      <p:sp>
        <p:nvSpPr>
          <p:cNvPr id="23" name="Text 21"/>
          <p:cNvSpPr/>
          <p:nvPr/>
        </p:nvSpPr>
        <p:spPr>
          <a:xfrm>
            <a:off x="9845040" y="1726991"/>
            <a:ext cx="1761744" cy="609600"/>
          </a:xfrm>
          <a:prstGeom prst="rect">
            <a:avLst/>
          </a:prstGeom>
          <a:noFill/>
          <a:ln/>
        </p:spPr>
        <p:txBody>
          <a:bodyPr wrap="square" rtlCol="0" anchor="ctr"/>
          <a:lstStyle/>
          <a:p>
            <a:pPr>
              <a:lnSpc>
                <a:spcPct val="105000"/>
              </a:lnSpc>
            </a:pPr>
            <a:r>
              <a:rPr lang="en-US" sz="2000" b="1">
                <a:solidFill>
                  <a:srgbClr val="1A1F3C"/>
                </a:solidFill>
                <a:latin typeface="Cambria" pitchFamily="34" charset="0"/>
                <a:ea typeface="Cambria" pitchFamily="34" charset="-122"/>
                <a:cs typeface="Cambria" pitchFamily="34" charset="-120"/>
              </a:rPr>
              <a:t>Granice kontaktu</a:t>
            </a:r>
            <a:endParaRPr lang="en-US" sz="2000"/>
          </a:p>
        </p:txBody>
      </p:sp>
      <p:sp>
        <p:nvSpPr>
          <p:cNvPr id="24" name="Text 22"/>
          <p:cNvSpPr/>
          <p:nvPr/>
        </p:nvSpPr>
        <p:spPr>
          <a:xfrm>
            <a:off x="9259824" y="2434127"/>
            <a:ext cx="2334768"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Łatwiejszy dostęp poza sesją</a:t>
            </a:r>
            <a:endParaRPr lang="en-US"/>
          </a:p>
        </p:txBody>
      </p:sp>
      <p:sp>
        <p:nvSpPr>
          <p:cNvPr id="25" name="Shape 23"/>
          <p:cNvSpPr/>
          <p:nvPr/>
        </p:nvSpPr>
        <p:spPr>
          <a:xfrm>
            <a:off x="573024" y="3767078"/>
            <a:ext cx="3608832" cy="1731264"/>
          </a:xfrm>
          <a:prstGeom prst="roundRect">
            <a:avLst>
              <a:gd name="adj" fmla="val 7042"/>
            </a:avLst>
          </a:prstGeom>
          <a:solidFill>
            <a:srgbClr val="FFFFFF"/>
          </a:solidFill>
          <a:ln>
            <a:solidFill>
              <a:schemeClr val="tx2">
                <a:lumMod val="20000"/>
                <a:lumOff val="80000"/>
              </a:schemeClr>
            </a:solidFill>
          </a:ln>
          <a:effectLst>
            <a:outerShdw blurRad="76200" dist="25400" dir="2700000" algn="bl" rotWithShape="0">
              <a:srgbClr val="000000">
                <a:alpha val="8000"/>
              </a:srgbClr>
            </a:outerShdw>
          </a:effectLst>
        </p:spPr>
      </p:sp>
      <p:sp>
        <p:nvSpPr>
          <p:cNvPr id="26" name="Shape 24"/>
          <p:cNvSpPr/>
          <p:nvPr/>
        </p:nvSpPr>
        <p:spPr>
          <a:xfrm>
            <a:off x="719328" y="3913382"/>
            <a:ext cx="487680" cy="487680"/>
          </a:xfrm>
          <a:prstGeom prst="roundRect">
            <a:avLst>
              <a:gd name="adj" fmla="val 17500"/>
            </a:avLst>
          </a:prstGeom>
          <a:solidFill>
            <a:srgbClr val="3ECFB2"/>
          </a:solidFill>
          <a:ln/>
        </p:spPr>
      </p:sp>
      <p:sp>
        <p:nvSpPr>
          <p:cNvPr id="27" name="Text 25"/>
          <p:cNvSpPr/>
          <p:nvPr/>
        </p:nvSpPr>
        <p:spPr>
          <a:xfrm>
            <a:off x="719328" y="3913382"/>
            <a:ext cx="487680" cy="48768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5</a:t>
            </a:r>
            <a:endParaRPr lang="en-US" sz="2400"/>
          </a:p>
        </p:txBody>
      </p:sp>
      <p:sp>
        <p:nvSpPr>
          <p:cNvPr id="28" name="Text 26"/>
          <p:cNvSpPr/>
          <p:nvPr/>
        </p:nvSpPr>
        <p:spPr>
          <a:xfrm>
            <a:off x="1328928" y="3888998"/>
            <a:ext cx="2694432" cy="609600"/>
          </a:xfrm>
          <a:prstGeom prst="rect">
            <a:avLst/>
          </a:prstGeom>
          <a:noFill/>
          <a:ln/>
        </p:spPr>
        <p:txBody>
          <a:bodyPr wrap="square" rtlCol="0" anchor="ctr"/>
          <a:lstStyle/>
          <a:p>
            <a:pPr>
              <a:lnSpc>
                <a:spcPct val="105000"/>
              </a:lnSpc>
            </a:pPr>
            <a:r>
              <a:rPr lang="en-US" sz="2000" b="1">
                <a:solidFill>
                  <a:srgbClr val="1A1F3C"/>
                </a:solidFill>
                <a:latin typeface="Cambria" pitchFamily="34" charset="0"/>
                <a:ea typeface="Cambria" pitchFamily="34" charset="-122"/>
                <a:cs typeface="Cambria" pitchFamily="34" charset="-120"/>
              </a:rPr>
              <a:t>Tempo komunikacji</a:t>
            </a:r>
            <a:endParaRPr lang="en-US" sz="2000"/>
          </a:p>
        </p:txBody>
      </p:sp>
      <p:sp>
        <p:nvSpPr>
          <p:cNvPr id="29" name="Text 27"/>
          <p:cNvSpPr/>
          <p:nvPr/>
        </p:nvSpPr>
        <p:spPr>
          <a:xfrm>
            <a:off x="743712" y="4596134"/>
            <a:ext cx="3267456"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Opóźnienia, przerwy, asynchroniczność</a:t>
            </a:r>
            <a:endParaRPr lang="en-US"/>
          </a:p>
        </p:txBody>
      </p:sp>
      <p:sp>
        <p:nvSpPr>
          <p:cNvPr id="30" name="Shape 28"/>
          <p:cNvSpPr/>
          <p:nvPr/>
        </p:nvSpPr>
        <p:spPr>
          <a:xfrm>
            <a:off x="4352544" y="3767078"/>
            <a:ext cx="3608832" cy="1731264"/>
          </a:xfrm>
          <a:prstGeom prst="roundRect">
            <a:avLst>
              <a:gd name="adj" fmla="val 7042"/>
            </a:avLst>
          </a:prstGeom>
          <a:solidFill>
            <a:srgbClr val="FFFFFF"/>
          </a:solidFill>
          <a:ln>
            <a:solidFill>
              <a:schemeClr val="tx2">
                <a:lumMod val="20000"/>
                <a:lumOff val="80000"/>
              </a:schemeClr>
            </a:solidFill>
          </a:ln>
          <a:effectLst>
            <a:outerShdw blurRad="76200" dist="25400" dir="2700000" algn="bl" rotWithShape="0">
              <a:srgbClr val="000000">
                <a:alpha val="8000"/>
              </a:srgbClr>
            </a:outerShdw>
          </a:effectLst>
        </p:spPr>
      </p:sp>
      <p:sp>
        <p:nvSpPr>
          <p:cNvPr id="31" name="Shape 29"/>
          <p:cNvSpPr/>
          <p:nvPr/>
        </p:nvSpPr>
        <p:spPr>
          <a:xfrm>
            <a:off x="4498848" y="3913382"/>
            <a:ext cx="487680" cy="487680"/>
          </a:xfrm>
          <a:prstGeom prst="roundRect">
            <a:avLst>
              <a:gd name="adj" fmla="val 17500"/>
            </a:avLst>
          </a:prstGeom>
          <a:solidFill>
            <a:srgbClr val="7B5EA7"/>
          </a:solidFill>
          <a:ln/>
        </p:spPr>
      </p:sp>
      <p:sp>
        <p:nvSpPr>
          <p:cNvPr id="32" name="Text 30"/>
          <p:cNvSpPr/>
          <p:nvPr/>
        </p:nvSpPr>
        <p:spPr>
          <a:xfrm>
            <a:off x="4498848" y="3913382"/>
            <a:ext cx="487680" cy="48768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6</a:t>
            </a:r>
            <a:endParaRPr lang="en-US" sz="2400"/>
          </a:p>
        </p:txBody>
      </p:sp>
      <p:sp>
        <p:nvSpPr>
          <p:cNvPr id="33" name="Text 31"/>
          <p:cNvSpPr/>
          <p:nvPr/>
        </p:nvSpPr>
        <p:spPr>
          <a:xfrm>
            <a:off x="5108448" y="3888998"/>
            <a:ext cx="2694432" cy="609600"/>
          </a:xfrm>
          <a:prstGeom prst="rect">
            <a:avLst/>
          </a:prstGeom>
          <a:noFill/>
          <a:ln/>
        </p:spPr>
        <p:txBody>
          <a:bodyPr wrap="square" rtlCol="0" anchor="ctr"/>
          <a:lstStyle/>
          <a:p>
            <a:pPr>
              <a:lnSpc>
                <a:spcPct val="105000"/>
              </a:lnSpc>
            </a:pPr>
            <a:r>
              <a:rPr lang="en-US" sz="2000" b="1">
                <a:solidFill>
                  <a:srgbClr val="1A1F3C"/>
                </a:solidFill>
                <a:latin typeface="Cambria" pitchFamily="34" charset="0"/>
                <a:ea typeface="Cambria" pitchFamily="34" charset="-122"/>
                <a:cs typeface="Cambria" pitchFamily="34" charset="-120"/>
              </a:rPr>
              <a:t>Ślad zapisu</a:t>
            </a:r>
            <a:endParaRPr lang="en-US" sz="2000"/>
          </a:p>
        </p:txBody>
      </p:sp>
      <p:sp>
        <p:nvSpPr>
          <p:cNvPr id="34" name="Text 32"/>
          <p:cNvSpPr/>
          <p:nvPr/>
        </p:nvSpPr>
        <p:spPr>
          <a:xfrm>
            <a:off x="4523232" y="4596134"/>
            <a:ext cx="3267456"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Więcej danych zapisanych trwale</a:t>
            </a:r>
            <a:endParaRPr lang="en-US"/>
          </a:p>
        </p:txBody>
      </p:sp>
      <p:sp>
        <p:nvSpPr>
          <p:cNvPr id="35" name="Shape 33"/>
          <p:cNvSpPr/>
          <p:nvPr/>
        </p:nvSpPr>
        <p:spPr>
          <a:xfrm>
            <a:off x="8132064" y="3767078"/>
            <a:ext cx="3608832" cy="1731264"/>
          </a:xfrm>
          <a:prstGeom prst="roundRect">
            <a:avLst>
              <a:gd name="adj" fmla="val 7042"/>
            </a:avLst>
          </a:prstGeom>
          <a:solidFill>
            <a:srgbClr val="FFFFFF"/>
          </a:solidFill>
          <a:ln>
            <a:solidFill>
              <a:schemeClr val="tx2">
                <a:lumMod val="20000"/>
                <a:lumOff val="80000"/>
              </a:schemeClr>
            </a:solidFill>
          </a:ln>
          <a:effectLst>
            <a:outerShdw blurRad="76200" dist="25400" dir="2700000" algn="bl" rotWithShape="0">
              <a:srgbClr val="000000">
                <a:alpha val="8000"/>
              </a:srgbClr>
            </a:outerShdw>
          </a:effectLst>
        </p:spPr>
      </p:sp>
      <p:sp>
        <p:nvSpPr>
          <p:cNvPr id="36" name="Shape 34"/>
          <p:cNvSpPr/>
          <p:nvPr/>
        </p:nvSpPr>
        <p:spPr>
          <a:xfrm>
            <a:off x="8278368" y="3913382"/>
            <a:ext cx="487680" cy="487680"/>
          </a:xfrm>
          <a:prstGeom prst="roundRect">
            <a:avLst>
              <a:gd name="adj" fmla="val 17500"/>
            </a:avLst>
          </a:prstGeom>
          <a:solidFill>
            <a:srgbClr val="C07B2F"/>
          </a:solidFill>
          <a:ln/>
        </p:spPr>
      </p:sp>
      <p:sp>
        <p:nvSpPr>
          <p:cNvPr id="37" name="Text 35"/>
          <p:cNvSpPr/>
          <p:nvPr/>
        </p:nvSpPr>
        <p:spPr>
          <a:xfrm>
            <a:off x="8278368" y="3913382"/>
            <a:ext cx="487680" cy="487680"/>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7</a:t>
            </a:r>
            <a:endParaRPr lang="en-US" sz="2400"/>
          </a:p>
        </p:txBody>
      </p:sp>
      <p:sp>
        <p:nvSpPr>
          <p:cNvPr id="38" name="Text 36"/>
          <p:cNvSpPr/>
          <p:nvPr/>
        </p:nvSpPr>
        <p:spPr>
          <a:xfrm>
            <a:off x="8887968" y="3888998"/>
            <a:ext cx="2694432" cy="609600"/>
          </a:xfrm>
          <a:prstGeom prst="rect">
            <a:avLst/>
          </a:prstGeom>
          <a:noFill/>
          <a:ln/>
        </p:spPr>
        <p:txBody>
          <a:bodyPr wrap="square" rtlCol="0" anchor="ctr"/>
          <a:lstStyle/>
          <a:p>
            <a:pPr>
              <a:lnSpc>
                <a:spcPct val="105000"/>
              </a:lnSpc>
            </a:pPr>
            <a:r>
              <a:rPr lang="en-US" sz="2000" b="1">
                <a:solidFill>
                  <a:srgbClr val="1A1F3C"/>
                </a:solidFill>
                <a:latin typeface="Cambria" pitchFamily="34" charset="0"/>
                <a:ea typeface="Cambria" pitchFamily="34" charset="-122"/>
                <a:cs typeface="Cambria" pitchFamily="34" charset="-120"/>
              </a:rPr>
              <a:t>Odpowiedzialność organizacyjna</a:t>
            </a:r>
            <a:endParaRPr lang="en-US" sz="2000"/>
          </a:p>
        </p:txBody>
      </p:sp>
      <p:sp>
        <p:nvSpPr>
          <p:cNvPr id="39" name="Text 37"/>
          <p:cNvSpPr/>
          <p:nvPr/>
        </p:nvSpPr>
        <p:spPr>
          <a:xfrm>
            <a:off x="8302752" y="4596134"/>
            <a:ext cx="3267456" cy="79248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Platforma i instytucja jako współodpowiedzialne</a:t>
            </a:r>
            <a:endParaRPr lang="en-US"/>
          </a:p>
        </p:txBody>
      </p:sp>
      <p:grpSp>
        <p:nvGrpSpPr>
          <p:cNvPr id="40" name="Grupa 39"/>
          <p:cNvGrpSpPr/>
          <p:nvPr/>
        </p:nvGrpSpPr>
        <p:grpSpPr>
          <a:xfrm>
            <a:off x="0" y="0"/>
            <a:ext cx="12192000" cy="1080000"/>
            <a:chOff x="0" y="0"/>
            <a:chExt cx="12192000" cy="1219200"/>
          </a:xfrm>
        </p:grpSpPr>
        <p:sp>
          <p:nvSpPr>
            <p:cNvPr id="41" name="Shape 0"/>
            <p:cNvSpPr/>
            <p:nvPr/>
          </p:nvSpPr>
          <p:spPr>
            <a:xfrm>
              <a:off x="0" y="0"/>
              <a:ext cx="12192000" cy="1219200"/>
            </a:xfrm>
            <a:prstGeom prst="rect">
              <a:avLst/>
            </a:prstGeom>
            <a:solidFill>
              <a:srgbClr val="1E2761"/>
            </a:solidFill>
            <a:ln w="12700">
              <a:solidFill>
                <a:srgbClr val="1E2761"/>
              </a:solidFill>
              <a:prstDash val="solid"/>
            </a:ln>
          </p:spPr>
        </p:sp>
        <p:sp>
          <p:nvSpPr>
            <p:cNvPr id="42" name="Text 1"/>
            <p:cNvSpPr/>
            <p:nvPr/>
          </p:nvSpPr>
          <p:spPr>
            <a:xfrm>
              <a:off x="540000" y="40640"/>
              <a:ext cx="1080000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CO TECHNOLOGIA ZMIENIA W TERAPII?</a:t>
              </a:r>
              <a:endParaRPr lang="en-US" sz="2400"/>
            </a:p>
          </p:txBody>
        </p:sp>
        <p:sp>
          <p:nvSpPr>
            <p:cNvPr id="43" name="Text 2"/>
            <p:cNvSpPr/>
            <p:nvPr/>
          </p:nvSpPr>
          <p:spPr>
            <a:xfrm>
              <a:off x="540000" y="731520"/>
              <a:ext cx="10836000" cy="406400"/>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Siedem wymiarów zmiany, do których wrócimy w dalszych częściach wykładu</a:t>
              </a:r>
              <a:endParaRPr lang="pl-PL" sz="1400"/>
            </a:p>
          </p:txBody>
        </p:sp>
      </p:grpSp>
    </p:spTree>
    <p:extLst>
      <p:ext uri="{BB962C8B-B14F-4D97-AF65-F5344CB8AC3E}">
        <p14:creationId xmlns:p14="http://schemas.microsoft.com/office/powerpoint/2010/main" val="507365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upa 36"/>
          <p:cNvGrpSpPr/>
          <p:nvPr/>
        </p:nvGrpSpPr>
        <p:grpSpPr>
          <a:xfrm>
            <a:off x="487680" y="1287264"/>
            <a:ext cx="5486400" cy="4207200"/>
            <a:chOff x="487680" y="1341120"/>
            <a:chExt cx="5486400" cy="4156892"/>
          </a:xfrm>
        </p:grpSpPr>
        <p:sp>
          <p:nvSpPr>
            <p:cNvPr id="5" name="Shape 3"/>
            <p:cNvSpPr/>
            <p:nvPr/>
          </p:nvSpPr>
          <p:spPr>
            <a:xfrm>
              <a:off x="487680" y="1341120"/>
              <a:ext cx="5486400" cy="4156892"/>
            </a:xfrm>
            <a:prstGeom prst="roundRect">
              <a:avLst>
                <a:gd name="adj" fmla="val 2740"/>
              </a:avLst>
            </a:prstGeom>
            <a:solidFill>
              <a:srgbClr val="E6F7EF"/>
            </a:solidFill>
            <a:ln/>
            <a:effectLst>
              <a:outerShdw blurRad="76200" dist="25400" dir="2700000" algn="bl" rotWithShape="0">
                <a:srgbClr val="000000">
                  <a:alpha val="8000"/>
                </a:srgbClr>
              </a:outerShdw>
            </a:effectLst>
          </p:spPr>
        </p:sp>
        <p:sp>
          <p:nvSpPr>
            <p:cNvPr id="6" name="Shape 4"/>
            <p:cNvSpPr/>
            <p:nvPr/>
          </p:nvSpPr>
          <p:spPr>
            <a:xfrm>
              <a:off x="487680" y="1341120"/>
              <a:ext cx="5486400" cy="560832"/>
            </a:xfrm>
            <a:prstGeom prst="roundRect">
              <a:avLst>
                <a:gd name="adj" fmla="val 17391"/>
              </a:avLst>
            </a:prstGeom>
            <a:solidFill>
              <a:srgbClr val="3A9F6E"/>
            </a:solidFill>
            <a:ln/>
          </p:spPr>
        </p:sp>
        <p:sp>
          <p:nvSpPr>
            <p:cNvPr id="7" name="Text 5"/>
            <p:cNvSpPr/>
            <p:nvPr/>
          </p:nvSpPr>
          <p:spPr>
            <a:xfrm>
              <a:off x="487680" y="1341120"/>
              <a:ext cx="5486400" cy="560832"/>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KORZYŚCI</a:t>
              </a:r>
              <a:endParaRPr lang="en-US" sz="2400"/>
            </a:p>
          </p:txBody>
        </p:sp>
        <p:sp>
          <p:nvSpPr>
            <p:cNvPr id="8" name="Shape 6"/>
            <p:cNvSpPr/>
            <p:nvPr/>
          </p:nvSpPr>
          <p:spPr>
            <a:xfrm>
              <a:off x="731520" y="2145792"/>
              <a:ext cx="243840" cy="243840"/>
            </a:xfrm>
            <a:prstGeom prst="ellipse">
              <a:avLst/>
            </a:prstGeom>
            <a:solidFill>
              <a:srgbClr val="3A9F6E"/>
            </a:solidFill>
            <a:ln w="12700">
              <a:solidFill>
                <a:srgbClr val="3A9F6E"/>
              </a:solidFill>
              <a:prstDash val="solid"/>
            </a:ln>
          </p:spPr>
        </p:sp>
        <p:sp>
          <p:nvSpPr>
            <p:cNvPr id="9" name="Text 7"/>
            <p:cNvSpPr/>
            <p:nvPr/>
          </p:nvSpPr>
          <p:spPr>
            <a:xfrm>
              <a:off x="1072896" y="2036064"/>
              <a:ext cx="4754880" cy="512064"/>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Większa dostępność geograficzna</a:t>
              </a:r>
              <a:endParaRPr lang="pl-PL" sz="2000" dirty="0"/>
            </a:p>
          </p:txBody>
        </p:sp>
        <p:sp>
          <p:nvSpPr>
            <p:cNvPr id="10" name="Shape 8"/>
            <p:cNvSpPr/>
            <p:nvPr/>
          </p:nvSpPr>
          <p:spPr>
            <a:xfrm>
              <a:off x="731520" y="2816352"/>
              <a:ext cx="243840" cy="243840"/>
            </a:xfrm>
            <a:prstGeom prst="ellipse">
              <a:avLst/>
            </a:prstGeom>
            <a:solidFill>
              <a:srgbClr val="3A9F6E"/>
            </a:solidFill>
            <a:ln w="12700">
              <a:solidFill>
                <a:srgbClr val="3A9F6E"/>
              </a:solidFill>
              <a:prstDash val="solid"/>
            </a:ln>
          </p:spPr>
        </p:sp>
        <p:sp>
          <p:nvSpPr>
            <p:cNvPr id="11" name="Text 9"/>
            <p:cNvSpPr/>
            <p:nvPr/>
          </p:nvSpPr>
          <p:spPr>
            <a:xfrm>
              <a:off x="1072896" y="2706624"/>
              <a:ext cx="4754880" cy="512064"/>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Elastyczność czasowa</a:t>
              </a:r>
              <a:endParaRPr lang="pl-PL" sz="2000" dirty="0"/>
            </a:p>
          </p:txBody>
        </p:sp>
        <p:sp>
          <p:nvSpPr>
            <p:cNvPr id="12" name="Shape 10"/>
            <p:cNvSpPr/>
            <p:nvPr/>
          </p:nvSpPr>
          <p:spPr>
            <a:xfrm>
              <a:off x="731520" y="3486912"/>
              <a:ext cx="243840" cy="243840"/>
            </a:xfrm>
            <a:prstGeom prst="ellipse">
              <a:avLst/>
            </a:prstGeom>
            <a:solidFill>
              <a:srgbClr val="3A9F6E"/>
            </a:solidFill>
            <a:ln w="12700">
              <a:solidFill>
                <a:srgbClr val="3A9F6E"/>
              </a:solidFill>
              <a:prstDash val="solid"/>
            </a:ln>
          </p:spPr>
        </p:sp>
        <p:sp>
          <p:nvSpPr>
            <p:cNvPr id="13" name="Text 11"/>
            <p:cNvSpPr/>
            <p:nvPr/>
          </p:nvSpPr>
          <p:spPr>
            <a:xfrm>
              <a:off x="1072896" y="3377184"/>
              <a:ext cx="4754880" cy="512064"/>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Niższe bariery wejścia dla części klientów</a:t>
              </a:r>
              <a:endParaRPr lang="pl-PL" sz="2000" dirty="0"/>
            </a:p>
          </p:txBody>
        </p:sp>
        <p:sp>
          <p:nvSpPr>
            <p:cNvPr id="14" name="Shape 12"/>
            <p:cNvSpPr/>
            <p:nvPr/>
          </p:nvSpPr>
          <p:spPr>
            <a:xfrm>
              <a:off x="731520" y="4157472"/>
              <a:ext cx="243840" cy="243840"/>
            </a:xfrm>
            <a:prstGeom prst="ellipse">
              <a:avLst/>
            </a:prstGeom>
            <a:solidFill>
              <a:srgbClr val="3A9F6E"/>
            </a:solidFill>
            <a:ln w="12700">
              <a:solidFill>
                <a:srgbClr val="3A9F6E"/>
              </a:solidFill>
              <a:prstDash val="solid"/>
            </a:ln>
          </p:spPr>
        </p:sp>
        <p:sp>
          <p:nvSpPr>
            <p:cNvPr id="15" name="Text 13"/>
            <p:cNvSpPr/>
            <p:nvPr/>
          </p:nvSpPr>
          <p:spPr>
            <a:xfrm>
              <a:off x="1072896" y="4047744"/>
              <a:ext cx="4754880" cy="512064"/>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Łatwiejsza kontynuacja terapii </a:t>
              </a:r>
              <a:br>
                <a:rPr lang="pl-PL" sz="2000" dirty="0" smtClean="0">
                  <a:solidFill>
                    <a:srgbClr val="1A1F3C"/>
                  </a:solidFill>
                  <a:latin typeface="Calibri" pitchFamily="34" charset="0"/>
                  <a:ea typeface="Calibri" pitchFamily="34" charset="-122"/>
                  <a:cs typeface="Calibri" pitchFamily="34" charset="-120"/>
                </a:rPr>
              </a:br>
              <a:r>
                <a:rPr lang="pl-PL" sz="2000" dirty="0" smtClean="0">
                  <a:solidFill>
                    <a:srgbClr val="1A1F3C"/>
                  </a:solidFill>
                  <a:latin typeface="Calibri" pitchFamily="34" charset="0"/>
                  <a:ea typeface="Calibri" pitchFamily="34" charset="-122"/>
                  <a:cs typeface="Calibri" pitchFamily="34" charset="-120"/>
                </a:rPr>
                <a:t>przy zmianie miejsca zamieszkania/pobytu</a:t>
              </a:r>
              <a:endParaRPr lang="pl-PL" sz="2000" dirty="0"/>
            </a:p>
          </p:txBody>
        </p:sp>
        <p:sp>
          <p:nvSpPr>
            <p:cNvPr id="16" name="Shape 14"/>
            <p:cNvSpPr/>
            <p:nvPr/>
          </p:nvSpPr>
          <p:spPr>
            <a:xfrm>
              <a:off x="731520" y="4828032"/>
              <a:ext cx="243840" cy="243840"/>
            </a:xfrm>
            <a:prstGeom prst="ellipse">
              <a:avLst/>
            </a:prstGeom>
            <a:solidFill>
              <a:srgbClr val="3A9F6E"/>
            </a:solidFill>
            <a:ln w="12700">
              <a:solidFill>
                <a:srgbClr val="3A9F6E"/>
              </a:solidFill>
              <a:prstDash val="solid"/>
            </a:ln>
          </p:spPr>
        </p:sp>
        <p:sp>
          <p:nvSpPr>
            <p:cNvPr id="17" name="Text 15"/>
            <p:cNvSpPr/>
            <p:nvPr/>
          </p:nvSpPr>
          <p:spPr>
            <a:xfrm>
              <a:off x="1072896" y="4718304"/>
              <a:ext cx="4754880" cy="512064"/>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Możliwość częstego monitorowania</a:t>
              </a:r>
              <a:endParaRPr lang="pl-PL" sz="2000" dirty="0"/>
            </a:p>
          </p:txBody>
        </p:sp>
      </p:grpSp>
      <p:grpSp>
        <p:nvGrpSpPr>
          <p:cNvPr id="38" name="Grupa 37"/>
          <p:cNvGrpSpPr/>
          <p:nvPr/>
        </p:nvGrpSpPr>
        <p:grpSpPr>
          <a:xfrm>
            <a:off x="6217920" y="1287264"/>
            <a:ext cx="5486400" cy="4207200"/>
            <a:chOff x="6217920" y="1341120"/>
            <a:chExt cx="5486400" cy="4156892"/>
          </a:xfrm>
        </p:grpSpPr>
        <p:sp>
          <p:nvSpPr>
            <p:cNvPr id="18" name="Shape 16"/>
            <p:cNvSpPr/>
            <p:nvPr/>
          </p:nvSpPr>
          <p:spPr>
            <a:xfrm>
              <a:off x="6217920" y="1341120"/>
              <a:ext cx="5486400" cy="4156892"/>
            </a:xfrm>
            <a:prstGeom prst="roundRect">
              <a:avLst>
                <a:gd name="adj" fmla="val 2740"/>
              </a:avLst>
            </a:prstGeom>
            <a:solidFill>
              <a:srgbClr val="FBE7E7"/>
            </a:solidFill>
            <a:ln/>
            <a:effectLst>
              <a:outerShdw blurRad="76200" dist="25400" dir="2700000" algn="bl" rotWithShape="0">
                <a:srgbClr val="000000">
                  <a:alpha val="8000"/>
                </a:srgbClr>
              </a:outerShdw>
            </a:effectLst>
          </p:spPr>
        </p:sp>
        <p:sp>
          <p:nvSpPr>
            <p:cNvPr id="19" name="Shape 17"/>
            <p:cNvSpPr/>
            <p:nvPr/>
          </p:nvSpPr>
          <p:spPr>
            <a:xfrm>
              <a:off x="6217920" y="1341120"/>
              <a:ext cx="5486400" cy="560832"/>
            </a:xfrm>
            <a:prstGeom prst="roundRect">
              <a:avLst>
                <a:gd name="adj" fmla="val 17391"/>
              </a:avLst>
            </a:prstGeom>
            <a:solidFill>
              <a:srgbClr val="D64045"/>
            </a:solidFill>
            <a:ln/>
          </p:spPr>
        </p:sp>
        <p:sp>
          <p:nvSpPr>
            <p:cNvPr id="20" name="Text 18"/>
            <p:cNvSpPr/>
            <p:nvPr/>
          </p:nvSpPr>
          <p:spPr>
            <a:xfrm>
              <a:off x="6217920" y="1341120"/>
              <a:ext cx="5486400" cy="560832"/>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KOSZTY / RYZYKA</a:t>
              </a:r>
              <a:endParaRPr lang="en-US" sz="2400"/>
            </a:p>
          </p:txBody>
        </p:sp>
        <p:sp>
          <p:nvSpPr>
            <p:cNvPr id="21" name="Shape 19"/>
            <p:cNvSpPr/>
            <p:nvPr/>
          </p:nvSpPr>
          <p:spPr>
            <a:xfrm>
              <a:off x="6461760" y="2145792"/>
              <a:ext cx="243840" cy="243840"/>
            </a:xfrm>
            <a:prstGeom prst="ellipse">
              <a:avLst/>
            </a:prstGeom>
            <a:solidFill>
              <a:srgbClr val="D64045"/>
            </a:solidFill>
            <a:ln w="12700">
              <a:solidFill>
                <a:srgbClr val="D64045"/>
              </a:solidFill>
              <a:prstDash val="solid"/>
            </a:ln>
          </p:spPr>
        </p:sp>
        <p:sp>
          <p:nvSpPr>
            <p:cNvPr id="22" name="Text 20"/>
            <p:cNvSpPr/>
            <p:nvPr/>
          </p:nvSpPr>
          <p:spPr>
            <a:xfrm>
              <a:off x="6782116" y="2036064"/>
              <a:ext cx="4922204" cy="440925"/>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Zmęczenie ekranowe </a:t>
              </a:r>
              <a:r>
                <a:rPr lang="pl-PL" sz="2000" i="1" dirty="0" smtClean="0">
                  <a:solidFill>
                    <a:srgbClr val="1A1F3C"/>
                  </a:solidFill>
                  <a:latin typeface="Calibri" pitchFamily="34" charset="0"/>
                  <a:ea typeface="Calibri" pitchFamily="34" charset="-122"/>
                  <a:cs typeface="Calibri" pitchFamily="34" charset="-120"/>
                </a:rPr>
                <a:t>(Zoom </a:t>
              </a:r>
              <a:r>
                <a:rPr lang="pl-PL" sz="2000" i="1" dirty="0" err="1" smtClean="0">
                  <a:solidFill>
                    <a:srgbClr val="1A1F3C"/>
                  </a:solidFill>
                  <a:latin typeface="Calibri" pitchFamily="34" charset="0"/>
                  <a:ea typeface="Calibri" pitchFamily="34" charset="-122"/>
                  <a:cs typeface="Calibri" pitchFamily="34" charset="-120"/>
                </a:rPr>
                <a:t>fatigue</a:t>
              </a:r>
              <a:r>
                <a:rPr lang="pl-PL" sz="2000" i="1" dirty="0" smtClean="0">
                  <a:solidFill>
                    <a:srgbClr val="1A1F3C"/>
                  </a:solidFill>
                  <a:latin typeface="Calibri" pitchFamily="34" charset="0"/>
                  <a:ea typeface="Calibri" pitchFamily="34" charset="-122"/>
                  <a:cs typeface="Calibri" pitchFamily="34" charset="-120"/>
                </a:rPr>
                <a:t>)</a:t>
              </a:r>
              <a:endParaRPr lang="pl-PL" sz="2000" i="1" dirty="0"/>
            </a:p>
          </p:txBody>
        </p:sp>
        <p:sp>
          <p:nvSpPr>
            <p:cNvPr id="23" name="Shape 21"/>
            <p:cNvSpPr/>
            <p:nvPr/>
          </p:nvSpPr>
          <p:spPr>
            <a:xfrm>
              <a:off x="6461760" y="2816352"/>
              <a:ext cx="243840" cy="243840"/>
            </a:xfrm>
            <a:prstGeom prst="ellipse">
              <a:avLst/>
            </a:prstGeom>
            <a:solidFill>
              <a:srgbClr val="D64045"/>
            </a:solidFill>
            <a:ln w="12700">
              <a:solidFill>
                <a:srgbClr val="D64045"/>
              </a:solidFill>
              <a:prstDash val="solid"/>
            </a:ln>
          </p:spPr>
        </p:sp>
        <p:sp>
          <p:nvSpPr>
            <p:cNvPr id="24" name="Text 22"/>
            <p:cNvSpPr/>
            <p:nvPr/>
          </p:nvSpPr>
          <p:spPr>
            <a:xfrm>
              <a:off x="6782116" y="2706624"/>
              <a:ext cx="4922204" cy="440925"/>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Ryzyko uproszczenia relacji terapeutycznej</a:t>
              </a:r>
              <a:endParaRPr lang="pl-PL" sz="2000" dirty="0"/>
            </a:p>
          </p:txBody>
        </p:sp>
        <p:sp>
          <p:nvSpPr>
            <p:cNvPr id="25" name="Shape 23"/>
            <p:cNvSpPr/>
            <p:nvPr/>
          </p:nvSpPr>
          <p:spPr>
            <a:xfrm>
              <a:off x="6461760" y="3486912"/>
              <a:ext cx="243840" cy="243840"/>
            </a:xfrm>
            <a:prstGeom prst="ellipse">
              <a:avLst/>
            </a:prstGeom>
            <a:solidFill>
              <a:srgbClr val="D64045"/>
            </a:solidFill>
            <a:ln w="12700">
              <a:solidFill>
                <a:srgbClr val="D64045"/>
              </a:solidFill>
              <a:prstDash val="solid"/>
            </a:ln>
          </p:spPr>
        </p:sp>
        <p:sp>
          <p:nvSpPr>
            <p:cNvPr id="26" name="Text 24"/>
            <p:cNvSpPr/>
            <p:nvPr/>
          </p:nvSpPr>
          <p:spPr>
            <a:xfrm>
              <a:off x="6782116" y="3377184"/>
              <a:ext cx="4922204" cy="440925"/>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Zależność od infrastruktury technicznej</a:t>
              </a:r>
              <a:endParaRPr lang="pl-PL" sz="2000" dirty="0"/>
            </a:p>
          </p:txBody>
        </p:sp>
        <p:sp>
          <p:nvSpPr>
            <p:cNvPr id="27" name="Shape 25"/>
            <p:cNvSpPr/>
            <p:nvPr/>
          </p:nvSpPr>
          <p:spPr>
            <a:xfrm>
              <a:off x="6461760" y="4157472"/>
              <a:ext cx="243840" cy="243840"/>
            </a:xfrm>
            <a:prstGeom prst="ellipse">
              <a:avLst/>
            </a:prstGeom>
            <a:solidFill>
              <a:srgbClr val="D64045"/>
            </a:solidFill>
            <a:ln w="12700">
              <a:solidFill>
                <a:srgbClr val="D64045"/>
              </a:solidFill>
              <a:prstDash val="solid"/>
            </a:ln>
          </p:spPr>
        </p:sp>
        <p:sp>
          <p:nvSpPr>
            <p:cNvPr id="28" name="Text 26"/>
            <p:cNvSpPr/>
            <p:nvPr/>
          </p:nvSpPr>
          <p:spPr>
            <a:xfrm>
              <a:off x="6782116" y="4047744"/>
              <a:ext cx="4922204" cy="440925"/>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Trudniejsza ocena kontekstu i bezpieczeństwa</a:t>
              </a:r>
              <a:endParaRPr lang="pl-PL" sz="2000" dirty="0"/>
            </a:p>
          </p:txBody>
        </p:sp>
        <p:sp>
          <p:nvSpPr>
            <p:cNvPr id="29" name="Shape 27"/>
            <p:cNvSpPr/>
            <p:nvPr/>
          </p:nvSpPr>
          <p:spPr>
            <a:xfrm>
              <a:off x="6461760" y="4828032"/>
              <a:ext cx="243840" cy="243840"/>
            </a:xfrm>
            <a:prstGeom prst="ellipse">
              <a:avLst/>
            </a:prstGeom>
            <a:solidFill>
              <a:srgbClr val="D64045"/>
            </a:solidFill>
            <a:ln w="12700">
              <a:solidFill>
                <a:srgbClr val="D64045"/>
              </a:solidFill>
              <a:prstDash val="solid"/>
            </a:ln>
          </p:spPr>
        </p:sp>
        <p:sp>
          <p:nvSpPr>
            <p:cNvPr id="30" name="Text 28"/>
            <p:cNvSpPr/>
            <p:nvPr/>
          </p:nvSpPr>
          <p:spPr>
            <a:xfrm>
              <a:off x="6782116" y="4718304"/>
              <a:ext cx="4922204" cy="440925"/>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Mniejsza kontrola nad jakością kontaktu</a:t>
              </a:r>
              <a:endParaRPr lang="pl-PL" sz="2000" dirty="0"/>
            </a:p>
          </p:txBody>
        </p:sp>
      </p:grpSp>
      <p:sp>
        <p:nvSpPr>
          <p:cNvPr id="31" name="Shape 29"/>
          <p:cNvSpPr/>
          <p:nvPr/>
        </p:nvSpPr>
        <p:spPr>
          <a:xfrm>
            <a:off x="487680" y="5681491"/>
            <a:ext cx="11216640" cy="670560"/>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1900">
                <a:solidFill>
                  <a:srgbClr val="1E2761"/>
                </a:solidFill>
                <a:latin typeface="Cambria Math" panose="02040503050406030204" pitchFamily="18" charset="0"/>
                <a:ea typeface="Cambria Math" panose="02040503050406030204" pitchFamily="18" charset="0"/>
                <a:cs typeface="Calibri" pitchFamily="34" charset="-120"/>
              </a:rPr>
              <a:t>Żadna z tych korzyści i kosztów nie jest absolutna, bo wszystko zależy od klienta, problemu i kontekstu</a:t>
            </a:r>
            <a:endParaRPr lang="pl-PL" sz="1900">
              <a:latin typeface="Cambria Math" panose="02040503050406030204" pitchFamily="18" charset="0"/>
              <a:ea typeface="Cambria Math" panose="02040503050406030204" pitchFamily="18" charset="0"/>
            </a:endParaRPr>
          </a:p>
        </p:txBody>
      </p:sp>
      <p:grpSp>
        <p:nvGrpSpPr>
          <p:cNvPr id="33" name="Grupa 32"/>
          <p:cNvGrpSpPr/>
          <p:nvPr/>
        </p:nvGrpSpPr>
        <p:grpSpPr>
          <a:xfrm>
            <a:off x="0" y="0"/>
            <a:ext cx="12192000" cy="1080000"/>
            <a:chOff x="0" y="0"/>
            <a:chExt cx="12192000" cy="1219200"/>
          </a:xfrm>
        </p:grpSpPr>
        <p:sp>
          <p:nvSpPr>
            <p:cNvPr id="34" name="Shape 0"/>
            <p:cNvSpPr/>
            <p:nvPr/>
          </p:nvSpPr>
          <p:spPr>
            <a:xfrm>
              <a:off x="0" y="0"/>
              <a:ext cx="12192000" cy="1219200"/>
            </a:xfrm>
            <a:prstGeom prst="rect">
              <a:avLst/>
            </a:prstGeom>
            <a:solidFill>
              <a:srgbClr val="1E2761"/>
            </a:solidFill>
            <a:ln w="12700">
              <a:solidFill>
                <a:srgbClr val="1E2761"/>
              </a:solidFill>
              <a:prstDash val="solid"/>
            </a:ln>
          </p:spPr>
        </p:sp>
        <p:sp>
          <p:nvSpPr>
            <p:cNvPr id="35" name="Text 1"/>
            <p:cNvSpPr/>
            <p:nvPr/>
          </p:nvSpPr>
          <p:spPr>
            <a:xfrm>
              <a:off x="540000" y="40640"/>
              <a:ext cx="1080000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KORZYŚCI I KOSZTY CYFROWEJ MEDIACJI</a:t>
              </a:r>
              <a:endParaRPr lang="en-US" sz="2400"/>
            </a:p>
          </p:txBody>
        </p:sp>
        <p:sp>
          <p:nvSpPr>
            <p:cNvPr id="36" name="Text 2"/>
            <p:cNvSpPr/>
            <p:nvPr/>
          </p:nvSpPr>
          <p:spPr>
            <a:xfrm>
              <a:off x="540000" y="731520"/>
              <a:ext cx="10836000" cy="406400"/>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Znaczenie każdego punktu zależy od konkretnego klienta i kontekstu</a:t>
              </a:r>
            </a:p>
          </p:txBody>
        </p:sp>
      </p:grpSp>
    </p:spTree>
    <p:extLst>
      <p:ext uri="{BB962C8B-B14F-4D97-AF65-F5344CB8AC3E}">
        <p14:creationId xmlns:p14="http://schemas.microsoft.com/office/powerpoint/2010/main" val="228476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DLA KOGO E-TERAPIA MOŻE BYĆ SZCZEGÓLNIE UŻYTECZNA?</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Sześć grup, dla których zdalność jest realną korzyścią kliniczną</a:t>
            </a:r>
            <a:endParaRPr lang="en-US" sz="1400"/>
          </a:p>
        </p:txBody>
      </p:sp>
      <p:sp>
        <p:nvSpPr>
          <p:cNvPr id="5" name="Shape 3"/>
          <p:cNvSpPr/>
          <p:nvPr/>
        </p:nvSpPr>
        <p:spPr>
          <a:xfrm>
            <a:off x="487680" y="1341120"/>
            <a:ext cx="3621024" cy="1975104"/>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6" name="Shape 4"/>
          <p:cNvSpPr/>
          <p:nvPr/>
        </p:nvSpPr>
        <p:spPr>
          <a:xfrm>
            <a:off x="633984" y="1487424"/>
            <a:ext cx="512064" cy="512064"/>
          </a:xfrm>
          <a:prstGeom prst="roundRect">
            <a:avLst>
              <a:gd name="adj" fmla="val 19048"/>
            </a:avLst>
          </a:prstGeom>
          <a:solidFill>
            <a:srgbClr val="1E2761"/>
          </a:solidFill>
          <a:ln/>
        </p:spPr>
      </p:sp>
      <p:sp>
        <p:nvSpPr>
          <p:cNvPr id="7" name="Text 5"/>
          <p:cNvSpPr/>
          <p:nvPr/>
        </p:nvSpPr>
        <p:spPr>
          <a:xfrm>
            <a:off x="633984" y="1487424"/>
            <a:ext cx="512064" cy="512064"/>
          </a:xfrm>
          <a:prstGeom prst="rect">
            <a:avLst/>
          </a:prstGeom>
          <a:noFill/>
          <a:ln/>
        </p:spPr>
        <p:txBody>
          <a:bodyPr wrap="square" rtlCol="0" anchor="ctr"/>
          <a:lstStyle/>
          <a:p>
            <a:pPr algn="ctr"/>
            <a:r>
              <a:rPr lang="en-US" sz="1733" b="1">
                <a:solidFill>
                  <a:srgbClr val="FFFFFF"/>
                </a:solidFill>
                <a:latin typeface="Cambria" pitchFamily="34" charset="0"/>
                <a:ea typeface="Cambria" pitchFamily="34" charset="-122"/>
                <a:cs typeface="Cambria" pitchFamily="34" charset="-120"/>
              </a:rPr>
              <a:t>1</a:t>
            </a:r>
            <a:endParaRPr lang="en-US" sz="1733"/>
          </a:p>
        </p:txBody>
      </p:sp>
      <p:sp>
        <p:nvSpPr>
          <p:cNvPr id="8" name="Text 6"/>
          <p:cNvSpPr/>
          <p:nvPr/>
        </p:nvSpPr>
        <p:spPr>
          <a:xfrm>
            <a:off x="1254668" y="1487424"/>
            <a:ext cx="2583965" cy="512064"/>
          </a:xfrm>
          <a:prstGeom prst="rect">
            <a:avLst/>
          </a:prstGeom>
          <a:noFill/>
          <a:ln/>
        </p:spPr>
        <p:txBody>
          <a:bodyPr wrap="square" rtlCol="0" anchor="ctr"/>
          <a:lstStyle/>
          <a:p>
            <a:r>
              <a:rPr lang="pl-PL" sz="2000" b="1" dirty="0" smtClean="0">
                <a:solidFill>
                  <a:srgbClr val="1A1F3C"/>
                </a:solidFill>
                <a:latin typeface="Cambria" pitchFamily="34" charset="0"/>
                <a:ea typeface="Cambria" pitchFamily="34" charset="-122"/>
                <a:cs typeface="Cambria" pitchFamily="34" charset="-120"/>
              </a:rPr>
              <a:t>Ograniczona mobilność</a:t>
            </a:r>
            <a:endParaRPr lang="pl-PL" sz="2000" dirty="0"/>
          </a:p>
        </p:txBody>
      </p:sp>
      <p:sp>
        <p:nvSpPr>
          <p:cNvPr id="9" name="Text 7"/>
          <p:cNvSpPr/>
          <p:nvPr/>
        </p:nvSpPr>
        <p:spPr>
          <a:xfrm>
            <a:off x="719328" y="2304288"/>
            <a:ext cx="3279648" cy="585216"/>
          </a:xfrm>
          <a:prstGeom prst="rect">
            <a:avLst/>
          </a:prstGeom>
          <a:noFill/>
          <a:ln/>
        </p:spPr>
        <p:txBody>
          <a:bodyPr wrap="square" rtlCol="0" anchor="ctr"/>
          <a:lstStyle/>
          <a:p>
            <a:r>
              <a:rPr lang="pl-PL" sz="2000" dirty="0">
                <a:solidFill>
                  <a:srgbClr val="4A5280"/>
                </a:solidFill>
                <a:latin typeface="Calibri" pitchFamily="34" charset="0"/>
                <a:ea typeface="Calibri" pitchFamily="34" charset="-122"/>
                <a:cs typeface="Calibri" pitchFamily="34" charset="-120"/>
              </a:rPr>
              <a:t>Bariery fizyczne lub wynikające </a:t>
            </a:r>
            <a:r>
              <a:rPr lang="pl-PL" sz="2000" dirty="0" smtClean="0">
                <a:solidFill>
                  <a:srgbClr val="4A5280"/>
                </a:solidFill>
                <a:latin typeface="Calibri" pitchFamily="34" charset="0"/>
                <a:ea typeface="Calibri" pitchFamily="34" charset="-122"/>
                <a:cs typeface="Calibri" pitchFamily="34" charset="-120"/>
              </a:rPr>
              <a:t>ze </a:t>
            </a:r>
            <a:r>
              <a:rPr lang="pl-PL" sz="2000" dirty="0">
                <a:solidFill>
                  <a:srgbClr val="4A5280"/>
                </a:solidFill>
                <a:latin typeface="Calibri" pitchFamily="34" charset="0"/>
                <a:ea typeface="Calibri" pitchFamily="34" charset="-122"/>
                <a:cs typeface="Calibri" pitchFamily="34" charset="-120"/>
              </a:rPr>
              <a:t>stanu zdrowia</a:t>
            </a:r>
          </a:p>
        </p:txBody>
      </p:sp>
      <p:sp>
        <p:nvSpPr>
          <p:cNvPr id="10" name="Shape 8"/>
          <p:cNvSpPr/>
          <p:nvPr/>
        </p:nvSpPr>
        <p:spPr>
          <a:xfrm>
            <a:off x="4279392" y="1341120"/>
            <a:ext cx="3621024" cy="1975104"/>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11" name="Shape 9"/>
          <p:cNvSpPr/>
          <p:nvPr/>
        </p:nvSpPr>
        <p:spPr>
          <a:xfrm>
            <a:off x="4425696" y="1487424"/>
            <a:ext cx="512064" cy="512064"/>
          </a:xfrm>
          <a:prstGeom prst="roundRect">
            <a:avLst>
              <a:gd name="adj" fmla="val 19048"/>
            </a:avLst>
          </a:prstGeom>
          <a:solidFill>
            <a:srgbClr val="2D3B8E"/>
          </a:solidFill>
          <a:ln/>
        </p:spPr>
      </p:sp>
      <p:sp>
        <p:nvSpPr>
          <p:cNvPr id="12" name="Text 10"/>
          <p:cNvSpPr/>
          <p:nvPr/>
        </p:nvSpPr>
        <p:spPr>
          <a:xfrm>
            <a:off x="4425696" y="1487424"/>
            <a:ext cx="512064" cy="512064"/>
          </a:xfrm>
          <a:prstGeom prst="rect">
            <a:avLst/>
          </a:prstGeom>
          <a:noFill/>
          <a:ln/>
        </p:spPr>
        <p:txBody>
          <a:bodyPr wrap="square" rtlCol="0" anchor="ctr"/>
          <a:lstStyle/>
          <a:p>
            <a:pPr algn="ctr"/>
            <a:r>
              <a:rPr lang="en-US" sz="1733" b="1">
                <a:solidFill>
                  <a:srgbClr val="FFFFFF"/>
                </a:solidFill>
                <a:latin typeface="Cambria" pitchFamily="34" charset="0"/>
                <a:ea typeface="Cambria" pitchFamily="34" charset="-122"/>
                <a:cs typeface="Cambria" pitchFamily="34" charset="-120"/>
              </a:rPr>
              <a:t>2</a:t>
            </a:r>
            <a:endParaRPr lang="en-US" sz="1733"/>
          </a:p>
        </p:txBody>
      </p:sp>
      <p:sp>
        <p:nvSpPr>
          <p:cNvPr id="13" name="Text 11"/>
          <p:cNvSpPr/>
          <p:nvPr/>
        </p:nvSpPr>
        <p:spPr>
          <a:xfrm>
            <a:off x="5084064" y="1487424"/>
            <a:ext cx="2546281" cy="512064"/>
          </a:xfrm>
          <a:prstGeom prst="rect">
            <a:avLst/>
          </a:prstGeom>
          <a:noFill/>
          <a:ln/>
        </p:spPr>
        <p:txBody>
          <a:bodyPr wrap="square" rtlCol="0" anchor="ctr"/>
          <a:lstStyle/>
          <a:p>
            <a:r>
              <a:rPr lang="pl-PL" sz="2000" b="1" dirty="0" smtClean="0">
                <a:solidFill>
                  <a:srgbClr val="1A1F3C"/>
                </a:solidFill>
                <a:latin typeface="Cambria" pitchFamily="34" charset="0"/>
                <a:ea typeface="Cambria" pitchFamily="34" charset="-122"/>
                <a:cs typeface="Cambria" pitchFamily="34" charset="-120"/>
              </a:rPr>
              <a:t>Odległość </a:t>
            </a:r>
            <a:br>
              <a:rPr lang="pl-PL" sz="2000" b="1" dirty="0" smtClean="0">
                <a:solidFill>
                  <a:srgbClr val="1A1F3C"/>
                </a:solidFill>
                <a:latin typeface="Cambria" pitchFamily="34" charset="0"/>
                <a:ea typeface="Cambria" pitchFamily="34" charset="-122"/>
                <a:cs typeface="Cambria" pitchFamily="34" charset="-120"/>
              </a:rPr>
            </a:br>
            <a:r>
              <a:rPr lang="pl-PL" sz="2000" b="1" dirty="0" smtClean="0">
                <a:solidFill>
                  <a:srgbClr val="1A1F3C"/>
                </a:solidFill>
                <a:latin typeface="Cambria" pitchFamily="34" charset="0"/>
                <a:ea typeface="Cambria" pitchFamily="34" charset="-122"/>
                <a:cs typeface="Cambria" pitchFamily="34" charset="-120"/>
              </a:rPr>
              <a:t>od specjalisty</a:t>
            </a:r>
            <a:endParaRPr lang="pl-PL" sz="2000" dirty="0"/>
          </a:p>
        </p:txBody>
      </p:sp>
      <p:sp>
        <p:nvSpPr>
          <p:cNvPr id="14" name="Text 12"/>
          <p:cNvSpPr/>
          <p:nvPr/>
        </p:nvSpPr>
        <p:spPr>
          <a:xfrm>
            <a:off x="4511040" y="2304288"/>
            <a:ext cx="3279648" cy="585216"/>
          </a:xfrm>
          <a:prstGeom prst="rect">
            <a:avLst/>
          </a:prstGeom>
          <a:noFill/>
          <a:ln/>
        </p:spPr>
        <p:txBody>
          <a:bodyPr wrap="square" rtlCol="0" anchor="ctr"/>
          <a:lstStyle/>
          <a:p>
            <a:r>
              <a:rPr lang="pl-PL" sz="2000" dirty="0" smtClean="0">
                <a:solidFill>
                  <a:srgbClr val="4A5280"/>
                </a:solidFill>
                <a:latin typeface="Calibri" pitchFamily="34" charset="0"/>
                <a:ea typeface="Calibri" pitchFamily="34" charset="-122"/>
                <a:cs typeface="Calibri" pitchFamily="34" charset="-120"/>
              </a:rPr>
              <a:t>Małe miejscowości, brak lokalnej oferty pomocy</a:t>
            </a:r>
            <a:endParaRPr lang="pl-PL" sz="2000" dirty="0"/>
          </a:p>
        </p:txBody>
      </p:sp>
      <p:sp>
        <p:nvSpPr>
          <p:cNvPr id="15" name="Shape 13"/>
          <p:cNvSpPr/>
          <p:nvPr/>
        </p:nvSpPr>
        <p:spPr>
          <a:xfrm>
            <a:off x="8071104" y="1341120"/>
            <a:ext cx="3621024" cy="1975104"/>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16" name="Shape 14"/>
          <p:cNvSpPr/>
          <p:nvPr/>
        </p:nvSpPr>
        <p:spPr>
          <a:xfrm>
            <a:off x="8217408" y="1487424"/>
            <a:ext cx="512064" cy="512064"/>
          </a:xfrm>
          <a:prstGeom prst="roundRect">
            <a:avLst>
              <a:gd name="adj" fmla="val 19048"/>
            </a:avLst>
          </a:prstGeom>
          <a:solidFill>
            <a:srgbClr val="5B8FF9"/>
          </a:solidFill>
          <a:ln/>
        </p:spPr>
      </p:sp>
      <p:sp>
        <p:nvSpPr>
          <p:cNvPr id="17" name="Text 15"/>
          <p:cNvSpPr/>
          <p:nvPr/>
        </p:nvSpPr>
        <p:spPr>
          <a:xfrm>
            <a:off x="8217408" y="1487424"/>
            <a:ext cx="512064" cy="512064"/>
          </a:xfrm>
          <a:prstGeom prst="rect">
            <a:avLst/>
          </a:prstGeom>
          <a:noFill/>
          <a:ln/>
        </p:spPr>
        <p:txBody>
          <a:bodyPr wrap="square" rtlCol="0" anchor="ctr"/>
          <a:lstStyle/>
          <a:p>
            <a:pPr algn="ctr"/>
            <a:r>
              <a:rPr lang="en-US" sz="1733" b="1">
                <a:solidFill>
                  <a:srgbClr val="FFFFFF"/>
                </a:solidFill>
                <a:latin typeface="Cambria" pitchFamily="34" charset="0"/>
                <a:ea typeface="Cambria" pitchFamily="34" charset="-122"/>
                <a:cs typeface="Cambria" pitchFamily="34" charset="-120"/>
              </a:rPr>
              <a:t>3</a:t>
            </a:r>
            <a:endParaRPr lang="en-US" sz="1733"/>
          </a:p>
        </p:txBody>
      </p:sp>
      <p:sp>
        <p:nvSpPr>
          <p:cNvPr id="18" name="Text 16"/>
          <p:cNvSpPr/>
          <p:nvPr/>
        </p:nvSpPr>
        <p:spPr>
          <a:xfrm>
            <a:off x="8875776" y="1487424"/>
            <a:ext cx="2706624" cy="512064"/>
          </a:xfrm>
          <a:prstGeom prst="rect">
            <a:avLst/>
          </a:prstGeom>
          <a:noFill/>
          <a:ln/>
        </p:spPr>
        <p:txBody>
          <a:bodyPr wrap="square" rtlCol="0" anchor="ctr"/>
          <a:lstStyle/>
          <a:p>
            <a:pPr>
              <a:lnSpc>
                <a:spcPct val="110000"/>
              </a:lnSpc>
            </a:pPr>
            <a:r>
              <a:rPr lang="pl-PL" sz="2000" b="1" dirty="0" smtClean="0">
                <a:solidFill>
                  <a:srgbClr val="1A1F3C"/>
                </a:solidFill>
                <a:latin typeface="Cambria" pitchFamily="34" charset="0"/>
                <a:ea typeface="Cambria" pitchFamily="34" charset="-122"/>
                <a:cs typeface="Cambria" pitchFamily="34" charset="-120"/>
              </a:rPr>
              <a:t>Studenci, </a:t>
            </a:r>
            <a:br>
              <a:rPr lang="pl-PL" sz="2000" b="1" dirty="0" smtClean="0">
                <a:solidFill>
                  <a:srgbClr val="1A1F3C"/>
                </a:solidFill>
                <a:latin typeface="Cambria" pitchFamily="34" charset="0"/>
                <a:ea typeface="Cambria" pitchFamily="34" charset="-122"/>
                <a:cs typeface="Cambria" pitchFamily="34" charset="-120"/>
              </a:rPr>
            </a:br>
            <a:r>
              <a:rPr lang="pl-PL" sz="2000" b="1" dirty="0" smtClean="0">
                <a:solidFill>
                  <a:srgbClr val="1A1F3C"/>
                </a:solidFill>
                <a:latin typeface="Cambria" pitchFamily="34" charset="0"/>
                <a:ea typeface="Cambria" pitchFamily="34" charset="-122"/>
                <a:cs typeface="Cambria" pitchFamily="34" charset="-120"/>
              </a:rPr>
              <a:t>ruchliwy tryb życia</a:t>
            </a:r>
            <a:endParaRPr lang="pl-PL" sz="2000" dirty="0"/>
          </a:p>
        </p:txBody>
      </p:sp>
      <p:sp>
        <p:nvSpPr>
          <p:cNvPr id="19" name="Text 17"/>
          <p:cNvSpPr/>
          <p:nvPr/>
        </p:nvSpPr>
        <p:spPr>
          <a:xfrm>
            <a:off x="8302752" y="2304288"/>
            <a:ext cx="3279648" cy="585216"/>
          </a:xfrm>
          <a:prstGeom prst="rect">
            <a:avLst/>
          </a:prstGeom>
          <a:noFill/>
          <a:ln/>
        </p:spPr>
        <p:txBody>
          <a:bodyPr wrap="square" rtlCol="0" anchor="ctr"/>
          <a:lstStyle/>
          <a:p>
            <a:r>
              <a:rPr lang="pl-PL" sz="2000">
                <a:solidFill>
                  <a:srgbClr val="4A5280"/>
                </a:solidFill>
                <a:latin typeface="Calibri" pitchFamily="34" charset="0"/>
                <a:ea typeface="Calibri" pitchFamily="34" charset="-122"/>
                <a:cs typeface="Calibri" pitchFamily="34" charset="-120"/>
              </a:rPr>
              <a:t>Częste zmiany miejsca zamieszkania</a:t>
            </a:r>
            <a:endParaRPr lang="pl-PL" sz="2000"/>
          </a:p>
        </p:txBody>
      </p:sp>
      <p:sp>
        <p:nvSpPr>
          <p:cNvPr id="20" name="Shape 18"/>
          <p:cNvSpPr/>
          <p:nvPr/>
        </p:nvSpPr>
        <p:spPr>
          <a:xfrm>
            <a:off x="487680" y="3511296"/>
            <a:ext cx="3621024" cy="1975104"/>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21" name="Shape 19"/>
          <p:cNvSpPr/>
          <p:nvPr/>
        </p:nvSpPr>
        <p:spPr>
          <a:xfrm>
            <a:off x="633984" y="3657600"/>
            <a:ext cx="512064" cy="512064"/>
          </a:xfrm>
          <a:prstGeom prst="roundRect">
            <a:avLst>
              <a:gd name="adj" fmla="val 19048"/>
            </a:avLst>
          </a:prstGeom>
          <a:solidFill>
            <a:srgbClr val="2D7DD2"/>
          </a:solidFill>
          <a:ln/>
        </p:spPr>
      </p:sp>
      <p:sp>
        <p:nvSpPr>
          <p:cNvPr id="22" name="Text 20"/>
          <p:cNvSpPr/>
          <p:nvPr/>
        </p:nvSpPr>
        <p:spPr>
          <a:xfrm>
            <a:off x="633984" y="3657600"/>
            <a:ext cx="512064" cy="512064"/>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4</a:t>
            </a:r>
            <a:endParaRPr lang="en-US" sz="2400"/>
          </a:p>
        </p:txBody>
      </p:sp>
      <p:sp>
        <p:nvSpPr>
          <p:cNvPr id="23" name="Text 21"/>
          <p:cNvSpPr/>
          <p:nvPr/>
        </p:nvSpPr>
        <p:spPr>
          <a:xfrm>
            <a:off x="1254668" y="3657600"/>
            <a:ext cx="2583965" cy="512064"/>
          </a:xfrm>
          <a:prstGeom prst="rect">
            <a:avLst/>
          </a:prstGeom>
          <a:noFill/>
          <a:ln/>
        </p:spPr>
        <p:txBody>
          <a:bodyPr wrap="square" rtlCol="0" anchor="ctr"/>
          <a:lstStyle/>
          <a:p>
            <a:r>
              <a:rPr lang="pl-PL" sz="2000" b="1" dirty="0" smtClean="0">
                <a:solidFill>
                  <a:srgbClr val="1A1F3C"/>
                </a:solidFill>
                <a:latin typeface="Cambria" pitchFamily="34" charset="0"/>
                <a:ea typeface="Cambria" pitchFamily="34" charset="-122"/>
                <a:cs typeface="Cambria" pitchFamily="34" charset="-120"/>
              </a:rPr>
              <a:t>Lęk społeczny</a:t>
            </a:r>
            <a:endParaRPr lang="pl-PL" sz="2000" dirty="0"/>
          </a:p>
        </p:txBody>
      </p:sp>
      <p:sp>
        <p:nvSpPr>
          <p:cNvPr id="24" name="Text 22"/>
          <p:cNvSpPr/>
          <p:nvPr/>
        </p:nvSpPr>
        <p:spPr>
          <a:xfrm>
            <a:off x="719328" y="4474464"/>
            <a:ext cx="3279648" cy="585216"/>
          </a:xfrm>
          <a:prstGeom prst="rect">
            <a:avLst/>
          </a:prstGeom>
          <a:noFill/>
          <a:ln/>
        </p:spPr>
        <p:txBody>
          <a:bodyPr wrap="square" rtlCol="0" anchor="ctr"/>
          <a:lstStyle/>
          <a:p>
            <a:r>
              <a:rPr lang="pl-PL" sz="2000" dirty="0">
                <a:solidFill>
                  <a:srgbClr val="4A5280"/>
                </a:solidFill>
                <a:latin typeface="Calibri" pitchFamily="34" charset="0"/>
                <a:ea typeface="Calibri" pitchFamily="34" charset="-122"/>
                <a:cs typeface="Calibri" pitchFamily="34" charset="-120"/>
              </a:rPr>
              <a:t>Łatwiejszy pierwszy kontakt niż wizyta w gabinecie</a:t>
            </a:r>
            <a:endParaRPr lang="pl-PL" sz="2000" dirty="0"/>
          </a:p>
        </p:txBody>
      </p:sp>
      <p:sp>
        <p:nvSpPr>
          <p:cNvPr id="25" name="Shape 23"/>
          <p:cNvSpPr/>
          <p:nvPr/>
        </p:nvSpPr>
        <p:spPr>
          <a:xfrm>
            <a:off x="4279392" y="3511296"/>
            <a:ext cx="3621024" cy="1975104"/>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26" name="Shape 24"/>
          <p:cNvSpPr/>
          <p:nvPr/>
        </p:nvSpPr>
        <p:spPr>
          <a:xfrm>
            <a:off x="4425696" y="3657600"/>
            <a:ext cx="512064" cy="512064"/>
          </a:xfrm>
          <a:prstGeom prst="roundRect">
            <a:avLst>
              <a:gd name="adj" fmla="val 19048"/>
            </a:avLst>
          </a:prstGeom>
          <a:solidFill>
            <a:srgbClr val="3ECFB2"/>
          </a:solidFill>
          <a:ln/>
        </p:spPr>
      </p:sp>
      <p:sp>
        <p:nvSpPr>
          <p:cNvPr id="27" name="Text 25"/>
          <p:cNvSpPr/>
          <p:nvPr/>
        </p:nvSpPr>
        <p:spPr>
          <a:xfrm>
            <a:off x="4425696" y="3657600"/>
            <a:ext cx="512064" cy="512064"/>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5</a:t>
            </a:r>
            <a:endParaRPr lang="en-US" sz="2400"/>
          </a:p>
        </p:txBody>
      </p:sp>
      <p:sp>
        <p:nvSpPr>
          <p:cNvPr id="28" name="Text 26"/>
          <p:cNvSpPr/>
          <p:nvPr/>
        </p:nvSpPr>
        <p:spPr>
          <a:xfrm>
            <a:off x="5046380" y="3657600"/>
            <a:ext cx="2744308" cy="512064"/>
          </a:xfrm>
          <a:prstGeom prst="rect">
            <a:avLst/>
          </a:prstGeom>
          <a:noFill/>
          <a:ln/>
        </p:spPr>
        <p:txBody>
          <a:bodyPr wrap="square" rtlCol="0" anchor="ctr"/>
          <a:lstStyle/>
          <a:p>
            <a:pPr>
              <a:lnSpc>
                <a:spcPct val="110000"/>
              </a:lnSpc>
            </a:pPr>
            <a:r>
              <a:rPr lang="pl-PL" b="1" dirty="0">
                <a:solidFill>
                  <a:srgbClr val="1A1F3C"/>
                </a:solidFill>
                <a:latin typeface="Cambria" pitchFamily="34" charset="0"/>
                <a:ea typeface="Cambria" pitchFamily="34" charset="-122"/>
                <a:cs typeface="Cambria" pitchFamily="34" charset="-120"/>
              </a:rPr>
              <a:t>Kontynuacja przy przeprowadzce</a:t>
            </a:r>
          </a:p>
        </p:txBody>
      </p:sp>
      <p:sp>
        <p:nvSpPr>
          <p:cNvPr id="29" name="Text 27"/>
          <p:cNvSpPr/>
          <p:nvPr/>
        </p:nvSpPr>
        <p:spPr>
          <a:xfrm>
            <a:off x="4511040" y="4474464"/>
            <a:ext cx="3279648" cy="585216"/>
          </a:xfrm>
          <a:prstGeom prst="rect">
            <a:avLst/>
          </a:prstGeom>
          <a:noFill/>
          <a:ln/>
        </p:spPr>
        <p:txBody>
          <a:bodyPr wrap="square" rtlCol="0" anchor="ctr"/>
          <a:lstStyle/>
          <a:p>
            <a:r>
              <a:rPr lang="pl-PL" sz="2000">
                <a:solidFill>
                  <a:srgbClr val="4A5280"/>
                </a:solidFill>
                <a:latin typeface="Calibri" pitchFamily="34" charset="0"/>
                <a:ea typeface="Calibri" pitchFamily="34" charset="-122"/>
                <a:cs typeface="Calibri" pitchFamily="34" charset="-120"/>
              </a:rPr>
              <a:t>Zachowanie ciągłości procesu terapeutycznego</a:t>
            </a:r>
          </a:p>
        </p:txBody>
      </p:sp>
      <p:sp>
        <p:nvSpPr>
          <p:cNvPr id="30" name="Shape 28"/>
          <p:cNvSpPr/>
          <p:nvPr/>
        </p:nvSpPr>
        <p:spPr>
          <a:xfrm>
            <a:off x="8071104" y="3511296"/>
            <a:ext cx="3621024" cy="1975104"/>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31" name="Shape 29"/>
          <p:cNvSpPr/>
          <p:nvPr/>
        </p:nvSpPr>
        <p:spPr>
          <a:xfrm>
            <a:off x="8217408" y="3657600"/>
            <a:ext cx="512064" cy="512064"/>
          </a:xfrm>
          <a:prstGeom prst="roundRect">
            <a:avLst>
              <a:gd name="adj" fmla="val 19048"/>
            </a:avLst>
          </a:prstGeom>
          <a:solidFill>
            <a:srgbClr val="3A9F6E"/>
          </a:solidFill>
          <a:ln/>
        </p:spPr>
      </p:sp>
      <p:sp>
        <p:nvSpPr>
          <p:cNvPr id="32" name="Text 30"/>
          <p:cNvSpPr/>
          <p:nvPr/>
        </p:nvSpPr>
        <p:spPr>
          <a:xfrm>
            <a:off x="8217408" y="3657600"/>
            <a:ext cx="512064" cy="512064"/>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6</a:t>
            </a:r>
            <a:endParaRPr lang="en-US" sz="2400"/>
          </a:p>
        </p:txBody>
      </p:sp>
      <p:sp>
        <p:nvSpPr>
          <p:cNvPr id="33" name="Text 31"/>
          <p:cNvSpPr/>
          <p:nvPr/>
        </p:nvSpPr>
        <p:spPr>
          <a:xfrm>
            <a:off x="8838092" y="3657600"/>
            <a:ext cx="2583965" cy="512064"/>
          </a:xfrm>
          <a:prstGeom prst="rect">
            <a:avLst/>
          </a:prstGeom>
          <a:noFill/>
          <a:ln/>
        </p:spPr>
        <p:txBody>
          <a:bodyPr wrap="square" rtlCol="0" anchor="ctr"/>
          <a:lstStyle/>
          <a:p>
            <a:pPr>
              <a:lnSpc>
                <a:spcPct val="110000"/>
              </a:lnSpc>
            </a:pPr>
            <a:r>
              <a:rPr lang="en-US" sz="2000" b="1">
                <a:solidFill>
                  <a:srgbClr val="1A1F3C"/>
                </a:solidFill>
                <a:latin typeface="Cambria" pitchFamily="34" charset="0"/>
                <a:ea typeface="Cambria" pitchFamily="34" charset="-122"/>
                <a:cs typeface="Cambria" pitchFamily="34" charset="-120"/>
              </a:rPr>
              <a:t>Częste monitorowanie</a:t>
            </a:r>
            <a:endParaRPr lang="en-US" sz="2000"/>
          </a:p>
        </p:txBody>
      </p:sp>
      <p:sp>
        <p:nvSpPr>
          <p:cNvPr id="34" name="Text 32"/>
          <p:cNvSpPr/>
          <p:nvPr/>
        </p:nvSpPr>
        <p:spPr>
          <a:xfrm>
            <a:off x="8132064" y="4474464"/>
            <a:ext cx="3511296" cy="780288"/>
          </a:xfrm>
          <a:prstGeom prst="rect">
            <a:avLst/>
          </a:prstGeom>
          <a:noFill/>
          <a:ln/>
        </p:spPr>
        <p:txBody>
          <a:bodyPr wrap="square" rtlCol="0" anchor="ctr"/>
          <a:lstStyle/>
          <a:p>
            <a:r>
              <a:rPr lang="pl-PL" sz="2000" dirty="0">
                <a:solidFill>
                  <a:srgbClr val="4A5280"/>
                </a:solidFill>
                <a:latin typeface="Calibri" pitchFamily="34" charset="0"/>
                <a:ea typeface="Calibri" pitchFamily="34" charset="-122"/>
                <a:cs typeface="Calibri" pitchFamily="34" charset="-120"/>
              </a:rPr>
              <a:t>Krótki, regularny kontakt logistycznie niemożliwy </a:t>
            </a:r>
            <a:r>
              <a:rPr lang="pl-PL" sz="2000" dirty="0" smtClean="0">
                <a:solidFill>
                  <a:srgbClr val="4A5280"/>
                </a:solidFill>
                <a:latin typeface="Calibri" pitchFamily="34" charset="0"/>
                <a:ea typeface="Calibri" pitchFamily="34" charset="-122"/>
                <a:cs typeface="Calibri" pitchFamily="34" charset="-120"/>
              </a:rPr>
              <a:t>stacjonarnie</a:t>
            </a:r>
            <a:endParaRPr lang="pl-PL" sz="2000" dirty="0">
              <a:solidFill>
                <a:srgbClr val="4A5280"/>
              </a:solidFill>
              <a:latin typeface="Calibri" pitchFamily="34" charset="0"/>
              <a:ea typeface="Calibri" pitchFamily="34" charset="-122"/>
              <a:cs typeface="Calibri" pitchFamily="34" charset="-120"/>
            </a:endParaRPr>
          </a:p>
        </p:txBody>
      </p:sp>
      <p:sp>
        <p:nvSpPr>
          <p:cNvPr id="35" name="Shape 33"/>
          <p:cNvSpPr/>
          <p:nvPr/>
        </p:nvSpPr>
        <p:spPr>
          <a:xfrm>
            <a:off x="487680" y="5681472"/>
            <a:ext cx="11216640" cy="670560"/>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2400">
                <a:solidFill>
                  <a:srgbClr val="1E2761"/>
                </a:solidFill>
                <a:latin typeface="Cambria Math" panose="02040503050406030204" pitchFamily="18" charset="0"/>
                <a:ea typeface="Cambria Math" panose="02040503050406030204" pitchFamily="18" charset="0"/>
                <a:cs typeface="Calibri" pitchFamily="34" charset="-120"/>
              </a:rPr>
              <a:t>E-terapia nie jest uniwersalnie lepsza. Jest lepsza dla konkretnych barier i potrzeb.</a:t>
            </a:r>
          </a:p>
        </p:txBody>
      </p:sp>
    </p:spTree>
    <p:extLst>
      <p:ext uri="{BB962C8B-B14F-4D97-AF65-F5344CB8AC3E}">
        <p14:creationId xmlns:p14="http://schemas.microsoft.com/office/powerpoint/2010/main" val="3148511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KIEDY E-TERAPIA MOŻE BYĆ NIEWYSTARCZAJĄCA?</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Rozpoznanie przeciwwskazania jest tak samo ważną kompetencją jak prowadzenie terapii</a:t>
            </a:r>
            <a:endParaRPr lang="en-US" sz="1400"/>
          </a:p>
        </p:txBody>
      </p:sp>
      <p:sp>
        <p:nvSpPr>
          <p:cNvPr id="5" name="Shape 3"/>
          <p:cNvSpPr/>
          <p:nvPr/>
        </p:nvSpPr>
        <p:spPr>
          <a:xfrm>
            <a:off x="487680" y="1473098"/>
            <a:ext cx="3621024" cy="1825780"/>
          </a:xfrm>
          <a:prstGeom prst="roundRect">
            <a:avLst>
              <a:gd name="adj" fmla="val 6173"/>
            </a:avLst>
          </a:prstGeom>
          <a:solidFill>
            <a:srgbClr val="FBE7E7"/>
          </a:solidFill>
          <a:ln/>
          <a:effectLst>
            <a:outerShdw blurRad="76200" dist="25400" dir="2700000" algn="bl" rotWithShape="0">
              <a:srgbClr val="000000">
                <a:alpha val="8000"/>
              </a:srgbClr>
            </a:outerShdw>
          </a:effectLst>
        </p:spPr>
      </p:sp>
      <p:sp>
        <p:nvSpPr>
          <p:cNvPr id="6" name="Shape 4"/>
          <p:cNvSpPr/>
          <p:nvPr/>
        </p:nvSpPr>
        <p:spPr>
          <a:xfrm>
            <a:off x="633984" y="1619402"/>
            <a:ext cx="512064" cy="512064"/>
          </a:xfrm>
          <a:prstGeom prst="roundRect">
            <a:avLst>
              <a:gd name="adj" fmla="val 19048"/>
            </a:avLst>
          </a:prstGeom>
          <a:solidFill>
            <a:srgbClr val="D64045"/>
          </a:solidFill>
          <a:ln/>
        </p:spPr>
      </p:sp>
      <p:sp>
        <p:nvSpPr>
          <p:cNvPr id="7" name="Text 5"/>
          <p:cNvSpPr/>
          <p:nvPr/>
        </p:nvSpPr>
        <p:spPr>
          <a:xfrm>
            <a:off x="633984" y="1619402"/>
            <a:ext cx="512064" cy="512064"/>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8" name="Text 6"/>
          <p:cNvSpPr/>
          <p:nvPr/>
        </p:nvSpPr>
        <p:spPr>
          <a:xfrm>
            <a:off x="1292352" y="1587404"/>
            <a:ext cx="2767584" cy="586102"/>
          </a:xfrm>
          <a:prstGeom prst="rect">
            <a:avLst/>
          </a:prstGeom>
          <a:noFill/>
          <a:ln/>
        </p:spPr>
        <p:txBody>
          <a:bodyPr wrap="square" rtlCol="0" anchor="ctr"/>
          <a:lstStyle/>
          <a:p>
            <a:pPr>
              <a:lnSpc>
                <a:spcPct val="110000"/>
              </a:lnSpc>
            </a:pPr>
            <a:r>
              <a:rPr lang="pl-PL" sz="2000" b="1" dirty="0" smtClean="0">
                <a:solidFill>
                  <a:srgbClr val="7B2020"/>
                </a:solidFill>
                <a:latin typeface="Cambria" pitchFamily="34" charset="0"/>
                <a:ea typeface="Cambria" pitchFamily="34" charset="-122"/>
                <a:cs typeface="Cambria" pitchFamily="34" charset="-120"/>
              </a:rPr>
              <a:t>Ostry kryzys </a:t>
            </a:r>
            <a:r>
              <a:rPr lang="pl-PL" sz="2000" b="1" dirty="0" err="1" smtClean="0">
                <a:solidFill>
                  <a:srgbClr val="7B2020"/>
                </a:solidFill>
                <a:latin typeface="Cambria" pitchFamily="34" charset="0"/>
                <a:ea typeface="Cambria" pitchFamily="34" charset="-122"/>
                <a:cs typeface="Cambria" pitchFamily="34" charset="-120"/>
              </a:rPr>
              <a:t>suicydalny</a:t>
            </a:r>
            <a:endParaRPr lang="pl-PL" sz="2000" dirty="0"/>
          </a:p>
        </p:txBody>
      </p:sp>
      <p:sp>
        <p:nvSpPr>
          <p:cNvPr id="9" name="Text 7"/>
          <p:cNvSpPr/>
          <p:nvPr/>
        </p:nvSpPr>
        <p:spPr>
          <a:xfrm>
            <a:off x="731938" y="2320235"/>
            <a:ext cx="3298754" cy="728914"/>
          </a:xfrm>
          <a:prstGeom prst="rect">
            <a:avLst/>
          </a:prstGeom>
          <a:noFill/>
          <a:ln/>
        </p:spPr>
        <p:txBody>
          <a:bodyPr wrap="square" rtlCol="0" anchor="ctr"/>
          <a:lstStyle/>
          <a:p>
            <a:r>
              <a:rPr lang="pl-PL" sz="2000" dirty="0">
                <a:solidFill>
                  <a:srgbClr val="8C4040"/>
                </a:solidFill>
                <a:latin typeface="Calibri" pitchFamily="34" charset="0"/>
                <a:ea typeface="Calibri" pitchFamily="34" charset="-122"/>
                <a:cs typeface="Calibri" pitchFamily="34" charset="-120"/>
              </a:rPr>
              <a:t>Wymaga bezpośredniej, kontrolowanej </a:t>
            </a:r>
            <a:r>
              <a:rPr lang="pl-PL" sz="2000" dirty="0" smtClean="0">
                <a:solidFill>
                  <a:srgbClr val="8C4040"/>
                </a:solidFill>
                <a:latin typeface="Calibri" pitchFamily="34" charset="0"/>
                <a:ea typeface="Calibri" pitchFamily="34" charset="-122"/>
                <a:cs typeface="Calibri" pitchFamily="34" charset="-120"/>
              </a:rPr>
              <a:t>interwencji</a:t>
            </a:r>
            <a:endParaRPr lang="pl-PL" sz="2000" dirty="0"/>
          </a:p>
        </p:txBody>
      </p:sp>
      <p:sp>
        <p:nvSpPr>
          <p:cNvPr id="10" name="Shape 8"/>
          <p:cNvSpPr/>
          <p:nvPr/>
        </p:nvSpPr>
        <p:spPr>
          <a:xfrm>
            <a:off x="4279392" y="1473098"/>
            <a:ext cx="3621024" cy="1825780"/>
          </a:xfrm>
          <a:prstGeom prst="roundRect">
            <a:avLst>
              <a:gd name="adj" fmla="val 6173"/>
            </a:avLst>
          </a:prstGeom>
          <a:solidFill>
            <a:srgbClr val="FBE7E7"/>
          </a:solidFill>
          <a:ln/>
          <a:effectLst>
            <a:outerShdw blurRad="76200" dist="25400" dir="2700000" algn="bl" rotWithShape="0">
              <a:srgbClr val="000000">
                <a:alpha val="8000"/>
              </a:srgbClr>
            </a:outerShdw>
          </a:effectLst>
        </p:spPr>
      </p:sp>
      <p:sp>
        <p:nvSpPr>
          <p:cNvPr id="11" name="Shape 9"/>
          <p:cNvSpPr/>
          <p:nvPr/>
        </p:nvSpPr>
        <p:spPr>
          <a:xfrm>
            <a:off x="4425696" y="1619402"/>
            <a:ext cx="512064" cy="512064"/>
          </a:xfrm>
          <a:prstGeom prst="roundRect">
            <a:avLst>
              <a:gd name="adj" fmla="val 19048"/>
            </a:avLst>
          </a:prstGeom>
          <a:solidFill>
            <a:srgbClr val="B53A3A"/>
          </a:solidFill>
          <a:ln/>
        </p:spPr>
      </p:sp>
      <p:sp>
        <p:nvSpPr>
          <p:cNvPr id="12" name="Text 10"/>
          <p:cNvSpPr/>
          <p:nvPr/>
        </p:nvSpPr>
        <p:spPr>
          <a:xfrm>
            <a:off x="4425696" y="1619402"/>
            <a:ext cx="512064" cy="512064"/>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13" name="Text 11"/>
          <p:cNvSpPr/>
          <p:nvPr/>
        </p:nvSpPr>
        <p:spPr>
          <a:xfrm>
            <a:off x="5084064" y="1587404"/>
            <a:ext cx="2767584" cy="586102"/>
          </a:xfrm>
          <a:prstGeom prst="rect">
            <a:avLst/>
          </a:prstGeom>
          <a:noFill/>
          <a:ln/>
        </p:spPr>
        <p:txBody>
          <a:bodyPr wrap="square" rtlCol="0" anchor="ctr"/>
          <a:lstStyle/>
          <a:p>
            <a:pPr>
              <a:lnSpc>
                <a:spcPct val="110000"/>
              </a:lnSpc>
            </a:pPr>
            <a:r>
              <a:rPr lang="en-US" sz="2000" b="1">
                <a:solidFill>
                  <a:srgbClr val="7B2020"/>
                </a:solidFill>
                <a:latin typeface="Cambria" pitchFamily="34" charset="0"/>
                <a:ea typeface="Cambria" pitchFamily="34" charset="-122"/>
                <a:cs typeface="Cambria" pitchFamily="34" charset="-120"/>
              </a:rPr>
              <a:t>Psychoza</a:t>
            </a:r>
            <a:endParaRPr lang="en-US" sz="2000"/>
          </a:p>
        </p:txBody>
      </p:sp>
      <p:sp>
        <p:nvSpPr>
          <p:cNvPr id="14" name="Text 12"/>
          <p:cNvSpPr/>
          <p:nvPr/>
        </p:nvSpPr>
        <p:spPr>
          <a:xfrm>
            <a:off x="4523650" y="2257174"/>
            <a:ext cx="3222311" cy="894594"/>
          </a:xfrm>
          <a:prstGeom prst="rect">
            <a:avLst/>
          </a:prstGeom>
          <a:noFill/>
          <a:ln/>
        </p:spPr>
        <p:txBody>
          <a:bodyPr wrap="square" rtlCol="0" anchor="ctr"/>
          <a:lstStyle/>
          <a:p>
            <a:r>
              <a:rPr lang="pl-PL" sz="2000" dirty="0">
                <a:solidFill>
                  <a:srgbClr val="8C4040"/>
                </a:solidFill>
                <a:latin typeface="Calibri" pitchFamily="34" charset="0"/>
                <a:ea typeface="Calibri" pitchFamily="34" charset="-122"/>
                <a:cs typeface="Calibri" pitchFamily="34" charset="-120"/>
              </a:rPr>
              <a:t>Utrudniona ocena stanu </a:t>
            </a:r>
            <a:r>
              <a:rPr lang="pl-PL" sz="2000" dirty="0" smtClean="0">
                <a:solidFill>
                  <a:srgbClr val="8C4040"/>
                </a:solidFill>
                <a:latin typeface="Calibri" pitchFamily="34" charset="0"/>
                <a:ea typeface="Calibri" pitchFamily="34" charset="-122"/>
                <a:cs typeface="Calibri" pitchFamily="34" charset="-120"/>
              </a:rPr>
              <a:t/>
            </a:r>
            <a:br>
              <a:rPr lang="pl-PL" sz="2000" dirty="0" smtClean="0">
                <a:solidFill>
                  <a:srgbClr val="8C4040"/>
                </a:solidFill>
                <a:latin typeface="Calibri" pitchFamily="34" charset="0"/>
                <a:ea typeface="Calibri" pitchFamily="34" charset="-122"/>
                <a:cs typeface="Calibri" pitchFamily="34" charset="-120"/>
              </a:rPr>
            </a:br>
            <a:r>
              <a:rPr lang="pl-PL" sz="2000" dirty="0" smtClean="0">
                <a:solidFill>
                  <a:srgbClr val="8C4040"/>
                </a:solidFill>
                <a:latin typeface="Calibri" pitchFamily="34" charset="0"/>
                <a:ea typeface="Calibri" pitchFamily="34" charset="-122"/>
                <a:cs typeface="Calibri" pitchFamily="34" charset="-120"/>
              </a:rPr>
              <a:t>i </a:t>
            </a:r>
            <a:r>
              <a:rPr lang="pl-PL" sz="2000" dirty="0">
                <a:solidFill>
                  <a:srgbClr val="8C4040"/>
                </a:solidFill>
                <a:latin typeface="Calibri" pitchFamily="34" charset="0"/>
                <a:ea typeface="Calibri" pitchFamily="34" charset="-122"/>
                <a:cs typeface="Calibri" pitchFamily="34" charset="-120"/>
              </a:rPr>
              <a:t>kontaktu poznawczego przez ekran.</a:t>
            </a:r>
            <a:endParaRPr lang="pl-PL" sz="2000" dirty="0"/>
          </a:p>
        </p:txBody>
      </p:sp>
      <p:sp>
        <p:nvSpPr>
          <p:cNvPr id="15" name="Shape 13"/>
          <p:cNvSpPr/>
          <p:nvPr/>
        </p:nvSpPr>
        <p:spPr>
          <a:xfrm>
            <a:off x="8071104" y="1473098"/>
            <a:ext cx="3621024" cy="1825780"/>
          </a:xfrm>
          <a:prstGeom prst="roundRect">
            <a:avLst>
              <a:gd name="adj" fmla="val 6173"/>
            </a:avLst>
          </a:prstGeom>
          <a:solidFill>
            <a:srgbClr val="FBE7E7"/>
          </a:solidFill>
          <a:ln/>
          <a:effectLst>
            <a:outerShdw blurRad="76200" dist="25400" dir="2700000" algn="bl" rotWithShape="0">
              <a:srgbClr val="000000">
                <a:alpha val="8000"/>
              </a:srgbClr>
            </a:outerShdw>
          </a:effectLst>
        </p:spPr>
      </p:sp>
      <p:sp>
        <p:nvSpPr>
          <p:cNvPr id="16" name="Shape 14"/>
          <p:cNvSpPr/>
          <p:nvPr/>
        </p:nvSpPr>
        <p:spPr>
          <a:xfrm>
            <a:off x="8217408" y="1619402"/>
            <a:ext cx="512064" cy="512064"/>
          </a:xfrm>
          <a:prstGeom prst="roundRect">
            <a:avLst>
              <a:gd name="adj" fmla="val 19048"/>
            </a:avLst>
          </a:prstGeom>
          <a:solidFill>
            <a:srgbClr val="A8334A"/>
          </a:solidFill>
          <a:ln/>
        </p:spPr>
      </p:sp>
      <p:sp>
        <p:nvSpPr>
          <p:cNvPr id="17" name="Text 15"/>
          <p:cNvSpPr/>
          <p:nvPr/>
        </p:nvSpPr>
        <p:spPr>
          <a:xfrm>
            <a:off x="8217408" y="1619402"/>
            <a:ext cx="512064" cy="512064"/>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18" name="Text 16"/>
          <p:cNvSpPr/>
          <p:nvPr/>
        </p:nvSpPr>
        <p:spPr>
          <a:xfrm>
            <a:off x="8875776" y="1587404"/>
            <a:ext cx="2767584" cy="586102"/>
          </a:xfrm>
          <a:prstGeom prst="rect">
            <a:avLst/>
          </a:prstGeom>
          <a:noFill/>
          <a:ln/>
        </p:spPr>
        <p:txBody>
          <a:bodyPr wrap="square" rtlCol="0" anchor="ctr"/>
          <a:lstStyle/>
          <a:p>
            <a:pPr>
              <a:lnSpc>
                <a:spcPct val="110000"/>
              </a:lnSpc>
            </a:pPr>
            <a:r>
              <a:rPr lang="en-US" sz="2000" b="1">
                <a:solidFill>
                  <a:srgbClr val="7B2020"/>
                </a:solidFill>
                <a:latin typeface="Cambria" pitchFamily="34" charset="0"/>
                <a:ea typeface="Cambria" pitchFamily="34" charset="-122"/>
                <a:cs typeface="Cambria" pitchFamily="34" charset="-120"/>
              </a:rPr>
              <a:t>Ciężkie uzależnienie</a:t>
            </a:r>
            <a:endParaRPr lang="en-US" sz="2000"/>
          </a:p>
        </p:txBody>
      </p:sp>
      <p:sp>
        <p:nvSpPr>
          <p:cNvPr id="19" name="Text 17"/>
          <p:cNvSpPr/>
          <p:nvPr/>
        </p:nvSpPr>
        <p:spPr>
          <a:xfrm>
            <a:off x="8315362" y="2320235"/>
            <a:ext cx="3222311" cy="585216"/>
          </a:xfrm>
          <a:prstGeom prst="rect">
            <a:avLst/>
          </a:prstGeom>
          <a:noFill/>
          <a:ln/>
        </p:spPr>
        <p:txBody>
          <a:bodyPr wrap="square" rtlCol="0" anchor="ctr"/>
          <a:lstStyle/>
          <a:p>
            <a:r>
              <a:rPr lang="pl-PL" sz="2000" dirty="0">
                <a:solidFill>
                  <a:srgbClr val="8C4040"/>
                </a:solidFill>
                <a:latin typeface="Calibri" pitchFamily="34" charset="0"/>
                <a:ea typeface="Calibri" pitchFamily="34" charset="-122"/>
                <a:cs typeface="Calibri" pitchFamily="34" charset="-120"/>
              </a:rPr>
              <a:t>Aktywna faza </a:t>
            </a:r>
            <a:r>
              <a:rPr lang="pl-PL" sz="2000" dirty="0" smtClean="0">
                <a:solidFill>
                  <a:srgbClr val="8C4040"/>
                </a:solidFill>
                <a:latin typeface="Calibri" pitchFamily="34" charset="0"/>
                <a:ea typeface="Calibri" pitchFamily="34" charset="-122"/>
                <a:cs typeface="Calibri" pitchFamily="34" charset="-120"/>
              </a:rPr>
              <a:t>dekompensacji</a:t>
            </a:r>
            <a:endParaRPr lang="pl-PL" sz="2000" dirty="0"/>
          </a:p>
        </p:txBody>
      </p:sp>
      <p:sp>
        <p:nvSpPr>
          <p:cNvPr id="20" name="Shape 18"/>
          <p:cNvSpPr/>
          <p:nvPr/>
        </p:nvSpPr>
        <p:spPr>
          <a:xfrm>
            <a:off x="487680" y="3454091"/>
            <a:ext cx="3621024" cy="1825780"/>
          </a:xfrm>
          <a:prstGeom prst="roundRect">
            <a:avLst>
              <a:gd name="adj" fmla="val 6173"/>
            </a:avLst>
          </a:prstGeom>
          <a:solidFill>
            <a:srgbClr val="FBE7E7"/>
          </a:solidFill>
          <a:ln/>
          <a:effectLst>
            <a:outerShdw blurRad="76200" dist="25400" dir="2700000" algn="bl" rotWithShape="0">
              <a:srgbClr val="000000">
                <a:alpha val="8000"/>
              </a:srgbClr>
            </a:outerShdw>
          </a:effectLst>
        </p:spPr>
      </p:sp>
      <p:sp>
        <p:nvSpPr>
          <p:cNvPr id="21" name="Shape 19"/>
          <p:cNvSpPr/>
          <p:nvPr/>
        </p:nvSpPr>
        <p:spPr>
          <a:xfrm>
            <a:off x="633984" y="3600395"/>
            <a:ext cx="512064" cy="512064"/>
          </a:xfrm>
          <a:prstGeom prst="roundRect">
            <a:avLst>
              <a:gd name="adj" fmla="val 19048"/>
            </a:avLst>
          </a:prstGeom>
          <a:solidFill>
            <a:srgbClr val="8C3A5E"/>
          </a:solidFill>
          <a:ln/>
        </p:spPr>
      </p:sp>
      <p:sp>
        <p:nvSpPr>
          <p:cNvPr id="22" name="Text 20"/>
          <p:cNvSpPr/>
          <p:nvPr/>
        </p:nvSpPr>
        <p:spPr>
          <a:xfrm>
            <a:off x="633984" y="3600395"/>
            <a:ext cx="512064" cy="512064"/>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23" name="Text 21"/>
          <p:cNvSpPr/>
          <p:nvPr/>
        </p:nvSpPr>
        <p:spPr>
          <a:xfrm>
            <a:off x="1292352" y="3568397"/>
            <a:ext cx="2767584" cy="586102"/>
          </a:xfrm>
          <a:prstGeom prst="rect">
            <a:avLst/>
          </a:prstGeom>
          <a:noFill/>
          <a:ln/>
        </p:spPr>
        <p:txBody>
          <a:bodyPr wrap="square" rtlCol="0" anchor="ctr"/>
          <a:lstStyle/>
          <a:p>
            <a:pPr>
              <a:lnSpc>
                <a:spcPct val="110000"/>
              </a:lnSpc>
            </a:pPr>
            <a:r>
              <a:rPr lang="en-US" sz="2000" b="1">
                <a:solidFill>
                  <a:srgbClr val="7B2020"/>
                </a:solidFill>
                <a:latin typeface="Cambria" pitchFamily="34" charset="0"/>
                <a:ea typeface="Cambria" pitchFamily="34" charset="-122"/>
                <a:cs typeface="Cambria" pitchFamily="34" charset="-120"/>
              </a:rPr>
              <a:t>Przemoc domowa</a:t>
            </a:r>
            <a:endParaRPr lang="en-US" sz="2000"/>
          </a:p>
        </p:txBody>
      </p:sp>
      <p:sp>
        <p:nvSpPr>
          <p:cNvPr id="24" name="Text 22"/>
          <p:cNvSpPr/>
          <p:nvPr/>
        </p:nvSpPr>
        <p:spPr>
          <a:xfrm>
            <a:off x="731938" y="4301228"/>
            <a:ext cx="3222311" cy="728914"/>
          </a:xfrm>
          <a:prstGeom prst="rect">
            <a:avLst/>
          </a:prstGeom>
          <a:noFill/>
          <a:ln/>
        </p:spPr>
        <p:txBody>
          <a:bodyPr wrap="square" rtlCol="0" anchor="ctr"/>
          <a:lstStyle/>
          <a:p>
            <a:r>
              <a:rPr lang="pl-PL" sz="2000" dirty="0">
                <a:solidFill>
                  <a:srgbClr val="8C4040"/>
                </a:solidFill>
                <a:latin typeface="Calibri" pitchFamily="34" charset="0"/>
                <a:ea typeface="Calibri" pitchFamily="34" charset="-122"/>
                <a:cs typeface="Calibri" pitchFamily="34" charset="-120"/>
              </a:rPr>
              <a:t>Brak możliwości zapewnienia bezpiecznej </a:t>
            </a:r>
            <a:r>
              <a:rPr lang="pl-PL" sz="2000" dirty="0" smtClean="0">
                <a:solidFill>
                  <a:srgbClr val="8C4040"/>
                </a:solidFill>
                <a:latin typeface="Calibri" pitchFamily="34" charset="0"/>
                <a:ea typeface="Calibri" pitchFamily="34" charset="-122"/>
                <a:cs typeface="Calibri" pitchFamily="34" charset="-120"/>
              </a:rPr>
              <a:t>rozmowy</a:t>
            </a:r>
            <a:endParaRPr lang="pl-PL" sz="2000" dirty="0"/>
          </a:p>
        </p:txBody>
      </p:sp>
      <p:sp>
        <p:nvSpPr>
          <p:cNvPr id="25" name="Shape 23"/>
          <p:cNvSpPr/>
          <p:nvPr/>
        </p:nvSpPr>
        <p:spPr>
          <a:xfrm>
            <a:off x="4279392" y="3454091"/>
            <a:ext cx="3621024" cy="1825780"/>
          </a:xfrm>
          <a:prstGeom prst="roundRect">
            <a:avLst>
              <a:gd name="adj" fmla="val 6173"/>
            </a:avLst>
          </a:prstGeom>
          <a:solidFill>
            <a:srgbClr val="FBE7E7"/>
          </a:solidFill>
          <a:ln/>
          <a:effectLst>
            <a:outerShdw blurRad="76200" dist="25400" dir="2700000" algn="bl" rotWithShape="0">
              <a:srgbClr val="000000">
                <a:alpha val="8000"/>
              </a:srgbClr>
            </a:outerShdw>
          </a:effectLst>
        </p:spPr>
      </p:sp>
      <p:sp>
        <p:nvSpPr>
          <p:cNvPr id="26" name="Shape 24"/>
          <p:cNvSpPr/>
          <p:nvPr/>
        </p:nvSpPr>
        <p:spPr>
          <a:xfrm>
            <a:off x="4425696" y="3600395"/>
            <a:ext cx="512064" cy="512064"/>
          </a:xfrm>
          <a:prstGeom prst="roundRect">
            <a:avLst>
              <a:gd name="adj" fmla="val 19048"/>
            </a:avLst>
          </a:prstGeom>
          <a:solidFill>
            <a:srgbClr val="C07B2F"/>
          </a:solidFill>
          <a:ln/>
        </p:spPr>
      </p:sp>
      <p:sp>
        <p:nvSpPr>
          <p:cNvPr id="27" name="Text 25"/>
          <p:cNvSpPr/>
          <p:nvPr/>
        </p:nvSpPr>
        <p:spPr>
          <a:xfrm>
            <a:off x="4425696" y="3600395"/>
            <a:ext cx="512064" cy="512064"/>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28" name="Text 26"/>
          <p:cNvSpPr/>
          <p:nvPr/>
        </p:nvSpPr>
        <p:spPr>
          <a:xfrm>
            <a:off x="5084064" y="3568397"/>
            <a:ext cx="2767584" cy="586102"/>
          </a:xfrm>
          <a:prstGeom prst="rect">
            <a:avLst/>
          </a:prstGeom>
          <a:noFill/>
          <a:ln/>
        </p:spPr>
        <p:txBody>
          <a:bodyPr wrap="square" rtlCol="0" anchor="ctr"/>
          <a:lstStyle/>
          <a:p>
            <a:pPr>
              <a:lnSpc>
                <a:spcPct val="110000"/>
              </a:lnSpc>
            </a:pPr>
            <a:r>
              <a:rPr lang="en-US" sz="2000" b="1">
                <a:solidFill>
                  <a:srgbClr val="7B2020"/>
                </a:solidFill>
                <a:latin typeface="Cambria" pitchFamily="34" charset="0"/>
                <a:ea typeface="Cambria" pitchFamily="34" charset="-122"/>
                <a:cs typeface="Cambria" pitchFamily="34" charset="-120"/>
              </a:rPr>
              <a:t>Brak prywatności</a:t>
            </a:r>
            <a:endParaRPr lang="en-US" sz="2000"/>
          </a:p>
        </p:txBody>
      </p:sp>
      <p:sp>
        <p:nvSpPr>
          <p:cNvPr id="29" name="Text 27"/>
          <p:cNvSpPr/>
          <p:nvPr/>
        </p:nvSpPr>
        <p:spPr>
          <a:xfrm>
            <a:off x="4523650" y="4236007"/>
            <a:ext cx="3222311" cy="859355"/>
          </a:xfrm>
          <a:prstGeom prst="rect">
            <a:avLst/>
          </a:prstGeom>
          <a:noFill/>
          <a:ln/>
        </p:spPr>
        <p:txBody>
          <a:bodyPr wrap="square" rtlCol="0" anchor="ctr"/>
          <a:lstStyle/>
          <a:p>
            <a:r>
              <a:rPr lang="pl-PL" sz="2000" dirty="0">
                <a:solidFill>
                  <a:srgbClr val="8C4040"/>
                </a:solidFill>
                <a:latin typeface="Calibri" pitchFamily="34" charset="0"/>
                <a:ea typeface="Calibri" pitchFamily="34" charset="-122"/>
                <a:cs typeface="Calibri" pitchFamily="34" charset="-120"/>
              </a:rPr>
              <a:t>Niemożność zapewnienia warunków swobodnej </a:t>
            </a:r>
            <a:r>
              <a:rPr lang="pl-PL" sz="2000" dirty="0" smtClean="0">
                <a:solidFill>
                  <a:srgbClr val="8C4040"/>
                </a:solidFill>
                <a:latin typeface="Calibri" pitchFamily="34" charset="0"/>
                <a:ea typeface="Calibri" pitchFamily="34" charset="-122"/>
                <a:cs typeface="Calibri" pitchFamily="34" charset="-120"/>
              </a:rPr>
              <a:t>wypowiedzi</a:t>
            </a:r>
            <a:endParaRPr lang="pl-PL" sz="2000" dirty="0"/>
          </a:p>
        </p:txBody>
      </p:sp>
      <p:sp>
        <p:nvSpPr>
          <p:cNvPr id="30" name="Shape 28"/>
          <p:cNvSpPr/>
          <p:nvPr/>
        </p:nvSpPr>
        <p:spPr>
          <a:xfrm>
            <a:off x="8071104" y="3454091"/>
            <a:ext cx="3621024" cy="1825780"/>
          </a:xfrm>
          <a:prstGeom prst="roundRect">
            <a:avLst>
              <a:gd name="adj" fmla="val 6173"/>
            </a:avLst>
          </a:prstGeom>
          <a:solidFill>
            <a:srgbClr val="FBE7E7"/>
          </a:solidFill>
          <a:ln/>
          <a:effectLst>
            <a:outerShdw blurRad="76200" dist="25400" dir="2700000" algn="bl" rotWithShape="0">
              <a:srgbClr val="000000">
                <a:alpha val="8000"/>
              </a:srgbClr>
            </a:outerShdw>
          </a:effectLst>
        </p:spPr>
      </p:sp>
      <p:sp>
        <p:nvSpPr>
          <p:cNvPr id="31" name="Shape 29"/>
          <p:cNvSpPr/>
          <p:nvPr/>
        </p:nvSpPr>
        <p:spPr>
          <a:xfrm>
            <a:off x="8217408" y="3600395"/>
            <a:ext cx="512064" cy="512064"/>
          </a:xfrm>
          <a:prstGeom prst="roundRect">
            <a:avLst>
              <a:gd name="adj" fmla="val 19048"/>
            </a:avLst>
          </a:prstGeom>
          <a:solidFill>
            <a:srgbClr val="6B4A8C"/>
          </a:solidFill>
          <a:ln/>
        </p:spPr>
      </p:sp>
      <p:sp>
        <p:nvSpPr>
          <p:cNvPr id="32" name="Text 30"/>
          <p:cNvSpPr/>
          <p:nvPr/>
        </p:nvSpPr>
        <p:spPr>
          <a:xfrm>
            <a:off x="8217408" y="3600395"/>
            <a:ext cx="512064" cy="512064"/>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33" name="Text 31"/>
          <p:cNvSpPr/>
          <p:nvPr/>
        </p:nvSpPr>
        <p:spPr>
          <a:xfrm>
            <a:off x="8891457" y="3568397"/>
            <a:ext cx="2751903" cy="586102"/>
          </a:xfrm>
          <a:prstGeom prst="rect">
            <a:avLst/>
          </a:prstGeom>
          <a:noFill/>
          <a:ln/>
        </p:spPr>
        <p:txBody>
          <a:bodyPr wrap="square" rtlCol="0" anchor="ctr"/>
          <a:lstStyle/>
          <a:p>
            <a:pPr>
              <a:lnSpc>
                <a:spcPct val="110000"/>
              </a:lnSpc>
            </a:pPr>
            <a:r>
              <a:rPr lang="en-US" b="1" dirty="0" err="1">
                <a:solidFill>
                  <a:srgbClr val="7B2020"/>
                </a:solidFill>
                <a:latin typeface="Cambria" pitchFamily="34" charset="0"/>
                <a:ea typeface="Cambria" pitchFamily="34" charset="-122"/>
                <a:cs typeface="Cambria" pitchFamily="34" charset="-120"/>
              </a:rPr>
              <a:t>Niestabilny</a:t>
            </a:r>
            <a:r>
              <a:rPr lang="en-US" b="1" dirty="0">
                <a:solidFill>
                  <a:srgbClr val="7B2020"/>
                </a:solidFill>
                <a:latin typeface="Cambria" pitchFamily="34" charset="0"/>
                <a:ea typeface="Cambria" pitchFamily="34" charset="-122"/>
                <a:cs typeface="Cambria" pitchFamily="34" charset="-120"/>
              </a:rPr>
              <a:t> </a:t>
            </a:r>
            <a:r>
              <a:rPr lang="en-US" b="1" dirty="0" err="1">
                <a:solidFill>
                  <a:srgbClr val="7B2020"/>
                </a:solidFill>
                <a:latin typeface="Cambria" pitchFamily="34" charset="0"/>
                <a:ea typeface="Cambria" pitchFamily="34" charset="-122"/>
                <a:cs typeface="Cambria" pitchFamily="34" charset="-120"/>
              </a:rPr>
              <a:t>kontakt</a:t>
            </a:r>
            <a:r>
              <a:rPr lang="en-US" b="1" dirty="0">
                <a:solidFill>
                  <a:srgbClr val="7B2020"/>
                </a:solidFill>
                <a:latin typeface="Cambria" pitchFamily="34" charset="0"/>
                <a:ea typeface="Cambria" pitchFamily="34" charset="-122"/>
                <a:cs typeface="Cambria" pitchFamily="34" charset="-120"/>
              </a:rPr>
              <a:t> </a:t>
            </a:r>
            <a:r>
              <a:rPr lang="en-US" b="1" dirty="0" err="1">
                <a:solidFill>
                  <a:srgbClr val="7B2020"/>
                </a:solidFill>
                <a:latin typeface="Cambria" pitchFamily="34" charset="0"/>
                <a:ea typeface="Cambria" pitchFamily="34" charset="-122"/>
                <a:cs typeface="Cambria" pitchFamily="34" charset="-120"/>
              </a:rPr>
              <a:t>techniczny</a:t>
            </a:r>
            <a:endParaRPr lang="en-US" dirty="0"/>
          </a:p>
        </p:txBody>
      </p:sp>
      <p:sp>
        <p:nvSpPr>
          <p:cNvPr id="34" name="Text 32"/>
          <p:cNvSpPr/>
          <p:nvPr/>
        </p:nvSpPr>
        <p:spPr>
          <a:xfrm>
            <a:off x="8290978" y="4301228"/>
            <a:ext cx="3425952" cy="585216"/>
          </a:xfrm>
          <a:prstGeom prst="rect">
            <a:avLst/>
          </a:prstGeom>
          <a:noFill/>
          <a:ln/>
        </p:spPr>
        <p:txBody>
          <a:bodyPr wrap="square" rtlCol="0" anchor="ctr"/>
          <a:lstStyle/>
          <a:p>
            <a:r>
              <a:rPr lang="pl-PL" sz="2000">
                <a:solidFill>
                  <a:srgbClr val="8C4040"/>
                </a:solidFill>
                <a:latin typeface="Calibri" pitchFamily="34" charset="0"/>
                <a:ea typeface="Calibri" pitchFamily="34" charset="-122"/>
                <a:cs typeface="Calibri" pitchFamily="34" charset="-120"/>
              </a:rPr>
              <a:t>Łącze, sprzęt lub dostępność uczestnika</a:t>
            </a:r>
            <a:endParaRPr lang="pl-PL" sz="2000"/>
          </a:p>
        </p:txBody>
      </p:sp>
      <p:sp>
        <p:nvSpPr>
          <p:cNvPr id="35" name="Shape 33"/>
          <p:cNvSpPr/>
          <p:nvPr/>
        </p:nvSpPr>
        <p:spPr>
          <a:xfrm>
            <a:off x="487680" y="5690148"/>
            <a:ext cx="11216640" cy="801149"/>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2400" dirty="0">
                <a:solidFill>
                  <a:srgbClr val="1E2761"/>
                </a:solidFill>
                <a:latin typeface="Cambria Math" panose="02040503050406030204" pitchFamily="18" charset="0"/>
                <a:ea typeface="Cambria Math" panose="02040503050406030204" pitchFamily="18" charset="0"/>
                <a:cs typeface="Calibri" pitchFamily="34" charset="-120"/>
              </a:rPr>
              <a:t>Umiejętność rozpoznania, kiedy e-terapia nie jest właściwym wyborem, </a:t>
            </a:r>
            <a:endParaRPr lang="pl-PL" sz="2400" dirty="0" smtClean="0">
              <a:solidFill>
                <a:srgbClr val="1E2761"/>
              </a:solidFill>
              <a:latin typeface="Cambria Math" panose="02040503050406030204" pitchFamily="18" charset="0"/>
              <a:ea typeface="Cambria Math" panose="02040503050406030204" pitchFamily="18" charset="0"/>
              <a:cs typeface="Calibri" pitchFamily="34" charset="-120"/>
            </a:endParaRPr>
          </a:p>
          <a:p>
            <a:pPr algn="ctr"/>
            <a:r>
              <a:rPr lang="pl-PL" sz="2400" dirty="0" smtClean="0">
                <a:solidFill>
                  <a:srgbClr val="1E2761"/>
                </a:solidFill>
                <a:latin typeface="Cambria Math" panose="02040503050406030204" pitchFamily="18" charset="0"/>
                <a:ea typeface="Cambria Math" panose="02040503050406030204" pitchFamily="18" charset="0"/>
                <a:cs typeface="Calibri" pitchFamily="34" charset="-120"/>
              </a:rPr>
              <a:t>to </a:t>
            </a:r>
            <a:r>
              <a:rPr lang="pl-PL" sz="2400" dirty="0">
                <a:solidFill>
                  <a:srgbClr val="1E2761"/>
                </a:solidFill>
                <a:latin typeface="Cambria Math" panose="02040503050406030204" pitchFamily="18" charset="0"/>
                <a:ea typeface="Cambria Math" panose="02040503050406030204" pitchFamily="18" charset="0"/>
                <a:cs typeface="Calibri" pitchFamily="34" charset="-120"/>
              </a:rPr>
              <a:t>kluczowa kompetencja kliniczna</a:t>
            </a:r>
            <a:endParaRPr lang="pl-PL"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627854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MODEL KWALIFIKACJI KLIENTA</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Siedem kryteriów przechodzonych świadomie przy każdym kliencie</a:t>
            </a:r>
            <a:endParaRPr lang="en-US" sz="1400"/>
          </a:p>
        </p:txBody>
      </p:sp>
      <p:sp>
        <p:nvSpPr>
          <p:cNvPr id="5" name="Shape 3"/>
          <p:cNvSpPr/>
          <p:nvPr/>
        </p:nvSpPr>
        <p:spPr>
          <a:xfrm>
            <a:off x="487680" y="1341120"/>
            <a:ext cx="6827520" cy="4937760"/>
          </a:xfrm>
          <a:prstGeom prst="roundRect">
            <a:avLst>
              <a:gd name="adj" fmla="val 2469"/>
            </a:avLst>
          </a:prstGeom>
          <a:solidFill>
            <a:srgbClr val="FFFFFF"/>
          </a:solidFill>
          <a:ln/>
          <a:effectLst>
            <a:outerShdw blurRad="76200" dist="25400" dir="2700000" algn="bl" rotWithShape="0">
              <a:srgbClr val="000000">
                <a:alpha val="8000"/>
              </a:srgbClr>
            </a:outerShdw>
          </a:effectLst>
        </p:spPr>
      </p:sp>
      <p:sp>
        <p:nvSpPr>
          <p:cNvPr id="6" name="Shape 4"/>
          <p:cNvSpPr/>
          <p:nvPr/>
        </p:nvSpPr>
        <p:spPr>
          <a:xfrm>
            <a:off x="731520" y="1584960"/>
            <a:ext cx="414528" cy="414528"/>
          </a:xfrm>
          <a:prstGeom prst="roundRect">
            <a:avLst>
              <a:gd name="adj" fmla="val 17647"/>
            </a:avLst>
          </a:prstGeom>
          <a:solidFill>
            <a:srgbClr val="1E2761"/>
          </a:solidFill>
          <a:ln/>
        </p:spPr>
      </p:sp>
      <p:sp>
        <p:nvSpPr>
          <p:cNvPr id="7" name="Text 5"/>
          <p:cNvSpPr/>
          <p:nvPr/>
        </p:nvSpPr>
        <p:spPr>
          <a:xfrm>
            <a:off x="731520" y="1584960"/>
            <a:ext cx="414528" cy="414528"/>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1</a:t>
            </a:r>
            <a:endParaRPr lang="en-US"/>
          </a:p>
        </p:txBody>
      </p:sp>
      <p:sp>
        <p:nvSpPr>
          <p:cNvPr id="8" name="Text 6"/>
          <p:cNvSpPr/>
          <p:nvPr/>
        </p:nvSpPr>
        <p:spPr>
          <a:xfrm>
            <a:off x="1316736" y="1536192"/>
            <a:ext cx="5998464" cy="560832"/>
          </a:xfrm>
          <a:prstGeom prst="rect">
            <a:avLst/>
          </a:prstGeom>
          <a:noFill/>
          <a:ln/>
        </p:spPr>
        <p:txBody>
          <a:bodyPr wrap="square" rtlCol="0" anchor="ctr"/>
          <a:lstStyle/>
          <a:p>
            <a:pPr>
              <a:lnSpc>
                <a:spcPct val="110000"/>
              </a:lnSpc>
            </a:pPr>
            <a:r>
              <a:rPr lang="pl-PL" sz="2000" b="1">
                <a:solidFill>
                  <a:srgbClr val="1A1F3C"/>
                </a:solidFill>
                <a:latin typeface="Calibri" pitchFamily="34" charset="0"/>
                <a:ea typeface="Calibri" pitchFamily="34" charset="-122"/>
                <a:cs typeface="Calibri" pitchFamily="34" charset="-120"/>
              </a:rPr>
              <a:t>Ocena problemu: </a:t>
            </a:r>
            <a:r>
              <a:rPr lang="pl-PL" sz="2000">
                <a:solidFill>
                  <a:srgbClr val="1A1F3C"/>
                </a:solidFill>
                <a:latin typeface="Calibri" pitchFamily="34" charset="0"/>
                <a:ea typeface="Calibri" pitchFamily="34" charset="-122"/>
                <a:cs typeface="Calibri" pitchFamily="34" charset="-120"/>
              </a:rPr>
              <a:t>rodzaj i charakter zgłaszanej trudności</a:t>
            </a:r>
          </a:p>
        </p:txBody>
      </p:sp>
      <p:sp>
        <p:nvSpPr>
          <p:cNvPr id="9" name="Shape 7"/>
          <p:cNvSpPr/>
          <p:nvPr/>
        </p:nvSpPr>
        <p:spPr>
          <a:xfrm>
            <a:off x="731520" y="2243328"/>
            <a:ext cx="414528" cy="414528"/>
          </a:xfrm>
          <a:prstGeom prst="roundRect">
            <a:avLst>
              <a:gd name="adj" fmla="val 17647"/>
            </a:avLst>
          </a:prstGeom>
          <a:solidFill>
            <a:srgbClr val="1E2761"/>
          </a:solidFill>
          <a:ln/>
        </p:spPr>
      </p:sp>
      <p:sp>
        <p:nvSpPr>
          <p:cNvPr id="10" name="Text 8"/>
          <p:cNvSpPr/>
          <p:nvPr/>
        </p:nvSpPr>
        <p:spPr>
          <a:xfrm>
            <a:off x="731520" y="2243328"/>
            <a:ext cx="414528" cy="414528"/>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2</a:t>
            </a:r>
            <a:endParaRPr lang="en-US"/>
          </a:p>
        </p:txBody>
      </p:sp>
      <p:sp>
        <p:nvSpPr>
          <p:cNvPr id="11" name="Text 9"/>
          <p:cNvSpPr/>
          <p:nvPr/>
        </p:nvSpPr>
        <p:spPr>
          <a:xfrm>
            <a:off x="1316736" y="2194560"/>
            <a:ext cx="5791200" cy="560832"/>
          </a:xfrm>
          <a:prstGeom prst="rect">
            <a:avLst/>
          </a:prstGeom>
          <a:noFill/>
          <a:ln/>
        </p:spPr>
        <p:txBody>
          <a:bodyPr wrap="square" rtlCol="0" anchor="ctr"/>
          <a:lstStyle/>
          <a:p>
            <a:pPr>
              <a:lnSpc>
                <a:spcPct val="110000"/>
              </a:lnSpc>
            </a:pPr>
            <a:r>
              <a:rPr lang="pl-PL" sz="2000" b="1">
                <a:solidFill>
                  <a:srgbClr val="1A1F3C"/>
                </a:solidFill>
                <a:latin typeface="Calibri" pitchFamily="34" charset="0"/>
                <a:ea typeface="Calibri" pitchFamily="34" charset="-122"/>
                <a:cs typeface="Calibri" pitchFamily="34" charset="-120"/>
              </a:rPr>
              <a:t>Nasilenie objawów: </a:t>
            </a:r>
            <a:r>
              <a:rPr lang="pl-PL" sz="2000">
                <a:solidFill>
                  <a:srgbClr val="1A1F3C"/>
                </a:solidFill>
                <a:latin typeface="Calibri" pitchFamily="34" charset="0"/>
                <a:ea typeface="Calibri" pitchFamily="34" charset="-122"/>
                <a:cs typeface="Calibri" pitchFamily="34" charset="-120"/>
              </a:rPr>
              <a:t>łagodne, umiarkowane, ciężkie</a:t>
            </a:r>
          </a:p>
        </p:txBody>
      </p:sp>
      <p:sp>
        <p:nvSpPr>
          <p:cNvPr id="12" name="Shape 10"/>
          <p:cNvSpPr/>
          <p:nvPr/>
        </p:nvSpPr>
        <p:spPr>
          <a:xfrm>
            <a:off x="731520" y="2901696"/>
            <a:ext cx="414528" cy="414528"/>
          </a:xfrm>
          <a:prstGeom prst="roundRect">
            <a:avLst>
              <a:gd name="adj" fmla="val 17647"/>
            </a:avLst>
          </a:prstGeom>
          <a:solidFill>
            <a:srgbClr val="1E2761"/>
          </a:solidFill>
          <a:ln/>
        </p:spPr>
      </p:sp>
      <p:sp>
        <p:nvSpPr>
          <p:cNvPr id="13" name="Text 11"/>
          <p:cNvSpPr/>
          <p:nvPr/>
        </p:nvSpPr>
        <p:spPr>
          <a:xfrm>
            <a:off x="731520" y="2901696"/>
            <a:ext cx="414528" cy="414528"/>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3</a:t>
            </a:r>
            <a:endParaRPr lang="en-US"/>
          </a:p>
        </p:txBody>
      </p:sp>
      <p:sp>
        <p:nvSpPr>
          <p:cNvPr id="14" name="Text 12"/>
          <p:cNvSpPr/>
          <p:nvPr/>
        </p:nvSpPr>
        <p:spPr>
          <a:xfrm>
            <a:off x="1316736" y="2852928"/>
            <a:ext cx="5937504" cy="560832"/>
          </a:xfrm>
          <a:prstGeom prst="rect">
            <a:avLst/>
          </a:prstGeom>
          <a:noFill/>
          <a:ln/>
        </p:spPr>
        <p:txBody>
          <a:bodyPr wrap="square" rtlCol="0" anchor="ctr"/>
          <a:lstStyle/>
          <a:p>
            <a:pPr>
              <a:lnSpc>
                <a:spcPct val="110000"/>
              </a:lnSpc>
            </a:pPr>
            <a:r>
              <a:rPr lang="pl-PL" sz="2000" b="1">
                <a:solidFill>
                  <a:srgbClr val="1A1F3C"/>
                </a:solidFill>
                <a:latin typeface="Calibri" pitchFamily="34" charset="0"/>
                <a:ea typeface="Calibri" pitchFamily="34" charset="-122"/>
                <a:cs typeface="Calibri" pitchFamily="34" charset="-120"/>
              </a:rPr>
              <a:t>Ocena ryzyka: </a:t>
            </a:r>
            <a:r>
              <a:rPr lang="pl-PL" sz="2000" err="1">
                <a:solidFill>
                  <a:srgbClr val="1A1F3C"/>
                </a:solidFill>
                <a:latin typeface="Calibri" pitchFamily="34" charset="0"/>
                <a:ea typeface="Calibri" pitchFamily="34" charset="-122"/>
                <a:cs typeface="Calibri" pitchFamily="34" charset="-120"/>
              </a:rPr>
              <a:t>suicydalnego</a:t>
            </a:r>
            <a:r>
              <a:rPr lang="pl-PL" sz="2000">
                <a:solidFill>
                  <a:srgbClr val="1A1F3C"/>
                </a:solidFill>
                <a:latin typeface="Calibri" pitchFamily="34" charset="0"/>
                <a:ea typeface="Calibri" pitchFamily="34" charset="-122"/>
                <a:cs typeface="Calibri" pitchFamily="34" charset="-120"/>
              </a:rPr>
              <a:t>, przemocy, dekompensacji</a:t>
            </a:r>
          </a:p>
        </p:txBody>
      </p:sp>
      <p:sp>
        <p:nvSpPr>
          <p:cNvPr id="15" name="Shape 13"/>
          <p:cNvSpPr/>
          <p:nvPr/>
        </p:nvSpPr>
        <p:spPr>
          <a:xfrm>
            <a:off x="731520" y="3560064"/>
            <a:ext cx="414528" cy="414528"/>
          </a:xfrm>
          <a:prstGeom prst="roundRect">
            <a:avLst>
              <a:gd name="adj" fmla="val 17647"/>
            </a:avLst>
          </a:prstGeom>
          <a:solidFill>
            <a:srgbClr val="1E2761"/>
          </a:solidFill>
          <a:ln/>
        </p:spPr>
      </p:sp>
      <p:sp>
        <p:nvSpPr>
          <p:cNvPr id="16" name="Text 14"/>
          <p:cNvSpPr/>
          <p:nvPr/>
        </p:nvSpPr>
        <p:spPr>
          <a:xfrm>
            <a:off x="731520" y="3560064"/>
            <a:ext cx="414528" cy="414528"/>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4</a:t>
            </a:r>
            <a:endParaRPr lang="en-US"/>
          </a:p>
        </p:txBody>
      </p:sp>
      <p:sp>
        <p:nvSpPr>
          <p:cNvPr id="17" name="Text 15"/>
          <p:cNvSpPr/>
          <p:nvPr/>
        </p:nvSpPr>
        <p:spPr>
          <a:xfrm>
            <a:off x="1316736" y="3511296"/>
            <a:ext cx="5791200" cy="560832"/>
          </a:xfrm>
          <a:prstGeom prst="rect">
            <a:avLst/>
          </a:prstGeom>
          <a:noFill/>
          <a:ln/>
        </p:spPr>
        <p:txBody>
          <a:bodyPr wrap="square" rtlCol="0" anchor="ctr"/>
          <a:lstStyle/>
          <a:p>
            <a:pPr>
              <a:lnSpc>
                <a:spcPct val="110000"/>
              </a:lnSpc>
            </a:pPr>
            <a:r>
              <a:rPr lang="en-US" sz="2000" b="1">
                <a:solidFill>
                  <a:srgbClr val="1A1F3C"/>
                </a:solidFill>
                <a:latin typeface="Calibri" pitchFamily="34" charset="0"/>
                <a:ea typeface="Calibri" pitchFamily="34" charset="-122"/>
                <a:cs typeface="Calibri" pitchFamily="34" charset="-120"/>
              </a:rPr>
              <a:t>Zdolność do samoregulacji </a:t>
            </a:r>
            <a:r>
              <a:rPr lang="en-US" sz="2000">
                <a:solidFill>
                  <a:srgbClr val="1A1F3C"/>
                </a:solidFill>
                <a:latin typeface="Calibri" pitchFamily="34" charset="0"/>
                <a:ea typeface="Calibri" pitchFamily="34" charset="-122"/>
                <a:cs typeface="Calibri" pitchFamily="34" charset="-120"/>
              </a:rPr>
              <a:t>między sesjami</a:t>
            </a:r>
            <a:endParaRPr lang="en-US" sz="2000"/>
          </a:p>
        </p:txBody>
      </p:sp>
      <p:sp>
        <p:nvSpPr>
          <p:cNvPr id="18" name="Shape 16"/>
          <p:cNvSpPr/>
          <p:nvPr/>
        </p:nvSpPr>
        <p:spPr>
          <a:xfrm>
            <a:off x="731520" y="4218432"/>
            <a:ext cx="414528" cy="414528"/>
          </a:xfrm>
          <a:prstGeom prst="roundRect">
            <a:avLst>
              <a:gd name="adj" fmla="val 17647"/>
            </a:avLst>
          </a:prstGeom>
          <a:solidFill>
            <a:srgbClr val="1E2761"/>
          </a:solidFill>
          <a:ln/>
        </p:spPr>
      </p:sp>
      <p:sp>
        <p:nvSpPr>
          <p:cNvPr id="19" name="Text 17"/>
          <p:cNvSpPr/>
          <p:nvPr/>
        </p:nvSpPr>
        <p:spPr>
          <a:xfrm>
            <a:off x="731520" y="4218432"/>
            <a:ext cx="414528" cy="414528"/>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5</a:t>
            </a:r>
            <a:endParaRPr lang="en-US"/>
          </a:p>
        </p:txBody>
      </p:sp>
      <p:sp>
        <p:nvSpPr>
          <p:cNvPr id="20" name="Text 18"/>
          <p:cNvSpPr/>
          <p:nvPr/>
        </p:nvSpPr>
        <p:spPr>
          <a:xfrm>
            <a:off x="1316736" y="4169664"/>
            <a:ext cx="5791200" cy="560832"/>
          </a:xfrm>
          <a:prstGeom prst="rect">
            <a:avLst/>
          </a:prstGeom>
          <a:noFill/>
          <a:ln/>
        </p:spPr>
        <p:txBody>
          <a:bodyPr wrap="square" rtlCol="0" anchor="ctr"/>
          <a:lstStyle/>
          <a:p>
            <a:pPr>
              <a:lnSpc>
                <a:spcPct val="110000"/>
              </a:lnSpc>
            </a:pPr>
            <a:r>
              <a:rPr lang="en-US" sz="2000" b="1">
                <a:solidFill>
                  <a:srgbClr val="1A1F3C"/>
                </a:solidFill>
                <a:latin typeface="Calibri" pitchFamily="34" charset="0"/>
                <a:ea typeface="Calibri" pitchFamily="34" charset="-122"/>
                <a:cs typeface="Calibri" pitchFamily="34" charset="-120"/>
              </a:rPr>
              <a:t>Kompetencje cyfrowe </a:t>
            </a:r>
            <a:r>
              <a:rPr lang="en-US" sz="2000">
                <a:solidFill>
                  <a:srgbClr val="1A1F3C"/>
                </a:solidFill>
                <a:latin typeface="Calibri" pitchFamily="34" charset="0"/>
                <a:ea typeface="Calibri" pitchFamily="34" charset="-122"/>
                <a:cs typeface="Calibri" pitchFamily="34" charset="-120"/>
              </a:rPr>
              <a:t>i komfort z technologią</a:t>
            </a:r>
            <a:endParaRPr lang="en-US" sz="2000"/>
          </a:p>
        </p:txBody>
      </p:sp>
      <p:sp>
        <p:nvSpPr>
          <p:cNvPr id="21" name="Shape 19"/>
          <p:cNvSpPr/>
          <p:nvPr/>
        </p:nvSpPr>
        <p:spPr>
          <a:xfrm>
            <a:off x="731520" y="4876800"/>
            <a:ext cx="414528" cy="414528"/>
          </a:xfrm>
          <a:prstGeom prst="roundRect">
            <a:avLst>
              <a:gd name="adj" fmla="val 17647"/>
            </a:avLst>
          </a:prstGeom>
          <a:solidFill>
            <a:srgbClr val="1E2761"/>
          </a:solidFill>
          <a:ln/>
        </p:spPr>
      </p:sp>
      <p:sp>
        <p:nvSpPr>
          <p:cNvPr id="22" name="Text 20"/>
          <p:cNvSpPr/>
          <p:nvPr/>
        </p:nvSpPr>
        <p:spPr>
          <a:xfrm>
            <a:off x="731520" y="4876800"/>
            <a:ext cx="414528" cy="414528"/>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6</a:t>
            </a:r>
            <a:endParaRPr lang="en-US"/>
          </a:p>
        </p:txBody>
      </p:sp>
      <p:sp>
        <p:nvSpPr>
          <p:cNvPr id="23" name="Text 21"/>
          <p:cNvSpPr/>
          <p:nvPr/>
        </p:nvSpPr>
        <p:spPr>
          <a:xfrm>
            <a:off x="1316736" y="4828032"/>
            <a:ext cx="5791200" cy="560832"/>
          </a:xfrm>
          <a:prstGeom prst="rect">
            <a:avLst/>
          </a:prstGeom>
          <a:noFill/>
          <a:ln/>
        </p:spPr>
        <p:txBody>
          <a:bodyPr wrap="square" rtlCol="0" anchor="ctr"/>
          <a:lstStyle/>
          <a:p>
            <a:pPr>
              <a:lnSpc>
                <a:spcPct val="110000"/>
              </a:lnSpc>
            </a:pPr>
            <a:r>
              <a:rPr lang="en-US" sz="2000" b="1">
                <a:solidFill>
                  <a:srgbClr val="1A1F3C"/>
                </a:solidFill>
                <a:latin typeface="Calibri" pitchFamily="34" charset="0"/>
                <a:ea typeface="Calibri" pitchFamily="34" charset="-122"/>
                <a:cs typeface="Calibri" pitchFamily="34" charset="-120"/>
              </a:rPr>
              <a:t>Warunki lokalowe </a:t>
            </a:r>
            <a:r>
              <a:rPr lang="en-US" sz="2000">
                <a:solidFill>
                  <a:srgbClr val="1A1F3C"/>
                </a:solidFill>
                <a:latin typeface="Calibri" pitchFamily="34" charset="0"/>
                <a:ea typeface="Calibri" pitchFamily="34" charset="-122"/>
                <a:cs typeface="Calibri" pitchFamily="34" charset="-120"/>
              </a:rPr>
              <a:t>i stabilność łącza</a:t>
            </a:r>
            <a:endParaRPr lang="en-US" sz="2000"/>
          </a:p>
        </p:txBody>
      </p:sp>
      <p:sp>
        <p:nvSpPr>
          <p:cNvPr id="24" name="Shape 22"/>
          <p:cNvSpPr/>
          <p:nvPr/>
        </p:nvSpPr>
        <p:spPr>
          <a:xfrm>
            <a:off x="731520" y="5535168"/>
            <a:ext cx="414528" cy="414528"/>
          </a:xfrm>
          <a:prstGeom prst="roundRect">
            <a:avLst>
              <a:gd name="adj" fmla="val 17647"/>
            </a:avLst>
          </a:prstGeom>
          <a:solidFill>
            <a:srgbClr val="1E2761"/>
          </a:solidFill>
          <a:ln/>
        </p:spPr>
      </p:sp>
      <p:sp>
        <p:nvSpPr>
          <p:cNvPr id="25" name="Text 23"/>
          <p:cNvSpPr/>
          <p:nvPr/>
        </p:nvSpPr>
        <p:spPr>
          <a:xfrm>
            <a:off x="731520" y="5535168"/>
            <a:ext cx="414528" cy="414528"/>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7</a:t>
            </a:r>
            <a:endParaRPr lang="en-US"/>
          </a:p>
        </p:txBody>
      </p:sp>
      <p:sp>
        <p:nvSpPr>
          <p:cNvPr id="26" name="Text 24"/>
          <p:cNvSpPr/>
          <p:nvPr/>
        </p:nvSpPr>
        <p:spPr>
          <a:xfrm>
            <a:off x="1316736" y="5486400"/>
            <a:ext cx="5791200" cy="560832"/>
          </a:xfrm>
          <a:prstGeom prst="rect">
            <a:avLst/>
          </a:prstGeom>
          <a:noFill/>
          <a:ln/>
        </p:spPr>
        <p:txBody>
          <a:bodyPr wrap="square" rtlCol="0" anchor="ctr"/>
          <a:lstStyle/>
          <a:p>
            <a:pPr>
              <a:lnSpc>
                <a:spcPct val="110000"/>
              </a:lnSpc>
            </a:pPr>
            <a:r>
              <a:rPr lang="en-US" sz="2000" b="1">
                <a:solidFill>
                  <a:srgbClr val="1A1F3C"/>
                </a:solidFill>
                <a:latin typeface="Calibri" pitchFamily="34" charset="0"/>
                <a:ea typeface="Calibri" pitchFamily="34" charset="-122"/>
                <a:cs typeface="Calibri" pitchFamily="34" charset="-120"/>
              </a:rPr>
              <a:t>Dostępność lokalnej pomocy </a:t>
            </a:r>
            <a:r>
              <a:rPr lang="en-US" sz="2000">
                <a:solidFill>
                  <a:srgbClr val="1A1F3C"/>
                </a:solidFill>
                <a:latin typeface="Calibri" pitchFamily="34" charset="0"/>
                <a:ea typeface="Calibri" pitchFamily="34" charset="-122"/>
                <a:cs typeface="Calibri" pitchFamily="34" charset="-120"/>
              </a:rPr>
              <a:t>na wypadek eskalacji</a:t>
            </a:r>
            <a:endParaRPr lang="en-US" sz="2000"/>
          </a:p>
        </p:txBody>
      </p:sp>
      <p:sp>
        <p:nvSpPr>
          <p:cNvPr id="27" name="Shape 25"/>
          <p:cNvSpPr/>
          <p:nvPr/>
        </p:nvSpPr>
        <p:spPr>
          <a:xfrm>
            <a:off x="7559040" y="1341120"/>
            <a:ext cx="4145280" cy="4937760"/>
          </a:xfrm>
          <a:prstGeom prst="roundRect">
            <a:avLst>
              <a:gd name="adj" fmla="val 2941"/>
            </a:avLst>
          </a:prstGeom>
          <a:solidFill>
            <a:srgbClr val="EEF3FF"/>
          </a:solidFill>
          <a:ln/>
          <a:effectLst>
            <a:outerShdw blurRad="76200" dist="25400" dir="2700000" algn="bl" rotWithShape="0">
              <a:srgbClr val="000000">
                <a:alpha val="8000"/>
              </a:srgbClr>
            </a:outerShdw>
          </a:effectLst>
        </p:spPr>
      </p:sp>
      <p:sp>
        <p:nvSpPr>
          <p:cNvPr id="28" name="Text 26"/>
          <p:cNvSpPr/>
          <p:nvPr/>
        </p:nvSpPr>
        <p:spPr>
          <a:xfrm>
            <a:off x="7741920" y="1487424"/>
            <a:ext cx="3779520" cy="414528"/>
          </a:xfrm>
          <a:prstGeom prst="rect">
            <a:avLst/>
          </a:prstGeom>
          <a:noFill/>
          <a:ln/>
        </p:spPr>
        <p:txBody>
          <a:bodyPr wrap="square" rtlCol="0" anchor="ctr"/>
          <a:lstStyle/>
          <a:p>
            <a:pPr algn="ctr"/>
            <a:r>
              <a:rPr lang="en-US" sz="2400" b="1">
                <a:solidFill>
                  <a:srgbClr val="1E2761"/>
                </a:solidFill>
                <a:latin typeface="Cambria" pitchFamily="34" charset="0"/>
                <a:ea typeface="Cambria" pitchFamily="34" charset="-122"/>
                <a:cs typeface="Cambria" pitchFamily="34" charset="-120"/>
              </a:rPr>
              <a:t>Wynik kwalifikacji</a:t>
            </a:r>
            <a:endParaRPr lang="en-US" sz="2400"/>
          </a:p>
        </p:txBody>
      </p:sp>
      <p:sp>
        <p:nvSpPr>
          <p:cNvPr id="29" name="Shape 27"/>
          <p:cNvSpPr/>
          <p:nvPr/>
        </p:nvSpPr>
        <p:spPr>
          <a:xfrm>
            <a:off x="9631680" y="1950720"/>
            <a:ext cx="0" cy="341376"/>
          </a:xfrm>
          <a:prstGeom prst="line">
            <a:avLst/>
          </a:prstGeom>
          <a:noFill/>
          <a:ln w="25400">
            <a:solidFill>
              <a:srgbClr val="4A5280"/>
            </a:solidFill>
            <a:prstDash val="solid"/>
            <a:tailEnd type="triangle"/>
          </a:ln>
        </p:spPr>
      </p:sp>
      <p:sp>
        <p:nvSpPr>
          <p:cNvPr id="30" name="Shape 28"/>
          <p:cNvSpPr/>
          <p:nvPr/>
        </p:nvSpPr>
        <p:spPr>
          <a:xfrm>
            <a:off x="7863840" y="2438400"/>
            <a:ext cx="3535680" cy="877824"/>
          </a:xfrm>
          <a:prstGeom prst="roundRect">
            <a:avLst>
              <a:gd name="adj" fmla="val 11111"/>
            </a:avLst>
          </a:prstGeom>
          <a:solidFill>
            <a:srgbClr val="3A9F6E"/>
          </a:solidFill>
          <a:ln/>
          <a:effectLst>
            <a:outerShdw blurRad="76200" dist="25400" dir="2700000" algn="bl" rotWithShape="0">
              <a:srgbClr val="000000">
                <a:alpha val="8000"/>
              </a:srgbClr>
            </a:outerShdw>
          </a:effectLst>
        </p:spPr>
      </p:sp>
      <p:sp>
        <p:nvSpPr>
          <p:cNvPr id="31" name="Text 29"/>
          <p:cNvSpPr/>
          <p:nvPr/>
        </p:nvSpPr>
        <p:spPr>
          <a:xfrm>
            <a:off x="7863840" y="2438400"/>
            <a:ext cx="3535680" cy="877824"/>
          </a:xfrm>
          <a:prstGeom prst="rect">
            <a:avLst/>
          </a:prstGeom>
          <a:noFill/>
          <a:ln/>
        </p:spPr>
        <p:txBody>
          <a:bodyPr wrap="square" rtlCol="0" anchor="ctr"/>
          <a:lstStyle/>
          <a:p>
            <a:pPr algn="ctr"/>
            <a:r>
              <a:rPr lang="en-US" sz="2400" b="1">
                <a:solidFill>
                  <a:srgbClr val="FFFFFF"/>
                </a:solidFill>
                <a:latin typeface="Cambria" pitchFamily="34" charset="0"/>
                <a:ea typeface="Cambria" pitchFamily="34" charset="-122"/>
                <a:cs typeface="Cambria" pitchFamily="34" charset="-120"/>
              </a:rPr>
              <a:t>E-terapia</a:t>
            </a:r>
            <a:endParaRPr lang="en-US" sz="2400"/>
          </a:p>
        </p:txBody>
      </p:sp>
      <p:sp>
        <p:nvSpPr>
          <p:cNvPr id="32" name="Shape 30"/>
          <p:cNvSpPr/>
          <p:nvPr/>
        </p:nvSpPr>
        <p:spPr>
          <a:xfrm>
            <a:off x="7863840" y="3596640"/>
            <a:ext cx="3535680" cy="877824"/>
          </a:xfrm>
          <a:prstGeom prst="roundRect">
            <a:avLst>
              <a:gd name="adj" fmla="val 11111"/>
            </a:avLst>
          </a:prstGeom>
          <a:solidFill>
            <a:srgbClr val="5B8FF9"/>
          </a:solidFill>
          <a:ln/>
          <a:effectLst>
            <a:outerShdw blurRad="76200" dist="25400" dir="2700000" algn="bl" rotWithShape="0">
              <a:srgbClr val="000000">
                <a:alpha val="8000"/>
              </a:srgbClr>
            </a:outerShdw>
          </a:effectLst>
        </p:spPr>
      </p:sp>
      <p:sp>
        <p:nvSpPr>
          <p:cNvPr id="33" name="Text 31"/>
          <p:cNvSpPr/>
          <p:nvPr/>
        </p:nvSpPr>
        <p:spPr>
          <a:xfrm>
            <a:off x="7863840" y="3596640"/>
            <a:ext cx="3535680" cy="877824"/>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Model hybrydowy</a:t>
            </a:r>
            <a:endParaRPr lang="en-US" sz="2000"/>
          </a:p>
        </p:txBody>
      </p:sp>
      <p:sp>
        <p:nvSpPr>
          <p:cNvPr id="34" name="Shape 32"/>
          <p:cNvSpPr/>
          <p:nvPr/>
        </p:nvSpPr>
        <p:spPr>
          <a:xfrm>
            <a:off x="7863840" y="4754880"/>
            <a:ext cx="3535680" cy="877824"/>
          </a:xfrm>
          <a:prstGeom prst="roundRect">
            <a:avLst>
              <a:gd name="adj" fmla="val 11111"/>
            </a:avLst>
          </a:prstGeom>
          <a:solidFill>
            <a:srgbClr val="D64045"/>
          </a:solidFill>
          <a:ln/>
          <a:effectLst>
            <a:outerShdw blurRad="76200" dist="25400" dir="2700000" algn="bl" rotWithShape="0">
              <a:srgbClr val="000000">
                <a:alpha val="8000"/>
              </a:srgbClr>
            </a:outerShdw>
          </a:effectLst>
        </p:spPr>
      </p:sp>
      <p:sp>
        <p:nvSpPr>
          <p:cNvPr id="35" name="Text 33"/>
          <p:cNvSpPr/>
          <p:nvPr/>
        </p:nvSpPr>
        <p:spPr>
          <a:xfrm>
            <a:off x="7863840" y="4754880"/>
            <a:ext cx="3535680" cy="877824"/>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Terapia stacjonarna / skierowanie</a:t>
            </a:r>
            <a:endParaRPr lang="en-US" sz="2000"/>
          </a:p>
        </p:txBody>
      </p:sp>
    </p:spTree>
    <p:extLst>
      <p:ext uri="{BB962C8B-B14F-4D97-AF65-F5344CB8AC3E}">
        <p14:creationId xmlns:p14="http://schemas.microsoft.com/office/powerpoint/2010/main" val="4075253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DECYZJA O MODALNOŚCI</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Wybór kanału wynika z potrzeb, preferencji i poziomu ryzyka, nie z przyzwyczajenia</a:t>
            </a:r>
            <a:endParaRPr lang="en-US" sz="1400"/>
          </a:p>
        </p:txBody>
      </p:sp>
      <p:sp>
        <p:nvSpPr>
          <p:cNvPr id="5" name="Shape 3"/>
          <p:cNvSpPr/>
          <p:nvPr/>
        </p:nvSpPr>
        <p:spPr>
          <a:xfrm>
            <a:off x="3779519" y="1280160"/>
            <a:ext cx="4632960" cy="731520"/>
          </a:xfrm>
          <a:prstGeom prst="roundRect">
            <a:avLst>
              <a:gd name="adj" fmla="val 18182"/>
            </a:avLst>
          </a:prstGeom>
          <a:solidFill>
            <a:srgbClr val="1E2761"/>
          </a:solidFill>
          <a:ln/>
          <a:effectLst>
            <a:outerShdw blurRad="76200" dist="25400" dir="2700000" algn="bl" rotWithShape="0">
              <a:srgbClr val="000000">
                <a:alpha val="8000"/>
              </a:srgbClr>
            </a:outerShdw>
          </a:effectLst>
        </p:spPr>
        <p:txBody>
          <a:bodyPr anchor="ctr"/>
          <a:lstStyle/>
          <a:p>
            <a:pPr algn="ctr"/>
            <a:r>
              <a:rPr lang="pl-PL" sz="2000" b="1">
                <a:solidFill>
                  <a:srgbClr val="FFFFFF"/>
                </a:solidFill>
                <a:latin typeface="Cambria" pitchFamily="34" charset="0"/>
                <a:ea typeface="Cambria" pitchFamily="34" charset="-122"/>
                <a:cs typeface="Cambria" pitchFamily="34" charset="-120"/>
              </a:rPr>
              <a:t>Czy potrzebny jest kontakt </a:t>
            </a:r>
            <a:br>
              <a:rPr lang="pl-PL" sz="2000" b="1">
                <a:solidFill>
                  <a:srgbClr val="FFFFFF"/>
                </a:solidFill>
                <a:latin typeface="Cambria" pitchFamily="34" charset="0"/>
                <a:ea typeface="Cambria" pitchFamily="34" charset="-122"/>
                <a:cs typeface="Cambria" pitchFamily="34" charset="-120"/>
              </a:rPr>
            </a:br>
            <a:r>
              <a:rPr lang="pl-PL" sz="2000" b="1">
                <a:solidFill>
                  <a:srgbClr val="FFFFFF"/>
                </a:solidFill>
                <a:latin typeface="Cambria" pitchFamily="34" charset="0"/>
                <a:ea typeface="Cambria" pitchFamily="34" charset="-122"/>
                <a:cs typeface="Cambria" pitchFamily="34" charset="-120"/>
              </a:rPr>
              <a:t>w czasie rzeczywistym?</a:t>
            </a:r>
            <a:endParaRPr lang="pl-PL" sz="2000"/>
          </a:p>
        </p:txBody>
      </p:sp>
      <p:sp>
        <p:nvSpPr>
          <p:cNvPr id="7" name="Shape 5"/>
          <p:cNvSpPr/>
          <p:nvPr/>
        </p:nvSpPr>
        <p:spPr>
          <a:xfrm flipH="1">
            <a:off x="3230880" y="2011680"/>
            <a:ext cx="2011680" cy="670560"/>
          </a:xfrm>
          <a:prstGeom prst="line">
            <a:avLst/>
          </a:prstGeom>
          <a:noFill/>
          <a:ln w="25400">
            <a:solidFill>
              <a:srgbClr val="4A5280"/>
            </a:solidFill>
            <a:prstDash val="solid"/>
            <a:tailEnd type="triangle"/>
          </a:ln>
        </p:spPr>
      </p:sp>
      <p:sp>
        <p:nvSpPr>
          <p:cNvPr id="8" name="Shape 6"/>
          <p:cNvSpPr/>
          <p:nvPr/>
        </p:nvSpPr>
        <p:spPr>
          <a:xfrm>
            <a:off x="6949440" y="2011680"/>
            <a:ext cx="1889760" cy="670560"/>
          </a:xfrm>
          <a:prstGeom prst="line">
            <a:avLst/>
          </a:prstGeom>
          <a:noFill/>
          <a:ln w="25400">
            <a:solidFill>
              <a:srgbClr val="4A5280"/>
            </a:solidFill>
            <a:prstDash val="solid"/>
            <a:tailEnd type="triangle"/>
          </a:ln>
        </p:spPr>
      </p:sp>
      <p:sp>
        <p:nvSpPr>
          <p:cNvPr id="9" name="Shape 7"/>
          <p:cNvSpPr/>
          <p:nvPr/>
        </p:nvSpPr>
        <p:spPr>
          <a:xfrm>
            <a:off x="1158240" y="2743200"/>
            <a:ext cx="3779520" cy="670560"/>
          </a:xfrm>
          <a:prstGeom prst="roundRect">
            <a:avLst>
              <a:gd name="adj" fmla="val 18182"/>
            </a:avLst>
          </a:prstGeom>
          <a:solidFill>
            <a:srgbClr val="2D3B8E"/>
          </a:solidFill>
          <a:ln/>
          <a:effectLst>
            <a:outerShdw blurRad="76200" dist="25400" dir="2700000" algn="bl" rotWithShape="0">
              <a:srgbClr val="000000">
                <a:alpha val="8000"/>
              </a:srgbClr>
            </a:outerShdw>
          </a:effectLst>
        </p:spPr>
      </p:sp>
      <p:sp>
        <p:nvSpPr>
          <p:cNvPr id="10" name="Text 8"/>
          <p:cNvSpPr/>
          <p:nvPr/>
        </p:nvSpPr>
        <p:spPr>
          <a:xfrm>
            <a:off x="1158240" y="2743200"/>
            <a:ext cx="3779520" cy="67056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TAK - czas rzeczywisty</a:t>
            </a:r>
            <a:endParaRPr lang="en-US" sz="2000"/>
          </a:p>
        </p:txBody>
      </p:sp>
      <p:sp>
        <p:nvSpPr>
          <p:cNvPr id="11" name="Shape 9"/>
          <p:cNvSpPr/>
          <p:nvPr/>
        </p:nvSpPr>
        <p:spPr>
          <a:xfrm>
            <a:off x="7254240" y="2743200"/>
            <a:ext cx="3779520" cy="670560"/>
          </a:xfrm>
          <a:prstGeom prst="roundRect">
            <a:avLst>
              <a:gd name="adj" fmla="val 18182"/>
            </a:avLst>
          </a:prstGeom>
          <a:solidFill>
            <a:srgbClr val="5B8FF9"/>
          </a:solidFill>
          <a:ln/>
          <a:effectLst>
            <a:outerShdw blurRad="76200" dist="25400" dir="2700000" algn="bl" rotWithShape="0">
              <a:srgbClr val="000000">
                <a:alpha val="8000"/>
              </a:srgbClr>
            </a:outerShdw>
          </a:effectLst>
        </p:spPr>
      </p:sp>
      <p:sp>
        <p:nvSpPr>
          <p:cNvPr id="12" name="Text 10"/>
          <p:cNvSpPr/>
          <p:nvPr/>
        </p:nvSpPr>
        <p:spPr>
          <a:xfrm>
            <a:off x="7254240" y="2743200"/>
            <a:ext cx="3779520" cy="67056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NIE </a:t>
            </a:r>
            <a:r>
              <a:rPr lang="pl-PL" sz="2000" b="1">
                <a:solidFill>
                  <a:srgbClr val="FFFFFF"/>
                </a:solidFill>
                <a:latin typeface="Cambria" pitchFamily="34" charset="0"/>
                <a:ea typeface="Cambria" pitchFamily="34" charset="-122"/>
                <a:cs typeface="Cambria" pitchFamily="34" charset="-120"/>
              </a:rPr>
              <a:t>- można</a:t>
            </a:r>
            <a:r>
              <a:rPr lang="en-US" sz="2000" b="1">
                <a:solidFill>
                  <a:srgbClr val="FFFFFF"/>
                </a:solidFill>
                <a:latin typeface="Cambria" pitchFamily="34" charset="0"/>
                <a:ea typeface="Cambria" pitchFamily="34" charset="-122"/>
                <a:cs typeface="Cambria" pitchFamily="34" charset="-120"/>
              </a:rPr>
              <a:t> odroczyć</a:t>
            </a:r>
            <a:endParaRPr lang="en-US" sz="2000"/>
          </a:p>
        </p:txBody>
      </p:sp>
      <p:sp>
        <p:nvSpPr>
          <p:cNvPr id="13" name="Shape 11"/>
          <p:cNvSpPr/>
          <p:nvPr/>
        </p:nvSpPr>
        <p:spPr>
          <a:xfrm flipH="1">
            <a:off x="1706252" y="3413760"/>
            <a:ext cx="366388" cy="670560"/>
          </a:xfrm>
          <a:prstGeom prst="line">
            <a:avLst/>
          </a:prstGeom>
          <a:noFill/>
          <a:ln w="25400">
            <a:solidFill>
              <a:srgbClr val="4A5280"/>
            </a:solidFill>
            <a:prstDash val="solid"/>
            <a:tailEnd type="triangle"/>
          </a:ln>
        </p:spPr>
      </p:sp>
      <p:sp>
        <p:nvSpPr>
          <p:cNvPr id="14" name="Shape 12"/>
          <p:cNvSpPr/>
          <p:nvPr/>
        </p:nvSpPr>
        <p:spPr>
          <a:xfrm>
            <a:off x="3901440" y="3413760"/>
            <a:ext cx="609600" cy="670560"/>
          </a:xfrm>
          <a:prstGeom prst="line">
            <a:avLst/>
          </a:prstGeom>
          <a:noFill/>
          <a:ln w="25400">
            <a:solidFill>
              <a:srgbClr val="4A5280"/>
            </a:solidFill>
            <a:prstDash val="solid"/>
            <a:tailEnd type="triangle"/>
          </a:ln>
        </p:spPr>
      </p:sp>
      <p:sp>
        <p:nvSpPr>
          <p:cNvPr id="15" name="Shape 13"/>
          <p:cNvSpPr/>
          <p:nvPr/>
        </p:nvSpPr>
        <p:spPr>
          <a:xfrm flipH="1">
            <a:off x="7814821" y="3413760"/>
            <a:ext cx="353819" cy="670560"/>
          </a:xfrm>
          <a:prstGeom prst="line">
            <a:avLst/>
          </a:prstGeom>
          <a:noFill/>
          <a:ln w="25400">
            <a:solidFill>
              <a:srgbClr val="4A5280"/>
            </a:solidFill>
            <a:prstDash val="solid"/>
            <a:tailEnd type="triangle"/>
          </a:ln>
        </p:spPr>
      </p:sp>
      <p:sp>
        <p:nvSpPr>
          <p:cNvPr id="16" name="Shape 14"/>
          <p:cNvSpPr/>
          <p:nvPr/>
        </p:nvSpPr>
        <p:spPr>
          <a:xfrm>
            <a:off x="9875520" y="3413760"/>
            <a:ext cx="731520" cy="670560"/>
          </a:xfrm>
          <a:prstGeom prst="line">
            <a:avLst/>
          </a:prstGeom>
          <a:noFill/>
          <a:ln w="25400">
            <a:solidFill>
              <a:srgbClr val="4A5280"/>
            </a:solidFill>
            <a:prstDash val="solid"/>
            <a:tailEnd type="triangle"/>
          </a:ln>
        </p:spPr>
      </p:sp>
      <p:sp>
        <p:nvSpPr>
          <p:cNvPr id="17" name="Shape 15"/>
          <p:cNvSpPr/>
          <p:nvPr/>
        </p:nvSpPr>
        <p:spPr>
          <a:xfrm>
            <a:off x="487680" y="4206240"/>
            <a:ext cx="2377440" cy="1280160"/>
          </a:xfrm>
          <a:prstGeom prst="roundRect">
            <a:avLst>
              <a:gd name="adj" fmla="val 9524"/>
            </a:avLst>
          </a:prstGeom>
          <a:solidFill>
            <a:srgbClr val="FFFFFF"/>
          </a:solidFill>
          <a:ln/>
          <a:effectLst>
            <a:outerShdw blurRad="76200" dist="25400" dir="2700000" algn="bl" rotWithShape="0">
              <a:srgbClr val="000000">
                <a:alpha val="8000"/>
              </a:srgbClr>
            </a:outerShdw>
          </a:effectLst>
        </p:spPr>
      </p:sp>
      <p:sp>
        <p:nvSpPr>
          <p:cNvPr id="18" name="Shape 16"/>
          <p:cNvSpPr/>
          <p:nvPr/>
        </p:nvSpPr>
        <p:spPr>
          <a:xfrm>
            <a:off x="487680" y="4206240"/>
            <a:ext cx="2377440" cy="487680"/>
          </a:xfrm>
          <a:prstGeom prst="roundRect">
            <a:avLst>
              <a:gd name="adj" fmla="val 20000"/>
            </a:avLst>
          </a:prstGeom>
          <a:solidFill>
            <a:srgbClr val="1E2761"/>
          </a:solidFill>
          <a:ln/>
        </p:spPr>
      </p:sp>
      <p:sp>
        <p:nvSpPr>
          <p:cNvPr id="19" name="Text 17"/>
          <p:cNvSpPr/>
          <p:nvPr/>
        </p:nvSpPr>
        <p:spPr>
          <a:xfrm>
            <a:off x="487680" y="4206240"/>
            <a:ext cx="2377440" cy="48768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Wideo</a:t>
            </a:r>
            <a:endParaRPr lang="en-US" sz="2000"/>
          </a:p>
        </p:txBody>
      </p:sp>
      <p:sp>
        <p:nvSpPr>
          <p:cNvPr id="20" name="Text 18"/>
          <p:cNvSpPr/>
          <p:nvPr/>
        </p:nvSpPr>
        <p:spPr>
          <a:xfrm>
            <a:off x="585216" y="4754880"/>
            <a:ext cx="2182368" cy="670560"/>
          </a:xfrm>
          <a:prstGeom prst="rect">
            <a:avLst/>
          </a:prstGeom>
          <a:noFill/>
          <a:ln/>
        </p:spPr>
        <p:txBody>
          <a:bodyPr wrap="square" rtlCol="0" anchor="ctr"/>
          <a:lstStyle/>
          <a:p>
            <a:pPr algn="ctr">
              <a:lnSpc>
                <a:spcPct val="115000"/>
              </a:lnSpc>
            </a:pPr>
            <a:r>
              <a:rPr lang="en-US">
                <a:solidFill>
                  <a:srgbClr val="4A5280"/>
                </a:solidFill>
                <a:latin typeface="Calibri" pitchFamily="34" charset="0"/>
                <a:ea typeface="Calibri" pitchFamily="34" charset="-122"/>
                <a:cs typeface="Calibri" pitchFamily="34" charset="-120"/>
              </a:rPr>
              <a:t>Stabilne łącze,</a:t>
            </a:r>
            <a:endParaRPr lang="en-US"/>
          </a:p>
          <a:p>
            <a:pPr algn="ctr">
              <a:lnSpc>
                <a:spcPct val="115000"/>
              </a:lnSpc>
            </a:pPr>
            <a:r>
              <a:rPr lang="en-US">
                <a:solidFill>
                  <a:srgbClr val="4A5280"/>
                </a:solidFill>
                <a:latin typeface="Calibri" pitchFamily="34" charset="0"/>
                <a:ea typeface="Calibri" pitchFamily="34" charset="-122"/>
                <a:cs typeface="Calibri" pitchFamily="34" charset="-120"/>
              </a:rPr>
              <a:t>prywatne miejsce</a:t>
            </a:r>
            <a:endParaRPr lang="en-US"/>
          </a:p>
        </p:txBody>
      </p:sp>
      <p:sp>
        <p:nvSpPr>
          <p:cNvPr id="21" name="Shape 19"/>
          <p:cNvSpPr/>
          <p:nvPr/>
        </p:nvSpPr>
        <p:spPr>
          <a:xfrm>
            <a:off x="3230880" y="4206240"/>
            <a:ext cx="2377440" cy="1280160"/>
          </a:xfrm>
          <a:prstGeom prst="roundRect">
            <a:avLst>
              <a:gd name="adj" fmla="val 9524"/>
            </a:avLst>
          </a:prstGeom>
          <a:solidFill>
            <a:srgbClr val="FFFFFF"/>
          </a:solidFill>
          <a:ln/>
          <a:effectLst>
            <a:outerShdw blurRad="76200" dist="25400" dir="2700000" algn="bl" rotWithShape="0">
              <a:srgbClr val="000000">
                <a:alpha val="8000"/>
              </a:srgbClr>
            </a:outerShdw>
          </a:effectLst>
        </p:spPr>
      </p:sp>
      <p:sp>
        <p:nvSpPr>
          <p:cNvPr id="22" name="Shape 20"/>
          <p:cNvSpPr/>
          <p:nvPr/>
        </p:nvSpPr>
        <p:spPr>
          <a:xfrm>
            <a:off x="3230880" y="4206240"/>
            <a:ext cx="2377440" cy="487680"/>
          </a:xfrm>
          <a:prstGeom prst="roundRect">
            <a:avLst>
              <a:gd name="adj" fmla="val 20000"/>
            </a:avLst>
          </a:prstGeom>
          <a:solidFill>
            <a:srgbClr val="7B5EA7"/>
          </a:solidFill>
          <a:ln/>
        </p:spPr>
      </p:sp>
      <p:sp>
        <p:nvSpPr>
          <p:cNvPr id="23" name="Text 21"/>
          <p:cNvSpPr/>
          <p:nvPr/>
        </p:nvSpPr>
        <p:spPr>
          <a:xfrm>
            <a:off x="3230880" y="4206240"/>
            <a:ext cx="2377440" cy="48768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Hybrydowy</a:t>
            </a:r>
            <a:endParaRPr lang="en-US" sz="2000"/>
          </a:p>
        </p:txBody>
      </p:sp>
      <p:sp>
        <p:nvSpPr>
          <p:cNvPr id="24" name="Text 22"/>
          <p:cNvSpPr/>
          <p:nvPr/>
        </p:nvSpPr>
        <p:spPr>
          <a:xfrm>
            <a:off x="3328416" y="4754880"/>
            <a:ext cx="2182368" cy="670560"/>
          </a:xfrm>
          <a:prstGeom prst="rect">
            <a:avLst/>
          </a:prstGeom>
          <a:noFill/>
          <a:ln/>
        </p:spPr>
        <p:txBody>
          <a:bodyPr wrap="square" rtlCol="0" anchor="ctr"/>
          <a:lstStyle/>
          <a:p>
            <a:pPr algn="ctr">
              <a:lnSpc>
                <a:spcPct val="115000"/>
              </a:lnSpc>
            </a:pPr>
            <a:r>
              <a:rPr lang="en-US" dirty="0">
                <a:solidFill>
                  <a:srgbClr val="4A5280"/>
                </a:solidFill>
                <a:latin typeface="Calibri" pitchFamily="34" charset="0"/>
                <a:ea typeface="Calibri" pitchFamily="34" charset="-122"/>
                <a:cs typeface="Calibri" pitchFamily="34" charset="-120"/>
              </a:rPr>
              <a:t>Sesje + </a:t>
            </a:r>
            <a:r>
              <a:rPr lang="en-US" dirty="0" err="1">
                <a:solidFill>
                  <a:srgbClr val="4A5280"/>
                </a:solidFill>
                <a:latin typeface="Calibri" pitchFamily="34" charset="0"/>
                <a:ea typeface="Calibri" pitchFamily="34" charset="-122"/>
                <a:cs typeface="Calibri" pitchFamily="34" charset="-120"/>
              </a:rPr>
              <a:t>kontakt</a:t>
            </a:r>
            <a:endParaRPr lang="en-US" dirty="0"/>
          </a:p>
          <a:p>
            <a:pPr algn="ctr">
              <a:lnSpc>
                <a:spcPct val="115000"/>
              </a:lnSpc>
            </a:pPr>
            <a:r>
              <a:rPr lang="en-US" dirty="0">
                <a:solidFill>
                  <a:srgbClr val="4A5280"/>
                </a:solidFill>
                <a:latin typeface="Calibri" pitchFamily="34" charset="0"/>
                <a:ea typeface="Calibri" pitchFamily="34" charset="-122"/>
                <a:cs typeface="Calibri" pitchFamily="34" charset="-120"/>
              </a:rPr>
              <a:t>w </a:t>
            </a:r>
            <a:r>
              <a:rPr lang="en-US" dirty="0" err="1">
                <a:solidFill>
                  <a:srgbClr val="4A5280"/>
                </a:solidFill>
                <a:latin typeface="Calibri" pitchFamily="34" charset="0"/>
                <a:ea typeface="Calibri" pitchFamily="34" charset="-122"/>
                <a:cs typeface="Calibri" pitchFamily="34" charset="-120"/>
              </a:rPr>
              <a:t>międzyczasie</a:t>
            </a:r>
            <a:endParaRPr lang="en-US" dirty="0"/>
          </a:p>
        </p:txBody>
      </p:sp>
      <p:sp>
        <p:nvSpPr>
          <p:cNvPr id="25" name="Shape 23"/>
          <p:cNvSpPr/>
          <p:nvPr/>
        </p:nvSpPr>
        <p:spPr>
          <a:xfrm>
            <a:off x="6644640" y="4206240"/>
            <a:ext cx="2377440" cy="1280160"/>
          </a:xfrm>
          <a:prstGeom prst="roundRect">
            <a:avLst>
              <a:gd name="adj" fmla="val 9524"/>
            </a:avLst>
          </a:prstGeom>
          <a:solidFill>
            <a:srgbClr val="FFFFFF"/>
          </a:solidFill>
          <a:ln/>
          <a:effectLst>
            <a:outerShdw blurRad="76200" dist="25400" dir="2700000" algn="bl" rotWithShape="0">
              <a:srgbClr val="000000">
                <a:alpha val="8000"/>
              </a:srgbClr>
            </a:outerShdw>
          </a:effectLst>
        </p:spPr>
      </p:sp>
      <p:sp>
        <p:nvSpPr>
          <p:cNvPr id="26" name="Shape 24"/>
          <p:cNvSpPr/>
          <p:nvPr/>
        </p:nvSpPr>
        <p:spPr>
          <a:xfrm>
            <a:off x="6644640" y="4206240"/>
            <a:ext cx="2377440" cy="487680"/>
          </a:xfrm>
          <a:prstGeom prst="roundRect">
            <a:avLst>
              <a:gd name="adj" fmla="val 19349"/>
            </a:avLst>
          </a:prstGeom>
          <a:solidFill>
            <a:srgbClr val="2D7DD2"/>
          </a:solidFill>
          <a:ln/>
        </p:spPr>
      </p:sp>
      <p:sp>
        <p:nvSpPr>
          <p:cNvPr id="27" name="Text 25"/>
          <p:cNvSpPr/>
          <p:nvPr/>
        </p:nvSpPr>
        <p:spPr>
          <a:xfrm>
            <a:off x="6644640" y="4206240"/>
            <a:ext cx="2377440" cy="48768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Tekst</a:t>
            </a:r>
            <a:endParaRPr lang="en-US" sz="2000"/>
          </a:p>
        </p:txBody>
      </p:sp>
      <p:sp>
        <p:nvSpPr>
          <p:cNvPr id="28" name="Text 26"/>
          <p:cNvSpPr/>
          <p:nvPr/>
        </p:nvSpPr>
        <p:spPr>
          <a:xfrm>
            <a:off x="6742176" y="4754880"/>
            <a:ext cx="2182368" cy="670560"/>
          </a:xfrm>
          <a:prstGeom prst="rect">
            <a:avLst/>
          </a:prstGeom>
          <a:noFill/>
          <a:ln/>
        </p:spPr>
        <p:txBody>
          <a:bodyPr wrap="square" rtlCol="0" anchor="ctr"/>
          <a:lstStyle/>
          <a:p>
            <a:pPr algn="ctr">
              <a:lnSpc>
                <a:spcPct val="115000"/>
              </a:lnSpc>
            </a:pPr>
            <a:r>
              <a:rPr lang="en-US">
                <a:solidFill>
                  <a:srgbClr val="4A5280"/>
                </a:solidFill>
                <a:latin typeface="Calibri" pitchFamily="34" charset="0"/>
                <a:ea typeface="Calibri" pitchFamily="34" charset="-122"/>
                <a:cs typeface="Calibri" pitchFamily="34" charset="-120"/>
              </a:rPr>
              <a:t>Refleksyjność,</a:t>
            </a:r>
            <a:endParaRPr lang="en-US"/>
          </a:p>
          <a:p>
            <a:pPr algn="ctr">
              <a:lnSpc>
                <a:spcPct val="115000"/>
              </a:lnSpc>
            </a:pPr>
            <a:r>
              <a:rPr lang="en-US">
                <a:solidFill>
                  <a:srgbClr val="4A5280"/>
                </a:solidFill>
                <a:latin typeface="Calibri" pitchFamily="34" charset="0"/>
                <a:ea typeface="Calibri" pitchFamily="34" charset="-122"/>
                <a:cs typeface="Calibri" pitchFamily="34" charset="-120"/>
              </a:rPr>
              <a:t>bez tonu głosu</a:t>
            </a:r>
            <a:endParaRPr lang="en-US"/>
          </a:p>
        </p:txBody>
      </p:sp>
      <p:sp>
        <p:nvSpPr>
          <p:cNvPr id="29" name="Shape 27"/>
          <p:cNvSpPr/>
          <p:nvPr/>
        </p:nvSpPr>
        <p:spPr>
          <a:xfrm>
            <a:off x="9387840" y="4206240"/>
            <a:ext cx="2377440" cy="1280160"/>
          </a:xfrm>
          <a:prstGeom prst="roundRect">
            <a:avLst>
              <a:gd name="adj" fmla="val 9524"/>
            </a:avLst>
          </a:prstGeom>
          <a:solidFill>
            <a:srgbClr val="FFFFFF"/>
          </a:solidFill>
          <a:ln/>
          <a:effectLst>
            <a:outerShdw blurRad="76200" dist="25400" dir="2700000" algn="bl" rotWithShape="0">
              <a:srgbClr val="000000">
                <a:alpha val="8000"/>
              </a:srgbClr>
            </a:outerShdw>
          </a:effectLst>
        </p:spPr>
      </p:sp>
      <p:sp>
        <p:nvSpPr>
          <p:cNvPr id="30" name="Shape 28"/>
          <p:cNvSpPr/>
          <p:nvPr/>
        </p:nvSpPr>
        <p:spPr>
          <a:xfrm>
            <a:off x="9387840" y="4206240"/>
            <a:ext cx="2377440" cy="487680"/>
          </a:xfrm>
          <a:prstGeom prst="roundRect">
            <a:avLst>
              <a:gd name="adj" fmla="val 27161"/>
            </a:avLst>
          </a:prstGeom>
          <a:solidFill>
            <a:schemeClr val="accent6">
              <a:lumMod val="75000"/>
            </a:schemeClr>
          </a:solidFill>
          <a:ln/>
        </p:spPr>
      </p:sp>
      <p:sp>
        <p:nvSpPr>
          <p:cNvPr id="31" name="Text 29"/>
          <p:cNvSpPr/>
          <p:nvPr/>
        </p:nvSpPr>
        <p:spPr>
          <a:xfrm>
            <a:off x="9387840" y="4206240"/>
            <a:ext cx="2377440" cy="487680"/>
          </a:xfrm>
          <a:prstGeom prst="rect">
            <a:avLst/>
          </a:prstGeom>
          <a:noFill/>
          <a:ln/>
        </p:spPr>
        <p:txBody>
          <a:bodyPr wrap="square" rtlCol="0" anchor="ctr"/>
          <a:lstStyle/>
          <a:p>
            <a:pPr algn="ctr"/>
            <a:r>
              <a:rPr lang="en-US" sz="2000" b="1">
                <a:solidFill>
                  <a:srgbClr val="FFFFFF"/>
                </a:solidFill>
                <a:latin typeface="Cambria" pitchFamily="34" charset="0"/>
                <a:ea typeface="Cambria" pitchFamily="34" charset="-122"/>
                <a:cs typeface="Cambria" pitchFamily="34" charset="-120"/>
              </a:rPr>
              <a:t>Asynchroniczny</a:t>
            </a:r>
            <a:endParaRPr lang="en-US" sz="2000"/>
          </a:p>
        </p:txBody>
      </p:sp>
      <p:sp>
        <p:nvSpPr>
          <p:cNvPr id="32" name="Text 30"/>
          <p:cNvSpPr/>
          <p:nvPr/>
        </p:nvSpPr>
        <p:spPr>
          <a:xfrm>
            <a:off x="9485376" y="4754880"/>
            <a:ext cx="2182368" cy="670560"/>
          </a:xfrm>
          <a:prstGeom prst="rect">
            <a:avLst/>
          </a:prstGeom>
          <a:noFill/>
          <a:ln/>
        </p:spPr>
        <p:txBody>
          <a:bodyPr wrap="square" rtlCol="0" anchor="ctr"/>
          <a:lstStyle/>
          <a:p>
            <a:pPr algn="ctr">
              <a:lnSpc>
                <a:spcPct val="115000"/>
              </a:lnSpc>
            </a:pPr>
            <a:r>
              <a:rPr lang="en-US">
                <a:solidFill>
                  <a:srgbClr val="4A5280"/>
                </a:solidFill>
                <a:latin typeface="Calibri" pitchFamily="34" charset="0"/>
                <a:ea typeface="Calibri" pitchFamily="34" charset="-122"/>
                <a:cs typeface="Calibri" pitchFamily="34" charset="-120"/>
              </a:rPr>
              <a:t>Psychoedukacja,</a:t>
            </a:r>
            <a:endParaRPr lang="en-US"/>
          </a:p>
          <a:p>
            <a:pPr algn="ctr">
              <a:lnSpc>
                <a:spcPct val="115000"/>
              </a:lnSpc>
            </a:pPr>
            <a:r>
              <a:rPr lang="en-US">
                <a:solidFill>
                  <a:srgbClr val="4A5280"/>
                </a:solidFill>
                <a:latin typeface="Calibri" pitchFamily="34" charset="0"/>
                <a:ea typeface="Calibri" pitchFamily="34" charset="-122"/>
                <a:cs typeface="Calibri" pitchFamily="34" charset="-120"/>
              </a:rPr>
              <a:t>monitorowanie</a:t>
            </a:r>
            <a:endParaRPr lang="en-US"/>
          </a:p>
        </p:txBody>
      </p:sp>
      <p:sp>
        <p:nvSpPr>
          <p:cNvPr id="33" name="Shape 31"/>
          <p:cNvSpPr/>
          <p:nvPr/>
        </p:nvSpPr>
        <p:spPr>
          <a:xfrm>
            <a:off x="3493259" y="5974080"/>
            <a:ext cx="5205481" cy="609600"/>
          </a:xfrm>
          <a:prstGeom prst="roundRect">
            <a:avLst>
              <a:gd name="adj" fmla="val 20000"/>
            </a:avLst>
          </a:prstGeom>
          <a:solidFill>
            <a:srgbClr val="FBE7E7"/>
          </a:solidFill>
          <a:ln/>
          <a:effectLst>
            <a:outerShdw blurRad="76200" dist="25400" dir="2700000" algn="bl" rotWithShape="0">
              <a:srgbClr val="000000">
                <a:alpha val="8000"/>
              </a:srgbClr>
            </a:outerShdw>
          </a:effectLst>
        </p:spPr>
        <p:txBody>
          <a:bodyPr anchor="ctr"/>
          <a:lstStyle/>
          <a:p>
            <a:pPr algn="ctr"/>
            <a:r>
              <a:rPr lang="pl-PL" sz="2400" b="1">
                <a:solidFill>
                  <a:srgbClr val="7B2020"/>
                </a:solidFill>
                <a:latin typeface="Cambria Math" panose="02040503050406030204" pitchFamily="18" charset="0"/>
                <a:ea typeface="Cambria Math" panose="02040503050406030204" pitchFamily="18" charset="0"/>
                <a:cs typeface="Calibri" pitchFamily="34" charset="-120"/>
              </a:rPr>
              <a:t>Wysokie ryzyko → terapia stacjonarna</a:t>
            </a:r>
            <a:endParaRPr lang="pl-PL" sz="240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327773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MODELE PRACY TERAPEUTYCZNEJ ONLINE</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Sześć architektur procesu, nie jeden format „terapii online”</a:t>
            </a:r>
            <a:endParaRPr lang="en-US" sz="1400"/>
          </a:p>
        </p:txBody>
      </p:sp>
      <p:sp>
        <p:nvSpPr>
          <p:cNvPr id="5" name="Shape 3"/>
          <p:cNvSpPr/>
          <p:nvPr/>
        </p:nvSpPr>
        <p:spPr>
          <a:xfrm>
            <a:off x="487680" y="1341120"/>
            <a:ext cx="3621024" cy="1759432"/>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6" name="Shape 4"/>
          <p:cNvSpPr/>
          <p:nvPr/>
        </p:nvSpPr>
        <p:spPr>
          <a:xfrm>
            <a:off x="487680" y="1341120"/>
            <a:ext cx="3621024" cy="560832"/>
          </a:xfrm>
          <a:prstGeom prst="roundRect">
            <a:avLst>
              <a:gd name="adj" fmla="val 17391"/>
            </a:avLst>
          </a:prstGeom>
          <a:solidFill>
            <a:srgbClr val="1E2761"/>
          </a:solidFill>
          <a:ln/>
        </p:spPr>
      </p:sp>
      <p:sp>
        <p:nvSpPr>
          <p:cNvPr id="7" name="Text 5"/>
          <p:cNvSpPr/>
          <p:nvPr/>
        </p:nvSpPr>
        <p:spPr>
          <a:xfrm>
            <a:off x="609600" y="1341120"/>
            <a:ext cx="3377184" cy="560832"/>
          </a:xfrm>
          <a:prstGeom prst="rect">
            <a:avLst/>
          </a:prstGeom>
          <a:noFill/>
          <a:ln/>
        </p:spPr>
        <p:txBody>
          <a:bodyPr wrap="square" rtlCol="0" anchor="ctr"/>
          <a:lstStyle/>
          <a:p>
            <a:r>
              <a:rPr lang="en-US" sz="2000" b="1">
                <a:solidFill>
                  <a:srgbClr val="FFFFFF"/>
                </a:solidFill>
                <a:latin typeface="Cambria" pitchFamily="34" charset="0"/>
                <a:ea typeface="Cambria" pitchFamily="34" charset="-122"/>
                <a:cs typeface="Cambria" pitchFamily="34" charset="-120"/>
              </a:rPr>
              <a:t>Przeniesienie sesji</a:t>
            </a:r>
            <a:endParaRPr lang="en-US" sz="2000"/>
          </a:p>
        </p:txBody>
      </p:sp>
      <p:sp>
        <p:nvSpPr>
          <p:cNvPr id="8" name="Text 6"/>
          <p:cNvSpPr/>
          <p:nvPr/>
        </p:nvSpPr>
        <p:spPr>
          <a:xfrm>
            <a:off x="658368" y="2023872"/>
            <a:ext cx="3279648" cy="963168"/>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To, co stacjonarnie, ale przez wideo, bez zmiany struktury</a:t>
            </a:r>
            <a:endParaRPr lang="pl-PL" sz="2000" dirty="0"/>
          </a:p>
        </p:txBody>
      </p:sp>
      <p:sp>
        <p:nvSpPr>
          <p:cNvPr id="9" name="Shape 7"/>
          <p:cNvSpPr/>
          <p:nvPr/>
        </p:nvSpPr>
        <p:spPr>
          <a:xfrm>
            <a:off x="4279392" y="1341120"/>
            <a:ext cx="3621024" cy="1759432"/>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10" name="Shape 8"/>
          <p:cNvSpPr/>
          <p:nvPr/>
        </p:nvSpPr>
        <p:spPr>
          <a:xfrm>
            <a:off x="4279392" y="1341120"/>
            <a:ext cx="3621024" cy="560832"/>
          </a:xfrm>
          <a:prstGeom prst="roundRect">
            <a:avLst>
              <a:gd name="adj" fmla="val 17391"/>
            </a:avLst>
          </a:prstGeom>
          <a:solidFill>
            <a:srgbClr val="2D3B8E"/>
          </a:solidFill>
          <a:ln/>
        </p:spPr>
      </p:sp>
      <p:sp>
        <p:nvSpPr>
          <p:cNvPr id="11" name="Text 9"/>
          <p:cNvSpPr/>
          <p:nvPr/>
        </p:nvSpPr>
        <p:spPr>
          <a:xfrm>
            <a:off x="4401312" y="1341120"/>
            <a:ext cx="3377184" cy="560832"/>
          </a:xfrm>
          <a:prstGeom prst="rect">
            <a:avLst/>
          </a:prstGeom>
          <a:noFill/>
          <a:ln/>
        </p:spPr>
        <p:txBody>
          <a:bodyPr wrap="square" rtlCol="0" anchor="ctr"/>
          <a:lstStyle/>
          <a:p>
            <a:r>
              <a:rPr lang="en-US" sz="2000" b="1">
                <a:solidFill>
                  <a:srgbClr val="FFFFFF"/>
                </a:solidFill>
                <a:latin typeface="Cambria" pitchFamily="34" charset="0"/>
                <a:ea typeface="Cambria" pitchFamily="34" charset="-122"/>
                <a:cs typeface="Cambria" pitchFamily="34" charset="-120"/>
              </a:rPr>
              <a:t>Model mieszany</a:t>
            </a:r>
            <a:endParaRPr lang="en-US" sz="2000"/>
          </a:p>
        </p:txBody>
      </p:sp>
      <p:sp>
        <p:nvSpPr>
          <p:cNvPr id="12" name="Text 10"/>
          <p:cNvSpPr/>
          <p:nvPr/>
        </p:nvSpPr>
        <p:spPr>
          <a:xfrm>
            <a:off x="4450080" y="2023872"/>
            <a:ext cx="3279648" cy="963168"/>
          </a:xfrm>
          <a:prstGeom prst="rect">
            <a:avLst/>
          </a:prstGeom>
          <a:noFill/>
          <a:ln/>
        </p:spPr>
        <p:txBody>
          <a:bodyPr wrap="square" rtlCol="0" anchor="ctr"/>
          <a:lstStyle/>
          <a:p>
            <a:r>
              <a:rPr lang="pl-PL" sz="2000" dirty="0">
                <a:solidFill>
                  <a:srgbClr val="1A1F3C"/>
                </a:solidFill>
                <a:latin typeface="Calibri" pitchFamily="34" charset="0"/>
                <a:ea typeface="Calibri" pitchFamily="34" charset="-122"/>
                <a:cs typeface="Calibri" pitchFamily="34" charset="-120"/>
              </a:rPr>
              <a:t>Sesje zdalne i stacjonarne </a:t>
            </a:r>
            <a:br>
              <a:rPr lang="pl-PL" sz="2000" dirty="0">
                <a:solidFill>
                  <a:srgbClr val="1A1F3C"/>
                </a:solidFill>
                <a:latin typeface="Calibri" pitchFamily="34" charset="0"/>
                <a:ea typeface="Calibri" pitchFamily="34" charset="-122"/>
                <a:cs typeface="Calibri" pitchFamily="34" charset="-120"/>
              </a:rPr>
            </a:br>
            <a:r>
              <a:rPr lang="pl-PL" sz="2000" dirty="0">
                <a:solidFill>
                  <a:srgbClr val="1A1F3C"/>
                </a:solidFill>
                <a:latin typeface="Calibri" pitchFamily="34" charset="0"/>
                <a:ea typeface="Calibri" pitchFamily="34" charset="-122"/>
                <a:cs typeface="Calibri" pitchFamily="34" charset="-120"/>
              </a:rPr>
              <a:t>w jednym </a:t>
            </a:r>
            <a:r>
              <a:rPr lang="pl-PL" sz="2000" dirty="0" smtClean="0">
                <a:solidFill>
                  <a:srgbClr val="1A1F3C"/>
                </a:solidFill>
                <a:latin typeface="Calibri" pitchFamily="34" charset="0"/>
                <a:ea typeface="Calibri" pitchFamily="34" charset="-122"/>
                <a:cs typeface="Calibri" pitchFamily="34" charset="-120"/>
              </a:rPr>
              <a:t>procesie</a:t>
            </a:r>
            <a:endParaRPr lang="pl-PL" sz="2000" dirty="0">
              <a:solidFill>
                <a:srgbClr val="1A1F3C"/>
              </a:solidFill>
              <a:latin typeface="Calibri" pitchFamily="34" charset="0"/>
              <a:ea typeface="Calibri" pitchFamily="34" charset="-122"/>
              <a:cs typeface="Calibri" pitchFamily="34" charset="-120"/>
            </a:endParaRPr>
          </a:p>
        </p:txBody>
      </p:sp>
      <p:sp>
        <p:nvSpPr>
          <p:cNvPr id="13" name="Shape 11"/>
          <p:cNvSpPr/>
          <p:nvPr/>
        </p:nvSpPr>
        <p:spPr>
          <a:xfrm>
            <a:off x="8071104" y="1341120"/>
            <a:ext cx="3621024" cy="1759432"/>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14" name="Shape 12"/>
          <p:cNvSpPr/>
          <p:nvPr/>
        </p:nvSpPr>
        <p:spPr>
          <a:xfrm>
            <a:off x="8071104" y="1341120"/>
            <a:ext cx="3621024" cy="560832"/>
          </a:xfrm>
          <a:prstGeom prst="roundRect">
            <a:avLst>
              <a:gd name="adj" fmla="val 17391"/>
            </a:avLst>
          </a:prstGeom>
          <a:solidFill>
            <a:srgbClr val="5B8FF9"/>
          </a:solidFill>
          <a:ln/>
        </p:spPr>
      </p:sp>
      <p:sp>
        <p:nvSpPr>
          <p:cNvPr id="15" name="Text 13"/>
          <p:cNvSpPr/>
          <p:nvPr/>
        </p:nvSpPr>
        <p:spPr>
          <a:xfrm>
            <a:off x="8193024" y="1341120"/>
            <a:ext cx="3377184" cy="560832"/>
          </a:xfrm>
          <a:prstGeom prst="rect">
            <a:avLst/>
          </a:prstGeom>
          <a:noFill/>
          <a:ln/>
        </p:spPr>
        <p:txBody>
          <a:bodyPr wrap="square" rtlCol="0" anchor="ctr"/>
          <a:lstStyle/>
          <a:p>
            <a:r>
              <a:rPr lang="en-US" sz="2000" b="1">
                <a:solidFill>
                  <a:srgbClr val="FFFFFF"/>
                </a:solidFill>
                <a:latin typeface="Cambria" pitchFamily="34" charset="0"/>
                <a:ea typeface="Cambria" pitchFamily="34" charset="-122"/>
                <a:cs typeface="Cambria" pitchFamily="34" charset="-120"/>
              </a:rPr>
              <a:t>Model zadaniowy</a:t>
            </a:r>
            <a:endParaRPr lang="en-US" sz="2000"/>
          </a:p>
        </p:txBody>
      </p:sp>
      <p:sp>
        <p:nvSpPr>
          <p:cNvPr id="16" name="Text 14"/>
          <p:cNvSpPr/>
          <p:nvPr/>
        </p:nvSpPr>
        <p:spPr>
          <a:xfrm>
            <a:off x="8241792" y="2023872"/>
            <a:ext cx="3279648" cy="963168"/>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Praca między sesjami, a sesja jako przegląd i planowanie</a:t>
            </a:r>
            <a:endParaRPr lang="pl-PL" sz="2000" dirty="0"/>
          </a:p>
        </p:txBody>
      </p:sp>
      <p:sp>
        <p:nvSpPr>
          <p:cNvPr id="17" name="Shape 15"/>
          <p:cNvSpPr/>
          <p:nvPr/>
        </p:nvSpPr>
        <p:spPr>
          <a:xfrm>
            <a:off x="487680" y="3511296"/>
            <a:ext cx="3621024" cy="1759432"/>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18" name="Shape 16"/>
          <p:cNvSpPr/>
          <p:nvPr/>
        </p:nvSpPr>
        <p:spPr>
          <a:xfrm>
            <a:off x="487680" y="3511296"/>
            <a:ext cx="3621024" cy="560832"/>
          </a:xfrm>
          <a:prstGeom prst="roundRect">
            <a:avLst>
              <a:gd name="adj" fmla="val 17391"/>
            </a:avLst>
          </a:prstGeom>
          <a:solidFill>
            <a:srgbClr val="2D7DD2"/>
          </a:solidFill>
          <a:ln/>
        </p:spPr>
        <p:txBody>
          <a:bodyPr anchor="ctr"/>
          <a:lstStyle/>
          <a:p>
            <a:r>
              <a:rPr lang="pl-PL" sz="1700" b="1" dirty="0" err="1">
                <a:solidFill>
                  <a:srgbClr val="FFFFFF"/>
                </a:solidFill>
                <a:latin typeface="Cambria" pitchFamily="34" charset="0"/>
                <a:ea typeface="Cambria" pitchFamily="34" charset="-122"/>
                <a:cs typeface="Cambria" pitchFamily="34" charset="-120"/>
              </a:rPr>
              <a:t>Psychoedukacyjno</a:t>
            </a:r>
            <a:r>
              <a:rPr lang="pl-PL" sz="1700" b="1" dirty="0">
                <a:solidFill>
                  <a:srgbClr val="FFFFFF"/>
                </a:solidFill>
                <a:latin typeface="Cambria" pitchFamily="34" charset="0"/>
                <a:ea typeface="Cambria" pitchFamily="34" charset="-122"/>
                <a:cs typeface="Cambria" pitchFamily="34" charset="-120"/>
              </a:rPr>
              <a:t>-terapeutyczny</a:t>
            </a:r>
            <a:endParaRPr lang="pl-PL" sz="1700" dirty="0"/>
          </a:p>
        </p:txBody>
      </p:sp>
      <p:sp>
        <p:nvSpPr>
          <p:cNvPr id="20" name="Text 18"/>
          <p:cNvSpPr/>
          <p:nvPr/>
        </p:nvSpPr>
        <p:spPr>
          <a:xfrm>
            <a:off x="658368" y="4194048"/>
            <a:ext cx="3279648" cy="963168"/>
          </a:xfrm>
          <a:prstGeom prst="rect">
            <a:avLst/>
          </a:prstGeom>
          <a:noFill/>
          <a:ln/>
        </p:spPr>
        <p:txBody>
          <a:bodyPr wrap="square" rtlCol="0" anchor="ctr"/>
          <a:lstStyle/>
          <a:p>
            <a:r>
              <a:rPr lang="pl-PL" sz="2000" dirty="0">
                <a:solidFill>
                  <a:srgbClr val="1A1F3C"/>
                </a:solidFill>
                <a:latin typeface="Calibri" pitchFamily="34" charset="0"/>
                <a:ea typeface="Calibri" pitchFamily="34" charset="-122"/>
                <a:cs typeface="Calibri" pitchFamily="34" charset="-120"/>
              </a:rPr>
              <a:t>Moduły wiedzy połączone </a:t>
            </a:r>
            <a:br>
              <a:rPr lang="pl-PL" sz="2000" dirty="0">
                <a:solidFill>
                  <a:srgbClr val="1A1F3C"/>
                </a:solidFill>
                <a:latin typeface="Calibri" pitchFamily="34" charset="0"/>
                <a:ea typeface="Calibri" pitchFamily="34" charset="-122"/>
                <a:cs typeface="Calibri" pitchFamily="34" charset="-120"/>
              </a:rPr>
            </a:br>
            <a:r>
              <a:rPr lang="pl-PL" sz="2000" dirty="0">
                <a:solidFill>
                  <a:srgbClr val="1A1F3C"/>
                </a:solidFill>
                <a:latin typeface="Calibri" pitchFamily="34" charset="0"/>
                <a:ea typeface="Calibri" pitchFamily="34" charset="-122"/>
                <a:cs typeface="Calibri" pitchFamily="34" charset="-120"/>
              </a:rPr>
              <a:t>z </a:t>
            </a:r>
            <a:r>
              <a:rPr lang="pl-PL" sz="2000" dirty="0" smtClean="0">
                <a:solidFill>
                  <a:srgbClr val="1A1F3C"/>
                </a:solidFill>
                <a:latin typeface="Calibri" pitchFamily="34" charset="0"/>
                <a:ea typeface="Calibri" pitchFamily="34" charset="-122"/>
                <a:cs typeface="Calibri" pitchFamily="34" charset="-120"/>
              </a:rPr>
              <a:t>rozmową</a:t>
            </a:r>
            <a:endParaRPr lang="pl-PL" sz="2000" dirty="0">
              <a:solidFill>
                <a:srgbClr val="1A1F3C"/>
              </a:solidFill>
              <a:latin typeface="Calibri" pitchFamily="34" charset="0"/>
              <a:ea typeface="Calibri" pitchFamily="34" charset="-122"/>
              <a:cs typeface="Calibri" pitchFamily="34" charset="-120"/>
            </a:endParaRPr>
          </a:p>
        </p:txBody>
      </p:sp>
      <p:sp>
        <p:nvSpPr>
          <p:cNvPr id="21" name="Shape 19"/>
          <p:cNvSpPr/>
          <p:nvPr/>
        </p:nvSpPr>
        <p:spPr>
          <a:xfrm>
            <a:off x="4279392" y="3511296"/>
            <a:ext cx="3621024" cy="1759432"/>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22" name="Shape 20"/>
          <p:cNvSpPr/>
          <p:nvPr/>
        </p:nvSpPr>
        <p:spPr>
          <a:xfrm>
            <a:off x="4279392" y="3511296"/>
            <a:ext cx="3621024" cy="560832"/>
          </a:xfrm>
          <a:prstGeom prst="roundRect">
            <a:avLst>
              <a:gd name="adj" fmla="val 17391"/>
            </a:avLst>
          </a:prstGeom>
          <a:solidFill>
            <a:schemeClr val="accent6">
              <a:lumMod val="75000"/>
            </a:schemeClr>
          </a:solidFill>
          <a:ln/>
        </p:spPr>
      </p:sp>
      <p:sp>
        <p:nvSpPr>
          <p:cNvPr id="23" name="Text 21"/>
          <p:cNvSpPr/>
          <p:nvPr/>
        </p:nvSpPr>
        <p:spPr>
          <a:xfrm>
            <a:off x="4401312" y="3511296"/>
            <a:ext cx="3377184" cy="560832"/>
          </a:xfrm>
          <a:prstGeom prst="rect">
            <a:avLst/>
          </a:prstGeom>
          <a:noFill/>
          <a:ln/>
        </p:spPr>
        <p:txBody>
          <a:bodyPr wrap="square" rtlCol="0" anchor="ctr"/>
          <a:lstStyle/>
          <a:p>
            <a:r>
              <a:rPr lang="en-US" sz="2000" b="1">
                <a:solidFill>
                  <a:srgbClr val="FFFFFF"/>
                </a:solidFill>
                <a:latin typeface="Cambria" pitchFamily="34" charset="0"/>
                <a:ea typeface="Cambria" pitchFamily="34" charset="-122"/>
                <a:cs typeface="Cambria" pitchFamily="34" charset="-120"/>
              </a:rPr>
              <a:t>Monitorowanie objawów</a:t>
            </a:r>
            <a:endParaRPr lang="en-US" sz="2000"/>
          </a:p>
        </p:txBody>
      </p:sp>
      <p:sp>
        <p:nvSpPr>
          <p:cNvPr id="24" name="Text 22"/>
          <p:cNvSpPr/>
          <p:nvPr/>
        </p:nvSpPr>
        <p:spPr>
          <a:xfrm>
            <a:off x="4346383" y="4194048"/>
            <a:ext cx="3432114" cy="963168"/>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Częsty, krótki kontakt skoncentrowany na śledzeniu stanu</a:t>
            </a:r>
            <a:endParaRPr lang="pl-PL" sz="2000" dirty="0"/>
          </a:p>
        </p:txBody>
      </p:sp>
      <p:sp>
        <p:nvSpPr>
          <p:cNvPr id="25" name="Shape 23"/>
          <p:cNvSpPr/>
          <p:nvPr/>
        </p:nvSpPr>
        <p:spPr>
          <a:xfrm>
            <a:off x="8071104" y="3511296"/>
            <a:ext cx="3621024" cy="1759432"/>
          </a:xfrm>
          <a:prstGeom prst="roundRect">
            <a:avLst>
              <a:gd name="adj" fmla="val 6173"/>
            </a:avLst>
          </a:prstGeom>
          <a:solidFill>
            <a:srgbClr val="FFFFFF"/>
          </a:solidFill>
          <a:ln/>
          <a:effectLst>
            <a:outerShdw blurRad="76200" dist="25400" dir="2700000" algn="bl" rotWithShape="0">
              <a:srgbClr val="000000">
                <a:alpha val="8000"/>
              </a:srgbClr>
            </a:outerShdw>
          </a:effectLst>
        </p:spPr>
      </p:sp>
      <p:sp>
        <p:nvSpPr>
          <p:cNvPr id="26" name="Shape 24"/>
          <p:cNvSpPr/>
          <p:nvPr/>
        </p:nvSpPr>
        <p:spPr>
          <a:xfrm>
            <a:off x="8071104" y="3511296"/>
            <a:ext cx="3621024" cy="560832"/>
          </a:xfrm>
          <a:prstGeom prst="roundRect">
            <a:avLst>
              <a:gd name="adj" fmla="val 17391"/>
            </a:avLst>
          </a:prstGeom>
          <a:solidFill>
            <a:srgbClr val="7B5EA7"/>
          </a:solidFill>
          <a:ln/>
        </p:spPr>
      </p:sp>
      <p:sp>
        <p:nvSpPr>
          <p:cNvPr id="27" name="Text 25"/>
          <p:cNvSpPr/>
          <p:nvPr/>
        </p:nvSpPr>
        <p:spPr>
          <a:xfrm>
            <a:off x="8193024" y="3511296"/>
            <a:ext cx="3377184" cy="560832"/>
          </a:xfrm>
          <a:prstGeom prst="rect">
            <a:avLst/>
          </a:prstGeom>
          <a:noFill/>
          <a:ln/>
        </p:spPr>
        <p:txBody>
          <a:bodyPr wrap="square" rtlCol="0" anchor="ctr"/>
          <a:lstStyle/>
          <a:p>
            <a:r>
              <a:rPr lang="en-US" sz="2000" b="1">
                <a:solidFill>
                  <a:srgbClr val="FFFFFF"/>
                </a:solidFill>
                <a:latin typeface="Cambria" pitchFamily="34" charset="0"/>
                <a:ea typeface="Cambria" pitchFamily="34" charset="-122"/>
                <a:cs typeface="Cambria" pitchFamily="34" charset="-120"/>
              </a:rPr>
              <a:t>Opieka stopniowana</a:t>
            </a:r>
            <a:endParaRPr lang="en-US" sz="2000"/>
          </a:p>
        </p:txBody>
      </p:sp>
      <p:sp>
        <p:nvSpPr>
          <p:cNvPr id="28" name="Text 26"/>
          <p:cNvSpPr/>
          <p:nvPr/>
        </p:nvSpPr>
        <p:spPr>
          <a:xfrm>
            <a:off x="8241792" y="4194048"/>
            <a:ext cx="3279648" cy="963168"/>
          </a:xfrm>
          <a:prstGeom prst="rect">
            <a:avLst/>
          </a:prstGeom>
          <a:noFill/>
          <a:ln/>
        </p:spPr>
        <p:txBody>
          <a:bodyPr wrap="square" rtlCol="0" anchor="ctr"/>
          <a:lstStyle/>
          <a:p>
            <a:r>
              <a:rPr lang="pl-PL" sz="2000" dirty="0" smtClean="0">
                <a:solidFill>
                  <a:srgbClr val="1A1F3C"/>
                </a:solidFill>
                <a:latin typeface="Calibri" pitchFamily="34" charset="0"/>
                <a:ea typeface="Calibri" pitchFamily="34" charset="-122"/>
                <a:cs typeface="Calibri" pitchFamily="34" charset="-120"/>
              </a:rPr>
              <a:t>Intensywność interwencji rośnie wraz z potrzebą (</a:t>
            </a:r>
            <a:r>
              <a:rPr lang="pl-PL" sz="2000" dirty="0" err="1" smtClean="0">
                <a:solidFill>
                  <a:srgbClr val="1A1F3C"/>
                </a:solidFill>
                <a:latin typeface="Calibri" pitchFamily="34" charset="0"/>
                <a:ea typeface="Calibri" pitchFamily="34" charset="-122"/>
                <a:cs typeface="Calibri" pitchFamily="34" charset="-120"/>
              </a:rPr>
              <a:t>stepped</a:t>
            </a:r>
            <a:r>
              <a:rPr lang="pl-PL" sz="2000" dirty="0" smtClean="0">
                <a:solidFill>
                  <a:srgbClr val="1A1F3C"/>
                </a:solidFill>
                <a:latin typeface="Calibri" pitchFamily="34" charset="0"/>
                <a:ea typeface="Calibri" pitchFamily="34" charset="-122"/>
                <a:cs typeface="Calibri" pitchFamily="34" charset="-120"/>
              </a:rPr>
              <a:t> </a:t>
            </a:r>
            <a:r>
              <a:rPr lang="pl-PL" sz="2000" dirty="0" err="1" smtClean="0">
                <a:solidFill>
                  <a:srgbClr val="1A1F3C"/>
                </a:solidFill>
                <a:latin typeface="Calibri" pitchFamily="34" charset="0"/>
                <a:ea typeface="Calibri" pitchFamily="34" charset="-122"/>
                <a:cs typeface="Calibri" pitchFamily="34" charset="-120"/>
              </a:rPr>
              <a:t>care</a:t>
            </a:r>
            <a:r>
              <a:rPr lang="pl-PL" sz="2000" dirty="0" smtClean="0">
                <a:solidFill>
                  <a:srgbClr val="1A1F3C"/>
                </a:solidFill>
                <a:latin typeface="Calibri" pitchFamily="34" charset="0"/>
                <a:ea typeface="Calibri" pitchFamily="34" charset="-122"/>
                <a:cs typeface="Calibri" pitchFamily="34" charset="-120"/>
              </a:rPr>
              <a:t>)</a:t>
            </a:r>
            <a:endParaRPr lang="pl-PL" sz="2000" dirty="0"/>
          </a:p>
        </p:txBody>
      </p:sp>
      <p:sp>
        <p:nvSpPr>
          <p:cNvPr id="29" name="Shape 27"/>
          <p:cNvSpPr/>
          <p:nvPr/>
        </p:nvSpPr>
        <p:spPr>
          <a:xfrm>
            <a:off x="487680" y="5681472"/>
            <a:ext cx="11216640" cy="670560"/>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a:solidFill>
                  <a:srgbClr val="1E2761"/>
                </a:solidFill>
                <a:latin typeface="Cambria Math" panose="02040503050406030204" pitchFamily="18" charset="0"/>
                <a:ea typeface="Cambria Math" panose="02040503050406030204" pitchFamily="18" charset="0"/>
                <a:cs typeface="Calibri" pitchFamily="34" charset="-120"/>
              </a:rPr>
              <a:t>Wybór modelu, podobnie jak modalności, powinien wynikać z kwalifikacji, a nie tylko z dostępnej technologii.</a:t>
            </a:r>
            <a:endParaRPr lang="pl-P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8719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PRZYGOTOWANIE TECHNICZNE SESJI</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Lista kontrolna przed każdą sesją zdalną</a:t>
            </a:r>
            <a:endParaRPr lang="en-US" sz="1400"/>
          </a:p>
        </p:txBody>
      </p:sp>
      <p:sp>
        <p:nvSpPr>
          <p:cNvPr id="5" name="Shape 3"/>
          <p:cNvSpPr/>
          <p:nvPr/>
        </p:nvSpPr>
        <p:spPr>
          <a:xfrm>
            <a:off x="487680" y="1378829"/>
            <a:ext cx="5486400" cy="1037828"/>
          </a:xfrm>
          <a:prstGeom prst="roundRect">
            <a:avLst>
              <a:gd name="adj" fmla="val 9524"/>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6" name="Shape 4"/>
          <p:cNvSpPr/>
          <p:nvPr/>
        </p:nvSpPr>
        <p:spPr>
          <a:xfrm>
            <a:off x="658368" y="1511808"/>
            <a:ext cx="536448" cy="536448"/>
          </a:xfrm>
          <a:prstGeom prst="roundRect">
            <a:avLst>
              <a:gd name="adj" fmla="val 18182"/>
            </a:avLst>
          </a:prstGeom>
          <a:solidFill>
            <a:srgbClr val="1E2761"/>
          </a:solidFill>
          <a:ln/>
        </p:spPr>
      </p:sp>
      <p:sp>
        <p:nvSpPr>
          <p:cNvPr id="7" name="Text 5"/>
          <p:cNvSpPr/>
          <p:nvPr/>
        </p:nvSpPr>
        <p:spPr>
          <a:xfrm>
            <a:off x="658368" y="1511808"/>
            <a:ext cx="536448" cy="536448"/>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8" name="Text 6"/>
          <p:cNvSpPr/>
          <p:nvPr/>
        </p:nvSpPr>
        <p:spPr>
          <a:xfrm>
            <a:off x="1341120" y="1487424"/>
            <a:ext cx="4450080" cy="512064"/>
          </a:xfrm>
          <a:prstGeom prst="rect">
            <a:avLst/>
          </a:prstGeom>
          <a:noFill/>
          <a:ln/>
        </p:spPr>
        <p:txBody>
          <a:bodyPr wrap="square" rtlCol="0" anchor="ctr"/>
          <a:lstStyle/>
          <a:p>
            <a:r>
              <a:rPr lang="en-US" sz="2400" b="1">
                <a:solidFill>
                  <a:srgbClr val="1A1F3C"/>
                </a:solidFill>
                <a:latin typeface="Cambria" pitchFamily="34" charset="0"/>
                <a:ea typeface="Cambria" pitchFamily="34" charset="-122"/>
                <a:cs typeface="Cambria" pitchFamily="34" charset="-120"/>
              </a:rPr>
              <a:t>Sprzęt</a:t>
            </a:r>
            <a:endParaRPr lang="en-US" sz="2400"/>
          </a:p>
        </p:txBody>
      </p:sp>
      <p:sp>
        <p:nvSpPr>
          <p:cNvPr id="9" name="Text 7"/>
          <p:cNvSpPr/>
          <p:nvPr/>
        </p:nvSpPr>
        <p:spPr>
          <a:xfrm>
            <a:off x="1341120" y="1869144"/>
            <a:ext cx="4730496"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Komputer/tablet, kamera, mikrofon, słuchawki</a:t>
            </a:r>
            <a:endParaRPr lang="en-US"/>
          </a:p>
        </p:txBody>
      </p:sp>
      <p:sp>
        <p:nvSpPr>
          <p:cNvPr id="10" name="Shape 8"/>
          <p:cNvSpPr/>
          <p:nvPr/>
        </p:nvSpPr>
        <p:spPr>
          <a:xfrm>
            <a:off x="6265055" y="1378829"/>
            <a:ext cx="5439265" cy="1037828"/>
          </a:xfrm>
          <a:prstGeom prst="roundRect">
            <a:avLst>
              <a:gd name="adj" fmla="val 9524"/>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11" name="Shape 9"/>
          <p:cNvSpPr/>
          <p:nvPr/>
        </p:nvSpPr>
        <p:spPr>
          <a:xfrm>
            <a:off x="6388608" y="1511808"/>
            <a:ext cx="536448" cy="536448"/>
          </a:xfrm>
          <a:prstGeom prst="roundRect">
            <a:avLst>
              <a:gd name="adj" fmla="val 18182"/>
            </a:avLst>
          </a:prstGeom>
          <a:solidFill>
            <a:srgbClr val="2D3B8E"/>
          </a:solidFill>
          <a:ln/>
        </p:spPr>
      </p:sp>
      <p:sp>
        <p:nvSpPr>
          <p:cNvPr id="12" name="Text 10"/>
          <p:cNvSpPr/>
          <p:nvPr/>
        </p:nvSpPr>
        <p:spPr>
          <a:xfrm>
            <a:off x="6388608" y="1511808"/>
            <a:ext cx="536448" cy="536448"/>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13" name="Text 11"/>
          <p:cNvSpPr/>
          <p:nvPr/>
        </p:nvSpPr>
        <p:spPr>
          <a:xfrm>
            <a:off x="7071360" y="1487424"/>
            <a:ext cx="4450080" cy="512064"/>
          </a:xfrm>
          <a:prstGeom prst="rect">
            <a:avLst/>
          </a:prstGeom>
          <a:noFill/>
          <a:ln/>
        </p:spPr>
        <p:txBody>
          <a:bodyPr wrap="square" rtlCol="0" anchor="ctr"/>
          <a:lstStyle/>
          <a:p>
            <a:r>
              <a:rPr lang="en-US" sz="2400" b="1">
                <a:solidFill>
                  <a:srgbClr val="1A1F3C"/>
                </a:solidFill>
                <a:latin typeface="Cambria" pitchFamily="34" charset="0"/>
                <a:ea typeface="Cambria" pitchFamily="34" charset="-122"/>
                <a:cs typeface="Cambria" pitchFamily="34" charset="-120"/>
              </a:rPr>
              <a:t>Łącze internetowe</a:t>
            </a:r>
            <a:endParaRPr lang="en-US" sz="2400"/>
          </a:p>
        </p:txBody>
      </p:sp>
      <p:sp>
        <p:nvSpPr>
          <p:cNvPr id="14" name="Text 12"/>
          <p:cNvSpPr/>
          <p:nvPr/>
        </p:nvSpPr>
        <p:spPr>
          <a:xfrm>
            <a:off x="7071360" y="1869144"/>
            <a:ext cx="463296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Stabilność ważniejsza niż maksymalna prędkość</a:t>
            </a:r>
            <a:endParaRPr lang="en-US"/>
          </a:p>
        </p:txBody>
      </p:sp>
      <p:sp>
        <p:nvSpPr>
          <p:cNvPr id="15" name="Shape 13"/>
          <p:cNvSpPr/>
          <p:nvPr/>
        </p:nvSpPr>
        <p:spPr>
          <a:xfrm>
            <a:off x="487680" y="2805293"/>
            <a:ext cx="5486400" cy="1037828"/>
          </a:xfrm>
          <a:prstGeom prst="roundRect">
            <a:avLst>
              <a:gd name="adj" fmla="val 9524"/>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16" name="Shape 14"/>
          <p:cNvSpPr/>
          <p:nvPr/>
        </p:nvSpPr>
        <p:spPr>
          <a:xfrm>
            <a:off x="658368" y="2938272"/>
            <a:ext cx="536448" cy="536448"/>
          </a:xfrm>
          <a:prstGeom prst="roundRect">
            <a:avLst>
              <a:gd name="adj" fmla="val 18182"/>
            </a:avLst>
          </a:prstGeom>
          <a:solidFill>
            <a:srgbClr val="5B8FF9"/>
          </a:solidFill>
          <a:ln/>
        </p:spPr>
      </p:sp>
      <p:sp>
        <p:nvSpPr>
          <p:cNvPr id="17" name="Text 15"/>
          <p:cNvSpPr/>
          <p:nvPr/>
        </p:nvSpPr>
        <p:spPr>
          <a:xfrm>
            <a:off x="658368" y="2938272"/>
            <a:ext cx="536448" cy="536448"/>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18" name="Text 16"/>
          <p:cNvSpPr/>
          <p:nvPr/>
        </p:nvSpPr>
        <p:spPr>
          <a:xfrm>
            <a:off x="1341120" y="2913888"/>
            <a:ext cx="4450080" cy="512064"/>
          </a:xfrm>
          <a:prstGeom prst="rect">
            <a:avLst/>
          </a:prstGeom>
          <a:noFill/>
          <a:ln/>
        </p:spPr>
        <p:txBody>
          <a:bodyPr wrap="square" rtlCol="0" anchor="ctr"/>
          <a:lstStyle/>
          <a:p>
            <a:r>
              <a:rPr lang="en-US" sz="2400" b="1">
                <a:solidFill>
                  <a:srgbClr val="1A1F3C"/>
                </a:solidFill>
                <a:latin typeface="Cambria" pitchFamily="34" charset="0"/>
                <a:ea typeface="Cambria" pitchFamily="34" charset="-122"/>
                <a:cs typeface="Cambria" pitchFamily="34" charset="-120"/>
              </a:rPr>
              <a:t>Oświetlenie</a:t>
            </a:r>
            <a:endParaRPr lang="en-US" sz="2400"/>
          </a:p>
        </p:txBody>
      </p:sp>
      <p:sp>
        <p:nvSpPr>
          <p:cNvPr id="19" name="Text 17"/>
          <p:cNvSpPr/>
          <p:nvPr/>
        </p:nvSpPr>
        <p:spPr>
          <a:xfrm>
            <a:off x="1341120" y="3295608"/>
            <a:ext cx="445008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Widoczność twarzy, brak światła z tyłu</a:t>
            </a:r>
            <a:endParaRPr lang="en-US"/>
          </a:p>
        </p:txBody>
      </p:sp>
      <p:sp>
        <p:nvSpPr>
          <p:cNvPr id="20" name="Shape 18"/>
          <p:cNvSpPr/>
          <p:nvPr/>
        </p:nvSpPr>
        <p:spPr>
          <a:xfrm>
            <a:off x="6265055" y="2805293"/>
            <a:ext cx="5439265" cy="1037828"/>
          </a:xfrm>
          <a:prstGeom prst="roundRect">
            <a:avLst>
              <a:gd name="adj" fmla="val 9524"/>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21" name="Shape 19"/>
          <p:cNvSpPr/>
          <p:nvPr/>
        </p:nvSpPr>
        <p:spPr>
          <a:xfrm>
            <a:off x="6388608" y="2938272"/>
            <a:ext cx="536448" cy="536448"/>
          </a:xfrm>
          <a:prstGeom prst="roundRect">
            <a:avLst>
              <a:gd name="adj" fmla="val 18182"/>
            </a:avLst>
          </a:prstGeom>
          <a:solidFill>
            <a:srgbClr val="2D7DD2"/>
          </a:solidFill>
          <a:ln/>
        </p:spPr>
      </p:sp>
      <p:sp>
        <p:nvSpPr>
          <p:cNvPr id="22" name="Text 20"/>
          <p:cNvSpPr/>
          <p:nvPr/>
        </p:nvSpPr>
        <p:spPr>
          <a:xfrm>
            <a:off x="6388608" y="2938272"/>
            <a:ext cx="536448" cy="536448"/>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23" name="Text 21"/>
          <p:cNvSpPr/>
          <p:nvPr/>
        </p:nvSpPr>
        <p:spPr>
          <a:xfrm>
            <a:off x="7071360" y="2913888"/>
            <a:ext cx="4450080" cy="512064"/>
          </a:xfrm>
          <a:prstGeom prst="rect">
            <a:avLst/>
          </a:prstGeom>
          <a:noFill/>
          <a:ln/>
        </p:spPr>
        <p:txBody>
          <a:bodyPr wrap="square" rtlCol="0" anchor="ctr"/>
          <a:lstStyle/>
          <a:p>
            <a:r>
              <a:rPr lang="en-US" sz="2400" b="1">
                <a:solidFill>
                  <a:srgbClr val="1A1F3C"/>
                </a:solidFill>
                <a:latin typeface="Cambria" pitchFamily="34" charset="0"/>
                <a:ea typeface="Cambria" pitchFamily="34" charset="-122"/>
                <a:cs typeface="Cambria" pitchFamily="34" charset="-120"/>
              </a:rPr>
              <a:t>Platforma</a:t>
            </a:r>
            <a:endParaRPr lang="en-US" sz="2400"/>
          </a:p>
        </p:txBody>
      </p:sp>
      <p:sp>
        <p:nvSpPr>
          <p:cNvPr id="24" name="Text 22"/>
          <p:cNvSpPr/>
          <p:nvPr/>
        </p:nvSpPr>
        <p:spPr>
          <a:xfrm>
            <a:off x="7071360" y="3295608"/>
            <a:ext cx="457200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Przetestowana, zgodna z wymogami poufności</a:t>
            </a:r>
            <a:endParaRPr lang="en-US"/>
          </a:p>
        </p:txBody>
      </p:sp>
      <p:sp>
        <p:nvSpPr>
          <p:cNvPr id="25" name="Shape 23"/>
          <p:cNvSpPr/>
          <p:nvPr/>
        </p:nvSpPr>
        <p:spPr>
          <a:xfrm>
            <a:off x="487680" y="4231757"/>
            <a:ext cx="5486400" cy="1037828"/>
          </a:xfrm>
          <a:prstGeom prst="roundRect">
            <a:avLst>
              <a:gd name="adj" fmla="val 9524"/>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26" name="Shape 24"/>
          <p:cNvSpPr/>
          <p:nvPr/>
        </p:nvSpPr>
        <p:spPr>
          <a:xfrm>
            <a:off x="658368" y="4364736"/>
            <a:ext cx="536448" cy="536448"/>
          </a:xfrm>
          <a:prstGeom prst="roundRect">
            <a:avLst>
              <a:gd name="adj" fmla="val 18182"/>
            </a:avLst>
          </a:prstGeom>
          <a:solidFill>
            <a:srgbClr val="3ECFB2"/>
          </a:solidFill>
          <a:ln/>
        </p:spPr>
      </p:sp>
      <p:sp>
        <p:nvSpPr>
          <p:cNvPr id="27" name="Text 25"/>
          <p:cNvSpPr/>
          <p:nvPr/>
        </p:nvSpPr>
        <p:spPr>
          <a:xfrm>
            <a:off x="658368" y="4364736"/>
            <a:ext cx="536448" cy="536448"/>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28" name="Text 26"/>
          <p:cNvSpPr/>
          <p:nvPr/>
        </p:nvSpPr>
        <p:spPr>
          <a:xfrm>
            <a:off x="1341120" y="4340352"/>
            <a:ext cx="4450080" cy="512064"/>
          </a:xfrm>
          <a:prstGeom prst="rect">
            <a:avLst/>
          </a:prstGeom>
          <a:noFill/>
          <a:ln/>
        </p:spPr>
        <p:txBody>
          <a:bodyPr wrap="square" rtlCol="0" anchor="ctr"/>
          <a:lstStyle/>
          <a:p>
            <a:r>
              <a:rPr lang="en-US" sz="2400" b="1">
                <a:solidFill>
                  <a:srgbClr val="1A1F3C"/>
                </a:solidFill>
                <a:latin typeface="Cambria" pitchFamily="34" charset="0"/>
                <a:ea typeface="Cambria" pitchFamily="34" charset="-122"/>
                <a:cs typeface="Cambria" pitchFamily="34" charset="-120"/>
              </a:rPr>
              <a:t>Plan awaryjny</a:t>
            </a:r>
            <a:endParaRPr lang="en-US" sz="2400"/>
          </a:p>
        </p:txBody>
      </p:sp>
      <p:sp>
        <p:nvSpPr>
          <p:cNvPr id="29" name="Text 27"/>
          <p:cNvSpPr/>
          <p:nvPr/>
        </p:nvSpPr>
        <p:spPr>
          <a:xfrm>
            <a:off x="1341120" y="4722072"/>
            <a:ext cx="445008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Alternatywny </a:t>
            </a:r>
            <a:r>
              <a:rPr lang="en-US" err="1">
                <a:solidFill>
                  <a:srgbClr val="4A5280"/>
                </a:solidFill>
                <a:latin typeface="Calibri" pitchFamily="34" charset="0"/>
                <a:ea typeface="Calibri" pitchFamily="34" charset="-122"/>
                <a:cs typeface="Calibri" pitchFamily="34" charset="-120"/>
              </a:rPr>
              <a:t>kanał</a:t>
            </a:r>
            <a:r>
              <a:rPr lang="en-US">
                <a:solidFill>
                  <a:srgbClr val="4A5280"/>
                </a:solidFill>
                <a:latin typeface="Calibri" pitchFamily="34" charset="0"/>
                <a:ea typeface="Calibri" pitchFamily="34" charset="-122"/>
                <a:cs typeface="Calibri" pitchFamily="34" charset="-120"/>
              </a:rPr>
              <a:t> - telefon jako backup</a:t>
            </a:r>
            <a:endParaRPr lang="en-US"/>
          </a:p>
        </p:txBody>
      </p:sp>
      <p:sp>
        <p:nvSpPr>
          <p:cNvPr id="30" name="Shape 28"/>
          <p:cNvSpPr/>
          <p:nvPr/>
        </p:nvSpPr>
        <p:spPr>
          <a:xfrm>
            <a:off x="6265055" y="4231757"/>
            <a:ext cx="5439265" cy="1037828"/>
          </a:xfrm>
          <a:prstGeom prst="roundRect">
            <a:avLst>
              <a:gd name="adj" fmla="val 9524"/>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31" name="Shape 29"/>
          <p:cNvSpPr/>
          <p:nvPr/>
        </p:nvSpPr>
        <p:spPr>
          <a:xfrm>
            <a:off x="6388608" y="4364736"/>
            <a:ext cx="536448" cy="536448"/>
          </a:xfrm>
          <a:prstGeom prst="roundRect">
            <a:avLst>
              <a:gd name="adj" fmla="val 18182"/>
            </a:avLst>
          </a:prstGeom>
          <a:solidFill>
            <a:srgbClr val="7B5EA7"/>
          </a:solidFill>
          <a:ln/>
        </p:spPr>
      </p:sp>
      <p:sp>
        <p:nvSpPr>
          <p:cNvPr id="32" name="Text 30"/>
          <p:cNvSpPr/>
          <p:nvPr/>
        </p:nvSpPr>
        <p:spPr>
          <a:xfrm>
            <a:off x="6388608" y="4364736"/>
            <a:ext cx="536448" cy="536448"/>
          </a:xfrm>
          <a:prstGeom prst="rect">
            <a:avLst/>
          </a:prstGeom>
          <a:noFill/>
          <a:ln/>
        </p:spPr>
        <p:txBody>
          <a:bodyPr wrap="square" rtlCol="0" anchor="ctr"/>
          <a:lstStyle/>
          <a:p>
            <a:pPr algn="ct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33" name="Text 31"/>
          <p:cNvSpPr/>
          <p:nvPr/>
        </p:nvSpPr>
        <p:spPr>
          <a:xfrm>
            <a:off x="7071360" y="4340352"/>
            <a:ext cx="4450080" cy="512064"/>
          </a:xfrm>
          <a:prstGeom prst="rect">
            <a:avLst/>
          </a:prstGeom>
          <a:noFill/>
          <a:ln/>
        </p:spPr>
        <p:txBody>
          <a:bodyPr wrap="square" rtlCol="0" anchor="ctr"/>
          <a:lstStyle/>
          <a:p>
            <a:r>
              <a:rPr lang="en-US" sz="2400" b="1">
                <a:solidFill>
                  <a:srgbClr val="1A1F3C"/>
                </a:solidFill>
                <a:latin typeface="Cambria" pitchFamily="34" charset="0"/>
                <a:ea typeface="Cambria" pitchFamily="34" charset="-122"/>
                <a:cs typeface="Cambria" pitchFamily="34" charset="-120"/>
              </a:rPr>
              <a:t>Aktualizacje i test kanału</a:t>
            </a:r>
            <a:endParaRPr lang="en-US" sz="2400"/>
          </a:p>
        </p:txBody>
      </p:sp>
      <p:sp>
        <p:nvSpPr>
          <p:cNvPr id="34" name="Text 32"/>
          <p:cNvSpPr/>
          <p:nvPr/>
        </p:nvSpPr>
        <p:spPr>
          <a:xfrm>
            <a:off x="7071360" y="4722072"/>
            <a:ext cx="445008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Sprawdzone przed, nie podczas sesji</a:t>
            </a:r>
            <a:endParaRPr lang="en-US"/>
          </a:p>
        </p:txBody>
      </p:sp>
      <p:sp>
        <p:nvSpPr>
          <p:cNvPr id="35" name="Shape 33"/>
          <p:cNvSpPr/>
          <p:nvPr/>
        </p:nvSpPr>
        <p:spPr>
          <a:xfrm>
            <a:off x="548640" y="5846628"/>
            <a:ext cx="11155680" cy="818121"/>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2400">
                <a:solidFill>
                  <a:srgbClr val="1E2761"/>
                </a:solidFill>
                <a:latin typeface="Cambria Math" panose="02040503050406030204" pitchFamily="18" charset="0"/>
                <a:ea typeface="Cambria Math" panose="02040503050406030204" pitchFamily="18" charset="0"/>
                <a:cs typeface="Calibri" pitchFamily="34" charset="-120"/>
              </a:rPr>
              <a:t>Przygotowanie techniczne jest częścią profesjonalizmu, podobnie </a:t>
            </a:r>
            <a:br>
              <a:rPr lang="pl-PL" sz="2400">
                <a:solidFill>
                  <a:srgbClr val="1E2761"/>
                </a:solidFill>
                <a:latin typeface="Cambria Math" panose="02040503050406030204" pitchFamily="18" charset="0"/>
                <a:ea typeface="Cambria Math" panose="02040503050406030204" pitchFamily="18" charset="0"/>
                <a:cs typeface="Calibri" pitchFamily="34" charset="-120"/>
              </a:rPr>
            </a:br>
            <a:r>
              <a:rPr lang="pl-PL" sz="2400">
                <a:solidFill>
                  <a:srgbClr val="1E2761"/>
                </a:solidFill>
                <a:latin typeface="Cambria Math" panose="02040503050406030204" pitchFamily="18" charset="0"/>
                <a:ea typeface="Cambria Math" panose="02040503050406030204" pitchFamily="18" charset="0"/>
                <a:cs typeface="Calibri" pitchFamily="34" charset="-120"/>
              </a:rPr>
              <a:t>jak przygotowanie gabinetu przed wizytą stacjonarną.</a:t>
            </a:r>
            <a:endParaRPr lang="pl-PL" sz="240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25999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PRZYGOTOWANIE ŚRODOWISKA KLIENTA</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pl-PL" sz="1400" i="1">
                <a:solidFill>
                  <a:srgbClr val="CADCFC"/>
                </a:solidFill>
                <a:latin typeface="Calibri" pitchFamily="34" charset="0"/>
                <a:ea typeface="Calibri" pitchFamily="34" charset="-122"/>
                <a:cs typeface="Calibri" pitchFamily="34" charset="-120"/>
              </a:rPr>
              <a:t>Terapeuta nie kontroluje tego środowiska, ale może je uzgodnić i sprawdzić</a:t>
            </a:r>
            <a:endParaRPr lang="pl-PL" sz="1400"/>
          </a:p>
        </p:txBody>
      </p:sp>
      <p:sp>
        <p:nvSpPr>
          <p:cNvPr id="5" name="Shape 3"/>
          <p:cNvSpPr/>
          <p:nvPr/>
        </p:nvSpPr>
        <p:spPr>
          <a:xfrm>
            <a:off x="548640" y="1341120"/>
            <a:ext cx="5865324" cy="4937760"/>
          </a:xfrm>
          <a:prstGeom prst="roundRect">
            <a:avLst>
              <a:gd name="adj" fmla="val 2469"/>
            </a:avLst>
          </a:prstGeom>
          <a:solidFill>
            <a:srgbClr val="F8F9FF"/>
          </a:solidFill>
          <a:ln/>
          <a:effectLst>
            <a:outerShdw blurRad="76200" dist="25400" dir="2700000" algn="bl" rotWithShape="0">
              <a:srgbClr val="000000">
                <a:alpha val="8000"/>
              </a:srgbClr>
            </a:outerShdw>
          </a:effectLst>
        </p:spPr>
      </p:sp>
      <p:sp>
        <p:nvSpPr>
          <p:cNvPr id="6" name="Text 4"/>
          <p:cNvSpPr/>
          <p:nvPr/>
        </p:nvSpPr>
        <p:spPr>
          <a:xfrm>
            <a:off x="670560" y="1438656"/>
            <a:ext cx="4998720" cy="365760"/>
          </a:xfrm>
          <a:prstGeom prst="rect">
            <a:avLst/>
          </a:prstGeom>
          <a:noFill/>
          <a:ln/>
        </p:spPr>
        <p:txBody>
          <a:bodyPr wrap="square" rtlCol="0" anchor="ctr"/>
          <a:lstStyle/>
          <a:p>
            <a:r>
              <a:rPr lang="pl-PL" sz="1600" b="1" dirty="0" smtClean="0">
                <a:solidFill>
                  <a:srgbClr val="1E2761"/>
                </a:solidFill>
                <a:latin typeface="Cambria" pitchFamily="34" charset="0"/>
                <a:ea typeface="Cambria" pitchFamily="34" charset="-122"/>
                <a:cs typeface="Cambria" pitchFamily="34" charset="-120"/>
              </a:rPr>
              <a:t>Schemat środowiska pacjenta</a:t>
            </a:r>
            <a:endParaRPr lang="pl-PL" sz="1600" b="1" dirty="0">
              <a:solidFill>
                <a:srgbClr val="1E2761"/>
              </a:solidFill>
              <a:latin typeface="Cambria" pitchFamily="34" charset="0"/>
              <a:ea typeface="Cambria" pitchFamily="34" charset="-122"/>
              <a:cs typeface="Cambria" pitchFamily="34" charset="-120"/>
            </a:endParaRPr>
          </a:p>
        </p:txBody>
      </p:sp>
      <p:sp>
        <p:nvSpPr>
          <p:cNvPr id="7" name="Shape 5"/>
          <p:cNvSpPr/>
          <p:nvPr/>
        </p:nvSpPr>
        <p:spPr>
          <a:xfrm>
            <a:off x="975360" y="2011680"/>
            <a:ext cx="4389120" cy="3169920"/>
          </a:xfrm>
          <a:prstGeom prst="rect">
            <a:avLst/>
          </a:prstGeom>
          <a:solidFill>
            <a:srgbClr val="FFFFFF"/>
          </a:solidFill>
          <a:ln w="19050">
            <a:solidFill>
              <a:srgbClr val="8A93C0"/>
            </a:solidFill>
            <a:prstDash val="solid"/>
          </a:ln>
        </p:spPr>
      </p:sp>
      <p:sp>
        <p:nvSpPr>
          <p:cNvPr id="8" name="Shape 6"/>
          <p:cNvSpPr/>
          <p:nvPr/>
        </p:nvSpPr>
        <p:spPr>
          <a:xfrm>
            <a:off x="792480" y="2804160"/>
            <a:ext cx="219456" cy="731520"/>
          </a:xfrm>
          <a:prstGeom prst="rect">
            <a:avLst/>
          </a:prstGeom>
          <a:solidFill>
            <a:srgbClr val="D64045"/>
          </a:solidFill>
          <a:ln w="12700">
            <a:solidFill>
              <a:srgbClr val="D64045"/>
            </a:solidFill>
            <a:prstDash val="solid"/>
          </a:ln>
        </p:spPr>
      </p:sp>
      <p:sp>
        <p:nvSpPr>
          <p:cNvPr id="9" name="Text 7"/>
          <p:cNvSpPr/>
          <p:nvPr/>
        </p:nvSpPr>
        <p:spPr>
          <a:xfrm>
            <a:off x="964698" y="2560320"/>
            <a:ext cx="986022" cy="487680"/>
          </a:xfrm>
          <a:prstGeom prst="rect">
            <a:avLst/>
          </a:prstGeom>
          <a:noFill/>
          <a:ln/>
        </p:spPr>
        <p:txBody>
          <a:bodyPr wrap="square" rtlCol="0" anchor="ctr"/>
          <a:lstStyle/>
          <a:p>
            <a:pPr algn="ctr"/>
            <a:r>
              <a:rPr lang="pl-PL" sz="1400" i="1" dirty="0" smtClean="0">
                <a:solidFill>
                  <a:srgbClr val="8A93C0"/>
                </a:solidFill>
                <a:latin typeface="Calibri" pitchFamily="34" charset="0"/>
                <a:ea typeface="Calibri" pitchFamily="34" charset="-122"/>
                <a:cs typeface="Calibri" pitchFamily="34" charset="-120"/>
              </a:rPr>
              <a:t>drzwi</a:t>
            </a:r>
            <a:endParaRPr lang="pl-PL" sz="1400" dirty="0" smtClean="0"/>
          </a:p>
          <a:p>
            <a:pPr algn="ctr"/>
            <a:r>
              <a:rPr lang="pl-PL" sz="1400" i="1" dirty="0" smtClean="0">
                <a:solidFill>
                  <a:srgbClr val="8A93C0"/>
                </a:solidFill>
                <a:latin typeface="Calibri" pitchFamily="34" charset="0"/>
                <a:ea typeface="Calibri" pitchFamily="34" charset="-122"/>
                <a:cs typeface="Calibri" pitchFamily="34" charset="-120"/>
              </a:rPr>
              <a:t>zamknięte</a:t>
            </a:r>
            <a:endParaRPr lang="pl-PL" sz="1400" dirty="0"/>
          </a:p>
        </p:txBody>
      </p:sp>
      <p:sp>
        <p:nvSpPr>
          <p:cNvPr id="10" name="Shape 8"/>
          <p:cNvSpPr/>
          <p:nvPr/>
        </p:nvSpPr>
        <p:spPr>
          <a:xfrm>
            <a:off x="4267200" y="3048000"/>
            <a:ext cx="609600" cy="609600"/>
          </a:xfrm>
          <a:prstGeom prst="ellipse">
            <a:avLst/>
          </a:prstGeom>
          <a:solidFill>
            <a:srgbClr val="5B8FF9"/>
          </a:solidFill>
          <a:ln/>
        </p:spPr>
      </p:sp>
      <p:sp>
        <p:nvSpPr>
          <p:cNvPr id="11" name="Text 9"/>
          <p:cNvSpPr/>
          <p:nvPr/>
        </p:nvSpPr>
        <p:spPr>
          <a:xfrm>
            <a:off x="4267200" y="3048000"/>
            <a:ext cx="609600" cy="609600"/>
          </a:xfrm>
          <a:prstGeom prst="rect">
            <a:avLst/>
          </a:prstGeom>
          <a:noFill/>
          <a:ln/>
        </p:spPr>
        <p:txBody>
          <a:bodyPr wrap="square" rtlCol="0" anchor="ctr"/>
          <a:lstStyle/>
          <a:p>
            <a:pPr algn="ctr"/>
            <a:r>
              <a:rPr lang="en-US" sz="2133">
                <a:solidFill>
                  <a:srgbClr val="000000"/>
                </a:solidFill>
              </a:rPr>
              <a:t>🎧</a:t>
            </a:r>
            <a:endParaRPr lang="en-US" sz="2133"/>
          </a:p>
        </p:txBody>
      </p:sp>
      <p:sp>
        <p:nvSpPr>
          <p:cNvPr id="12" name="Text 10"/>
          <p:cNvSpPr/>
          <p:nvPr/>
        </p:nvSpPr>
        <p:spPr>
          <a:xfrm>
            <a:off x="3779520" y="3718560"/>
            <a:ext cx="1584960" cy="365760"/>
          </a:xfrm>
          <a:prstGeom prst="rect">
            <a:avLst/>
          </a:prstGeom>
          <a:noFill/>
          <a:ln/>
        </p:spPr>
        <p:txBody>
          <a:bodyPr wrap="square" rtlCol="0" anchor="ctr"/>
          <a:lstStyle/>
          <a:p>
            <a:pPr algn="ctr"/>
            <a:r>
              <a:rPr lang="pl-PL" sz="1600" i="1" dirty="0" smtClean="0">
                <a:solidFill>
                  <a:srgbClr val="8A93C0"/>
                </a:solidFill>
                <a:latin typeface="Calibri" pitchFamily="34" charset="0"/>
                <a:ea typeface="Calibri" pitchFamily="34" charset="-122"/>
                <a:cs typeface="Calibri" pitchFamily="34" charset="-120"/>
              </a:rPr>
              <a:t>słuchawki</a:t>
            </a:r>
            <a:endParaRPr lang="pl-PL" sz="1600" dirty="0"/>
          </a:p>
        </p:txBody>
      </p:sp>
      <p:sp>
        <p:nvSpPr>
          <p:cNvPr id="13" name="Shape 11"/>
          <p:cNvSpPr/>
          <p:nvPr/>
        </p:nvSpPr>
        <p:spPr>
          <a:xfrm>
            <a:off x="1950720" y="3108960"/>
            <a:ext cx="670560" cy="670560"/>
          </a:xfrm>
          <a:prstGeom prst="ellipse">
            <a:avLst/>
          </a:prstGeom>
          <a:solidFill>
            <a:srgbClr val="3A9F6E"/>
          </a:solidFill>
          <a:ln/>
        </p:spPr>
      </p:sp>
      <p:sp>
        <p:nvSpPr>
          <p:cNvPr id="14" name="Text 12"/>
          <p:cNvSpPr/>
          <p:nvPr/>
        </p:nvSpPr>
        <p:spPr>
          <a:xfrm>
            <a:off x="1950720" y="3108960"/>
            <a:ext cx="670560" cy="670560"/>
          </a:xfrm>
          <a:prstGeom prst="rect">
            <a:avLst/>
          </a:prstGeom>
          <a:noFill/>
          <a:ln/>
        </p:spPr>
        <p:txBody>
          <a:bodyPr wrap="square" rtlCol="0" anchor="ctr"/>
          <a:lstStyle/>
          <a:p>
            <a:pPr algn="ctr"/>
            <a:r>
              <a:rPr lang="en-US" sz="2133">
                <a:solidFill>
                  <a:srgbClr val="000000"/>
                </a:solidFill>
              </a:rPr>
              <a:t>📱</a:t>
            </a:r>
            <a:endParaRPr lang="en-US" sz="2133"/>
          </a:p>
        </p:txBody>
      </p:sp>
      <p:sp>
        <p:nvSpPr>
          <p:cNvPr id="15" name="Text 13"/>
          <p:cNvSpPr/>
          <p:nvPr/>
        </p:nvSpPr>
        <p:spPr>
          <a:xfrm>
            <a:off x="1280160" y="3840480"/>
            <a:ext cx="2011680" cy="487680"/>
          </a:xfrm>
          <a:prstGeom prst="rect">
            <a:avLst/>
          </a:prstGeom>
          <a:noFill/>
          <a:ln/>
        </p:spPr>
        <p:txBody>
          <a:bodyPr wrap="square" rtlCol="0" anchor="ctr"/>
          <a:lstStyle/>
          <a:p>
            <a:pPr algn="ctr">
              <a:lnSpc>
                <a:spcPct val="110000"/>
              </a:lnSpc>
            </a:pPr>
            <a:r>
              <a:rPr lang="pl-PL" sz="1600" i="1" dirty="0" smtClean="0">
                <a:solidFill>
                  <a:srgbClr val="8A93C0"/>
                </a:solidFill>
                <a:latin typeface="Calibri" pitchFamily="34" charset="0"/>
                <a:ea typeface="Calibri" pitchFamily="34" charset="-122"/>
                <a:cs typeface="Calibri" pitchFamily="34" charset="-120"/>
              </a:rPr>
              <a:t>telefon w zasięgu ręki</a:t>
            </a:r>
            <a:endParaRPr lang="pl-PL" sz="1600" dirty="0" smtClean="0"/>
          </a:p>
          <a:p>
            <a:pPr algn="ctr">
              <a:lnSpc>
                <a:spcPct val="110000"/>
              </a:lnSpc>
            </a:pPr>
            <a:r>
              <a:rPr lang="pl-PL" sz="1600" i="1" dirty="0" smtClean="0">
                <a:solidFill>
                  <a:srgbClr val="8A93C0"/>
                </a:solidFill>
                <a:latin typeface="Calibri" pitchFamily="34" charset="0"/>
                <a:ea typeface="Calibri" pitchFamily="34" charset="-122"/>
                <a:cs typeface="Calibri" pitchFamily="34" charset="-120"/>
              </a:rPr>
              <a:t>(plan awaryjny)</a:t>
            </a:r>
            <a:endParaRPr lang="pl-PL" sz="1600" dirty="0"/>
          </a:p>
        </p:txBody>
      </p:sp>
      <p:sp>
        <p:nvSpPr>
          <p:cNvPr id="16" name="Shape 14"/>
          <p:cNvSpPr/>
          <p:nvPr/>
        </p:nvSpPr>
        <p:spPr>
          <a:xfrm>
            <a:off x="5364480" y="2011680"/>
            <a:ext cx="0" cy="3169920"/>
          </a:xfrm>
          <a:prstGeom prst="line">
            <a:avLst/>
          </a:prstGeom>
          <a:noFill/>
          <a:ln w="12700">
            <a:solidFill>
              <a:srgbClr val="8A93C0"/>
            </a:solidFill>
            <a:prstDash val="dash"/>
          </a:ln>
        </p:spPr>
      </p:sp>
      <p:sp>
        <p:nvSpPr>
          <p:cNvPr id="17" name="Text 15"/>
          <p:cNvSpPr/>
          <p:nvPr/>
        </p:nvSpPr>
        <p:spPr>
          <a:xfrm>
            <a:off x="5364480" y="2133600"/>
            <a:ext cx="792480" cy="609600"/>
          </a:xfrm>
          <a:prstGeom prst="rect">
            <a:avLst/>
          </a:prstGeom>
          <a:noFill/>
          <a:ln/>
        </p:spPr>
        <p:txBody>
          <a:bodyPr wrap="square" rtlCol="0" anchor="ctr"/>
          <a:lstStyle/>
          <a:p>
            <a:pPr>
              <a:lnSpc>
                <a:spcPct val="105000"/>
              </a:lnSpc>
            </a:pPr>
            <a:r>
              <a:rPr lang="pl-PL" sz="1200" i="1" dirty="0" smtClean="0">
                <a:solidFill>
                  <a:srgbClr val="8A93C0"/>
                </a:solidFill>
                <a:latin typeface="Calibri" pitchFamily="34" charset="0"/>
                <a:ea typeface="Calibri" pitchFamily="34" charset="-122"/>
                <a:cs typeface="Calibri" pitchFamily="34" charset="-120"/>
              </a:rPr>
              <a:t>obszar poza</a:t>
            </a:r>
            <a:endParaRPr lang="pl-PL" sz="1200" dirty="0" smtClean="0"/>
          </a:p>
          <a:p>
            <a:pPr>
              <a:lnSpc>
                <a:spcPct val="105000"/>
              </a:lnSpc>
            </a:pPr>
            <a:r>
              <a:rPr lang="pl-PL" sz="1200" i="1" dirty="0" smtClean="0">
                <a:solidFill>
                  <a:srgbClr val="8A93C0"/>
                </a:solidFill>
                <a:latin typeface="Calibri" pitchFamily="34" charset="0"/>
                <a:ea typeface="Calibri" pitchFamily="34" charset="-122"/>
                <a:cs typeface="Calibri" pitchFamily="34" charset="-120"/>
              </a:rPr>
              <a:t>kadrem</a:t>
            </a:r>
            <a:endParaRPr lang="pl-PL" sz="1200" dirty="0"/>
          </a:p>
        </p:txBody>
      </p:sp>
      <p:sp>
        <p:nvSpPr>
          <p:cNvPr id="18" name="Text 16"/>
          <p:cNvSpPr/>
          <p:nvPr/>
        </p:nvSpPr>
        <p:spPr>
          <a:xfrm>
            <a:off x="975360" y="5303520"/>
            <a:ext cx="4389120" cy="365760"/>
          </a:xfrm>
          <a:prstGeom prst="rect">
            <a:avLst/>
          </a:prstGeom>
          <a:noFill/>
          <a:ln/>
        </p:spPr>
        <p:txBody>
          <a:bodyPr wrap="square" rtlCol="0" anchor="ctr"/>
          <a:lstStyle/>
          <a:p>
            <a:pPr algn="ctr"/>
            <a:r>
              <a:rPr lang="pl-PL" sz="2000" i="1" dirty="0" smtClean="0">
                <a:solidFill>
                  <a:srgbClr val="4A5280"/>
                </a:solidFill>
                <a:latin typeface="Calibri" pitchFamily="34" charset="0"/>
                <a:ea typeface="Calibri" pitchFamily="34" charset="-122"/>
                <a:cs typeface="Calibri" pitchFamily="34" charset="-120"/>
              </a:rPr>
              <a:t>Brak osób trzecich w kadrze i poza nim</a:t>
            </a:r>
            <a:endParaRPr lang="pl-PL" sz="2000" dirty="0"/>
          </a:p>
        </p:txBody>
      </p:sp>
      <p:sp>
        <p:nvSpPr>
          <p:cNvPr id="19" name="Shape 17"/>
          <p:cNvSpPr/>
          <p:nvPr/>
        </p:nvSpPr>
        <p:spPr>
          <a:xfrm>
            <a:off x="6644640" y="1341120"/>
            <a:ext cx="5145024" cy="4937760"/>
          </a:xfrm>
          <a:prstGeom prst="roundRect">
            <a:avLst>
              <a:gd name="adj" fmla="val 2469"/>
            </a:avLst>
          </a:prstGeom>
          <a:solidFill>
            <a:srgbClr val="FFFFFF"/>
          </a:solidFill>
          <a:ln/>
          <a:effectLst>
            <a:outerShdw blurRad="76200" dist="25400" dir="2700000" algn="bl" rotWithShape="0">
              <a:srgbClr val="000000">
                <a:alpha val="8000"/>
              </a:srgbClr>
            </a:outerShdw>
          </a:effectLst>
        </p:spPr>
      </p:sp>
      <p:sp>
        <p:nvSpPr>
          <p:cNvPr id="20" name="Text 18"/>
          <p:cNvSpPr/>
          <p:nvPr/>
        </p:nvSpPr>
        <p:spPr>
          <a:xfrm>
            <a:off x="6816710" y="1438656"/>
            <a:ext cx="4742278" cy="365760"/>
          </a:xfrm>
          <a:prstGeom prst="rect">
            <a:avLst/>
          </a:prstGeom>
          <a:noFill/>
          <a:ln/>
        </p:spPr>
        <p:txBody>
          <a:bodyPr wrap="square" rtlCol="0" anchor="ctr"/>
          <a:lstStyle/>
          <a:p>
            <a:r>
              <a:rPr lang="pl-PL" sz="1600" b="1" dirty="0" smtClean="0">
                <a:solidFill>
                  <a:srgbClr val="1E2761"/>
                </a:solidFill>
                <a:latin typeface="Cambria" pitchFamily="34" charset="0"/>
                <a:ea typeface="Cambria" pitchFamily="34" charset="-122"/>
                <a:cs typeface="Cambria" pitchFamily="34" charset="-120"/>
              </a:rPr>
              <a:t>Pytania kontrolne na początku sesji</a:t>
            </a:r>
            <a:endParaRPr lang="pl-PL" sz="1600" dirty="0"/>
          </a:p>
        </p:txBody>
      </p:sp>
      <p:sp>
        <p:nvSpPr>
          <p:cNvPr id="21" name="Shape 19"/>
          <p:cNvSpPr/>
          <p:nvPr/>
        </p:nvSpPr>
        <p:spPr>
          <a:xfrm>
            <a:off x="6999590" y="2230293"/>
            <a:ext cx="220571" cy="243840"/>
          </a:xfrm>
          <a:prstGeom prst="ellipse">
            <a:avLst/>
          </a:prstGeom>
          <a:solidFill>
            <a:srgbClr val="5B8FF9"/>
          </a:solidFill>
          <a:ln w="12700">
            <a:solidFill>
              <a:srgbClr val="5B8FF9"/>
            </a:solidFill>
            <a:prstDash val="solid"/>
          </a:ln>
        </p:spPr>
      </p:sp>
      <p:sp>
        <p:nvSpPr>
          <p:cNvPr id="22" name="Text 20"/>
          <p:cNvSpPr/>
          <p:nvPr/>
        </p:nvSpPr>
        <p:spPr>
          <a:xfrm>
            <a:off x="7340966" y="1987296"/>
            <a:ext cx="4301136" cy="707136"/>
          </a:xfrm>
          <a:prstGeom prst="rect">
            <a:avLst/>
          </a:prstGeom>
          <a:noFill/>
          <a:ln/>
        </p:spPr>
        <p:txBody>
          <a:bodyPr wrap="square" rtlCol="0" anchor="ctr"/>
          <a:lstStyle/>
          <a:p>
            <a:pPr>
              <a:lnSpc>
                <a:spcPct val="120000"/>
              </a:lnSpc>
            </a:pPr>
            <a:r>
              <a:rPr lang="pl-PL" sz="1600" dirty="0" smtClean="0">
                <a:solidFill>
                  <a:srgbClr val="1A1F3C"/>
                </a:solidFill>
                <a:latin typeface="Calibri" pitchFamily="34" charset="0"/>
                <a:ea typeface="Calibri" pitchFamily="34" charset="-122"/>
                <a:cs typeface="Calibri" pitchFamily="34" charset="-120"/>
              </a:rPr>
              <a:t>Czy jest Pan/Pani sam(a) w pomieszczeniu?</a:t>
            </a:r>
            <a:endParaRPr lang="pl-PL" sz="1600" dirty="0"/>
          </a:p>
        </p:txBody>
      </p:sp>
      <p:sp>
        <p:nvSpPr>
          <p:cNvPr id="23" name="Shape 21"/>
          <p:cNvSpPr/>
          <p:nvPr/>
        </p:nvSpPr>
        <p:spPr>
          <a:xfrm>
            <a:off x="6999590" y="2986197"/>
            <a:ext cx="220571" cy="243840"/>
          </a:xfrm>
          <a:prstGeom prst="ellipse">
            <a:avLst/>
          </a:prstGeom>
          <a:solidFill>
            <a:srgbClr val="5B8FF9"/>
          </a:solidFill>
          <a:ln w="12700">
            <a:solidFill>
              <a:srgbClr val="5B8FF9"/>
            </a:solidFill>
            <a:prstDash val="solid"/>
          </a:ln>
        </p:spPr>
      </p:sp>
      <p:sp>
        <p:nvSpPr>
          <p:cNvPr id="24" name="Text 22"/>
          <p:cNvSpPr/>
          <p:nvPr/>
        </p:nvSpPr>
        <p:spPr>
          <a:xfrm>
            <a:off x="7340966" y="2743200"/>
            <a:ext cx="4301136" cy="707136"/>
          </a:xfrm>
          <a:prstGeom prst="rect">
            <a:avLst/>
          </a:prstGeom>
          <a:noFill/>
          <a:ln/>
        </p:spPr>
        <p:txBody>
          <a:bodyPr wrap="square" rtlCol="0" anchor="ctr"/>
          <a:lstStyle/>
          <a:p>
            <a:pPr>
              <a:lnSpc>
                <a:spcPct val="120000"/>
              </a:lnSpc>
            </a:pPr>
            <a:r>
              <a:rPr lang="pl-PL" sz="1600" dirty="0" smtClean="0">
                <a:solidFill>
                  <a:srgbClr val="1A1F3C"/>
                </a:solidFill>
                <a:latin typeface="Calibri" pitchFamily="34" charset="0"/>
                <a:ea typeface="Calibri" pitchFamily="34" charset="-122"/>
                <a:cs typeface="Calibri" pitchFamily="34" charset="-120"/>
              </a:rPr>
              <a:t>Czy może Pan/Pani mówić swobodnie, głośno?</a:t>
            </a:r>
            <a:endParaRPr lang="pl-PL" sz="1600" dirty="0"/>
          </a:p>
        </p:txBody>
      </p:sp>
      <p:sp>
        <p:nvSpPr>
          <p:cNvPr id="25" name="Shape 23"/>
          <p:cNvSpPr/>
          <p:nvPr/>
        </p:nvSpPr>
        <p:spPr>
          <a:xfrm>
            <a:off x="6999590" y="3742101"/>
            <a:ext cx="220571" cy="243840"/>
          </a:xfrm>
          <a:prstGeom prst="ellipse">
            <a:avLst/>
          </a:prstGeom>
          <a:solidFill>
            <a:srgbClr val="5B8FF9"/>
          </a:solidFill>
          <a:ln w="12700">
            <a:solidFill>
              <a:srgbClr val="5B8FF9"/>
            </a:solidFill>
            <a:prstDash val="solid"/>
          </a:ln>
        </p:spPr>
      </p:sp>
      <p:sp>
        <p:nvSpPr>
          <p:cNvPr id="26" name="Text 24"/>
          <p:cNvSpPr/>
          <p:nvPr/>
        </p:nvSpPr>
        <p:spPr>
          <a:xfrm>
            <a:off x="7340966" y="3499104"/>
            <a:ext cx="4301136" cy="707136"/>
          </a:xfrm>
          <a:prstGeom prst="rect">
            <a:avLst/>
          </a:prstGeom>
          <a:noFill/>
          <a:ln/>
        </p:spPr>
        <p:txBody>
          <a:bodyPr wrap="square" rtlCol="0" anchor="ctr"/>
          <a:lstStyle/>
          <a:p>
            <a:pPr>
              <a:lnSpc>
                <a:spcPct val="120000"/>
              </a:lnSpc>
            </a:pPr>
            <a:r>
              <a:rPr lang="pl-PL" sz="1600" dirty="0" smtClean="0">
                <a:solidFill>
                  <a:srgbClr val="1A1F3C"/>
                </a:solidFill>
                <a:latin typeface="Calibri" pitchFamily="34" charset="0"/>
                <a:ea typeface="Calibri" pitchFamily="34" charset="-122"/>
                <a:cs typeface="Calibri" pitchFamily="34" charset="-120"/>
              </a:rPr>
              <a:t>Czy ktoś może usłyszeć tę rozmowę z sąsiedniego pomieszczenia?</a:t>
            </a:r>
            <a:endParaRPr lang="pl-PL" sz="1600" dirty="0"/>
          </a:p>
        </p:txBody>
      </p:sp>
      <p:sp>
        <p:nvSpPr>
          <p:cNvPr id="27" name="Shape 25"/>
          <p:cNvSpPr/>
          <p:nvPr/>
        </p:nvSpPr>
        <p:spPr>
          <a:xfrm>
            <a:off x="6999590" y="4498005"/>
            <a:ext cx="220571" cy="243840"/>
          </a:xfrm>
          <a:prstGeom prst="ellipse">
            <a:avLst/>
          </a:prstGeom>
          <a:solidFill>
            <a:srgbClr val="5B8FF9"/>
          </a:solidFill>
          <a:ln w="12700">
            <a:solidFill>
              <a:srgbClr val="5B8FF9"/>
            </a:solidFill>
            <a:prstDash val="solid"/>
          </a:ln>
        </p:spPr>
      </p:sp>
      <p:sp>
        <p:nvSpPr>
          <p:cNvPr id="28" name="Text 26"/>
          <p:cNvSpPr/>
          <p:nvPr/>
        </p:nvSpPr>
        <p:spPr>
          <a:xfrm>
            <a:off x="7340966" y="4255008"/>
            <a:ext cx="4301136" cy="707136"/>
          </a:xfrm>
          <a:prstGeom prst="rect">
            <a:avLst/>
          </a:prstGeom>
          <a:noFill/>
          <a:ln/>
        </p:spPr>
        <p:txBody>
          <a:bodyPr wrap="square" rtlCol="0" anchor="ctr"/>
          <a:lstStyle/>
          <a:p>
            <a:pPr>
              <a:lnSpc>
                <a:spcPct val="120000"/>
              </a:lnSpc>
            </a:pPr>
            <a:r>
              <a:rPr lang="pl-PL" sz="1600" dirty="0" smtClean="0">
                <a:solidFill>
                  <a:srgbClr val="1A1F3C"/>
                </a:solidFill>
                <a:latin typeface="Calibri" pitchFamily="34" charset="0"/>
                <a:ea typeface="Calibri" pitchFamily="34" charset="-122"/>
                <a:cs typeface="Calibri" pitchFamily="34" charset="-120"/>
              </a:rPr>
              <a:t>Gdzie aktualnie Pan/Pani się znajduje?</a:t>
            </a:r>
            <a:endParaRPr lang="pl-PL" sz="1600" dirty="0"/>
          </a:p>
        </p:txBody>
      </p:sp>
      <p:sp>
        <p:nvSpPr>
          <p:cNvPr id="29" name="Shape 27"/>
          <p:cNvSpPr/>
          <p:nvPr/>
        </p:nvSpPr>
        <p:spPr>
          <a:xfrm>
            <a:off x="6999590" y="5253909"/>
            <a:ext cx="220571" cy="243840"/>
          </a:xfrm>
          <a:prstGeom prst="ellipse">
            <a:avLst/>
          </a:prstGeom>
          <a:solidFill>
            <a:srgbClr val="5B8FF9"/>
          </a:solidFill>
          <a:ln w="12700">
            <a:solidFill>
              <a:srgbClr val="5B8FF9"/>
            </a:solidFill>
            <a:prstDash val="solid"/>
          </a:ln>
        </p:spPr>
      </p:sp>
      <p:sp>
        <p:nvSpPr>
          <p:cNvPr id="30" name="Text 28"/>
          <p:cNvSpPr/>
          <p:nvPr/>
        </p:nvSpPr>
        <p:spPr>
          <a:xfrm>
            <a:off x="7340966" y="5010912"/>
            <a:ext cx="4301136" cy="707136"/>
          </a:xfrm>
          <a:prstGeom prst="rect">
            <a:avLst/>
          </a:prstGeom>
          <a:noFill/>
          <a:ln/>
        </p:spPr>
        <p:txBody>
          <a:bodyPr wrap="square" rtlCol="0" anchor="ctr"/>
          <a:lstStyle/>
          <a:p>
            <a:pPr>
              <a:lnSpc>
                <a:spcPct val="120000"/>
              </a:lnSpc>
            </a:pPr>
            <a:r>
              <a:rPr lang="pl-PL" sz="1600" dirty="0" smtClean="0">
                <a:solidFill>
                  <a:srgbClr val="1A1F3C"/>
                </a:solidFill>
                <a:latin typeface="Calibri" pitchFamily="34" charset="0"/>
                <a:ea typeface="Calibri" pitchFamily="34" charset="-122"/>
                <a:cs typeface="Calibri" pitchFamily="34" charset="-120"/>
              </a:rPr>
              <a:t>Co zrobi Pan/Pani, jeśli będzie trzeba przerwać połączenie?</a:t>
            </a:r>
            <a:endParaRPr lang="pl-PL" sz="1600" dirty="0"/>
          </a:p>
        </p:txBody>
      </p:sp>
    </p:spTree>
    <p:extLst>
      <p:ext uri="{BB962C8B-B14F-4D97-AF65-F5344CB8AC3E}">
        <p14:creationId xmlns:p14="http://schemas.microsoft.com/office/powerpoint/2010/main" val="2104966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PIERWSZA SESJA ONLINE - PROCEDURA</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dirty="0" err="1">
                <a:solidFill>
                  <a:srgbClr val="CADCFC"/>
                </a:solidFill>
                <a:latin typeface="Calibri" pitchFamily="34" charset="0"/>
                <a:ea typeface="Calibri" pitchFamily="34" charset="-122"/>
                <a:cs typeface="Calibri" pitchFamily="34" charset="-120"/>
              </a:rPr>
              <a:t>Sformalizowana</a:t>
            </a:r>
            <a:r>
              <a:rPr lang="en-US" sz="1400" i="1" dirty="0">
                <a:solidFill>
                  <a:srgbClr val="CADCFC"/>
                </a:solidFill>
                <a:latin typeface="Calibri" pitchFamily="34" charset="0"/>
                <a:ea typeface="Calibri" pitchFamily="34" charset="-122"/>
                <a:cs typeface="Calibri" pitchFamily="34" charset="-120"/>
              </a:rPr>
              <a:t> </a:t>
            </a:r>
            <a:r>
              <a:rPr lang="en-US" sz="1400" i="1" dirty="0" err="1">
                <a:solidFill>
                  <a:srgbClr val="CADCFC"/>
                </a:solidFill>
                <a:latin typeface="Calibri" pitchFamily="34" charset="0"/>
                <a:ea typeface="Calibri" pitchFamily="34" charset="-122"/>
                <a:cs typeface="Calibri" pitchFamily="34" charset="-120"/>
              </a:rPr>
              <a:t>warstwa</a:t>
            </a:r>
            <a:r>
              <a:rPr lang="en-US" sz="1400" i="1" dirty="0">
                <a:solidFill>
                  <a:srgbClr val="CADCFC"/>
                </a:solidFill>
                <a:latin typeface="Calibri" pitchFamily="34" charset="0"/>
                <a:ea typeface="Calibri" pitchFamily="34" charset="-122"/>
                <a:cs typeface="Calibri" pitchFamily="34" charset="-120"/>
              </a:rPr>
              <a:t> </a:t>
            </a:r>
            <a:r>
              <a:rPr lang="en-US" sz="1400" i="1" dirty="0" err="1">
                <a:solidFill>
                  <a:srgbClr val="CADCFC"/>
                </a:solidFill>
                <a:latin typeface="Calibri" pitchFamily="34" charset="0"/>
                <a:ea typeface="Calibri" pitchFamily="34" charset="-122"/>
                <a:cs typeface="Calibri" pitchFamily="34" charset="-120"/>
              </a:rPr>
              <a:t>proceduralna</a:t>
            </a:r>
            <a:r>
              <a:rPr lang="en-US" sz="1400" i="1" dirty="0">
                <a:solidFill>
                  <a:srgbClr val="CADCFC"/>
                </a:solidFill>
                <a:latin typeface="Calibri" pitchFamily="34" charset="0"/>
                <a:ea typeface="Calibri" pitchFamily="34" charset="-122"/>
                <a:cs typeface="Calibri" pitchFamily="34" charset="-120"/>
              </a:rPr>
              <a:t>, </a:t>
            </a:r>
            <a:r>
              <a:rPr lang="en-US" sz="1400" i="1" dirty="0" err="1">
                <a:solidFill>
                  <a:srgbClr val="CADCFC"/>
                </a:solidFill>
                <a:latin typeface="Calibri" pitchFamily="34" charset="0"/>
                <a:ea typeface="Calibri" pitchFamily="34" charset="-122"/>
                <a:cs typeface="Calibri" pitchFamily="34" charset="-120"/>
              </a:rPr>
              <a:t>której</a:t>
            </a:r>
            <a:r>
              <a:rPr lang="en-US" sz="1400" i="1" dirty="0">
                <a:solidFill>
                  <a:srgbClr val="CADCFC"/>
                </a:solidFill>
                <a:latin typeface="Calibri" pitchFamily="34" charset="0"/>
                <a:ea typeface="Calibri" pitchFamily="34" charset="-122"/>
                <a:cs typeface="Calibri" pitchFamily="34" charset="-120"/>
              </a:rPr>
              <a:t> </a:t>
            </a:r>
            <a:r>
              <a:rPr lang="en-US" sz="1400" i="1" dirty="0" err="1">
                <a:solidFill>
                  <a:srgbClr val="CADCFC"/>
                </a:solidFill>
                <a:latin typeface="Calibri" pitchFamily="34" charset="0"/>
                <a:ea typeface="Calibri" pitchFamily="34" charset="-122"/>
                <a:cs typeface="Calibri" pitchFamily="34" charset="-120"/>
              </a:rPr>
              <a:t>terapia</a:t>
            </a:r>
            <a:r>
              <a:rPr lang="en-US" sz="1400" i="1" dirty="0">
                <a:solidFill>
                  <a:srgbClr val="CADCFC"/>
                </a:solidFill>
                <a:latin typeface="Calibri" pitchFamily="34" charset="0"/>
                <a:ea typeface="Calibri" pitchFamily="34" charset="-122"/>
                <a:cs typeface="Calibri" pitchFamily="34" charset="-120"/>
              </a:rPr>
              <a:t> </a:t>
            </a:r>
            <a:r>
              <a:rPr lang="en-US" sz="1400" i="1" dirty="0" err="1">
                <a:solidFill>
                  <a:srgbClr val="CADCFC"/>
                </a:solidFill>
                <a:latin typeface="Calibri" pitchFamily="34" charset="0"/>
                <a:ea typeface="Calibri" pitchFamily="34" charset="-122"/>
                <a:cs typeface="Calibri" pitchFamily="34" charset="-120"/>
              </a:rPr>
              <a:t>stacjonarna</a:t>
            </a:r>
            <a:r>
              <a:rPr lang="en-US" sz="1400" i="1" dirty="0">
                <a:solidFill>
                  <a:srgbClr val="CADCFC"/>
                </a:solidFill>
                <a:latin typeface="Calibri" pitchFamily="34" charset="0"/>
                <a:ea typeface="Calibri" pitchFamily="34" charset="-122"/>
                <a:cs typeface="Calibri" pitchFamily="34" charset="-120"/>
              </a:rPr>
              <a:t> </a:t>
            </a:r>
            <a:r>
              <a:rPr lang="en-US" sz="1400" i="1" dirty="0" err="1">
                <a:solidFill>
                  <a:srgbClr val="CADCFC"/>
                </a:solidFill>
                <a:latin typeface="Calibri" pitchFamily="34" charset="0"/>
                <a:ea typeface="Calibri" pitchFamily="34" charset="-122"/>
                <a:cs typeface="Calibri" pitchFamily="34" charset="-120"/>
              </a:rPr>
              <a:t>nie</a:t>
            </a:r>
            <a:r>
              <a:rPr lang="en-US" sz="1400" i="1" dirty="0">
                <a:solidFill>
                  <a:srgbClr val="CADCFC"/>
                </a:solidFill>
                <a:latin typeface="Calibri" pitchFamily="34" charset="0"/>
                <a:ea typeface="Calibri" pitchFamily="34" charset="-122"/>
                <a:cs typeface="Calibri" pitchFamily="34" charset="-120"/>
              </a:rPr>
              <a:t> wymaga</a:t>
            </a:r>
            <a:endParaRPr lang="en-US" sz="1400" dirty="0"/>
          </a:p>
        </p:txBody>
      </p:sp>
      <p:sp>
        <p:nvSpPr>
          <p:cNvPr id="5" name="Shape 3"/>
          <p:cNvSpPr/>
          <p:nvPr/>
        </p:nvSpPr>
        <p:spPr>
          <a:xfrm>
            <a:off x="487680" y="1341120"/>
            <a:ext cx="11216640" cy="609600"/>
          </a:xfrm>
          <a:prstGeom prst="roundRect">
            <a:avLst>
              <a:gd name="adj" fmla="val 16000"/>
            </a:avLst>
          </a:prstGeom>
          <a:solidFill>
            <a:srgbClr val="1E2761"/>
          </a:solidFill>
          <a:ln/>
          <a:effectLst>
            <a:outerShdw blurRad="76200" dist="25400" dir="2700000" algn="bl" rotWithShape="0">
              <a:srgbClr val="000000">
                <a:alpha val="8000"/>
              </a:srgbClr>
            </a:outerShdw>
          </a:effectLst>
        </p:spPr>
      </p:sp>
      <p:sp>
        <p:nvSpPr>
          <p:cNvPr id="6" name="Shape 4"/>
          <p:cNvSpPr/>
          <p:nvPr/>
        </p:nvSpPr>
        <p:spPr>
          <a:xfrm>
            <a:off x="609600" y="1426464"/>
            <a:ext cx="438912" cy="438912"/>
          </a:xfrm>
          <a:prstGeom prst="ellipse">
            <a:avLst/>
          </a:prstGeom>
          <a:solidFill>
            <a:srgbClr val="FFFFFF">
              <a:alpha val="85000"/>
            </a:srgbClr>
          </a:solidFill>
          <a:ln/>
        </p:spPr>
      </p:sp>
      <p:sp>
        <p:nvSpPr>
          <p:cNvPr id="7" name="Text 5"/>
          <p:cNvSpPr/>
          <p:nvPr/>
        </p:nvSpPr>
        <p:spPr>
          <a:xfrm>
            <a:off x="609600" y="1426464"/>
            <a:ext cx="438912" cy="438912"/>
          </a:xfrm>
          <a:prstGeom prst="rect">
            <a:avLst/>
          </a:prstGeom>
          <a:noFill/>
          <a:ln/>
        </p:spPr>
        <p:txBody>
          <a:bodyPr wrap="square" rtlCol="0" anchor="ctr"/>
          <a:lstStyle/>
          <a:p>
            <a:pPr algn="ctr"/>
            <a:r>
              <a:rPr lang="en-US" sz="1600" b="1">
                <a:solidFill>
                  <a:srgbClr val="1E2761"/>
                </a:solidFill>
                <a:latin typeface="Cambria" pitchFamily="34" charset="0"/>
                <a:ea typeface="Cambria" pitchFamily="34" charset="-122"/>
                <a:cs typeface="Cambria" pitchFamily="34" charset="-120"/>
              </a:rPr>
              <a:t>1</a:t>
            </a:r>
            <a:endParaRPr lang="en-US" sz="1600"/>
          </a:p>
        </p:txBody>
      </p:sp>
      <p:sp>
        <p:nvSpPr>
          <p:cNvPr id="8" name="Text 6"/>
          <p:cNvSpPr/>
          <p:nvPr/>
        </p:nvSpPr>
        <p:spPr>
          <a:xfrm>
            <a:off x="1219200" y="1341120"/>
            <a:ext cx="10241280" cy="609600"/>
          </a:xfrm>
          <a:prstGeom prst="rect">
            <a:avLst/>
          </a:prstGeom>
          <a:noFill/>
          <a:ln/>
        </p:spPr>
        <p:txBody>
          <a:bodyPr wrap="square" rtlCol="0" anchor="ctr"/>
          <a:lstStyle/>
          <a:p>
            <a:r>
              <a:rPr lang="en-US" sz="2000">
                <a:solidFill>
                  <a:srgbClr val="FFFFFF"/>
                </a:solidFill>
                <a:latin typeface="Calibri" pitchFamily="34" charset="0"/>
                <a:ea typeface="Calibri" pitchFamily="34" charset="-122"/>
                <a:cs typeface="Calibri" pitchFamily="34" charset="-120"/>
              </a:rPr>
              <a:t>Weryfikacja tożsamości klienta</a:t>
            </a:r>
            <a:endParaRPr lang="en-US" sz="2000"/>
          </a:p>
        </p:txBody>
      </p:sp>
      <p:sp>
        <p:nvSpPr>
          <p:cNvPr id="9" name="Shape 7"/>
          <p:cNvSpPr/>
          <p:nvPr/>
        </p:nvSpPr>
        <p:spPr>
          <a:xfrm>
            <a:off x="487680" y="2054352"/>
            <a:ext cx="11216640" cy="609600"/>
          </a:xfrm>
          <a:prstGeom prst="roundRect">
            <a:avLst>
              <a:gd name="adj" fmla="val 16000"/>
            </a:avLst>
          </a:prstGeom>
          <a:solidFill>
            <a:srgbClr val="2D3B8E"/>
          </a:solidFill>
          <a:ln/>
          <a:effectLst>
            <a:outerShdw blurRad="76200" dist="25400" dir="2700000" algn="bl" rotWithShape="0">
              <a:srgbClr val="000000">
                <a:alpha val="8000"/>
              </a:srgbClr>
            </a:outerShdw>
          </a:effectLst>
        </p:spPr>
      </p:sp>
      <p:sp>
        <p:nvSpPr>
          <p:cNvPr id="10" name="Shape 8"/>
          <p:cNvSpPr/>
          <p:nvPr/>
        </p:nvSpPr>
        <p:spPr>
          <a:xfrm>
            <a:off x="609600" y="2139696"/>
            <a:ext cx="438912" cy="438912"/>
          </a:xfrm>
          <a:prstGeom prst="ellipse">
            <a:avLst/>
          </a:prstGeom>
          <a:solidFill>
            <a:srgbClr val="FFFFFF">
              <a:alpha val="85000"/>
            </a:srgbClr>
          </a:solidFill>
          <a:ln/>
        </p:spPr>
      </p:sp>
      <p:sp>
        <p:nvSpPr>
          <p:cNvPr id="11" name="Text 9"/>
          <p:cNvSpPr/>
          <p:nvPr/>
        </p:nvSpPr>
        <p:spPr>
          <a:xfrm>
            <a:off x="609600" y="2139696"/>
            <a:ext cx="438912" cy="438912"/>
          </a:xfrm>
          <a:prstGeom prst="rect">
            <a:avLst/>
          </a:prstGeom>
          <a:noFill/>
          <a:ln/>
        </p:spPr>
        <p:txBody>
          <a:bodyPr wrap="square" rtlCol="0" anchor="ctr"/>
          <a:lstStyle/>
          <a:p>
            <a:pPr algn="ctr"/>
            <a:r>
              <a:rPr lang="en-US" sz="1600" b="1">
                <a:solidFill>
                  <a:srgbClr val="2D3B8E"/>
                </a:solidFill>
                <a:latin typeface="Cambria" pitchFamily="34" charset="0"/>
                <a:ea typeface="Cambria" pitchFamily="34" charset="-122"/>
                <a:cs typeface="Cambria" pitchFamily="34" charset="-120"/>
              </a:rPr>
              <a:t>2</a:t>
            </a:r>
            <a:endParaRPr lang="en-US" sz="1600"/>
          </a:p>
        </p:txBody>
      </p:sp>
      <p:sp>
        <p:nvSpPr>
          <p:cNvPr id="12" name="Text 10"/>
          <p:cNvSpPr/>
          <p:nvPr/>
        </p:nvSpPr>
        <p:spPr>
          <a:xfrm>
            <a:off x="1219200" y="2054352"/>
            <a:ext cx="10241280" cy="609600"/>
          </a:xfrm>
          <a:prstGeom prst="rect">
            <a:avLst/>
          </a:prstGeom>
          <a:noFill/>
          <a:ln/>
        </p:spPr>
        <p:txBody>
          <a:bodyPr wrap="square" rtlCol="0" anchor="ctr"/>
          <a:lstStyle/>
          <a:p>
            <a:r>
              <a:rPr lang="en-US" sz="2000">
                <a:solidFill>
                  <a:srgbClr val="FFFFFF"/>
                </a:solidFill>
                <a:latin typeface="Calibri" pitchFamily="34" charset="0"/>
                <a:ea typeface="Calibri" pitchFamily="34" charset="-122"/>
                <a:cs typeface="Calibri" pitchFamily="34" charset="-120"/>
              </a:rPr>
              <a:t>Ustalenie lokalizacji w momencie sesji</a:t>
            </a:r>
            <a:endParaRPr lang="en-US" sz="2000"/>
          </a:p>
        </p:txBody>
      </p:sp>
      <p:sp>
        <p:nvSpPr>
          <p:cNvPr id="13" name="Shape 11"/>
          <p:cNvSpPr/>
          <p:nvPr/>
        </p:nvSpPr>
        <p:spPr>
          <a:xfrm>
            <a:off x="487680" y="2767584"/>
            <a:ext cx="11216640" cy="609600"/>
          </a:xfrm>
          <a:prstGeom prst="roundRect">
            <a:avLst>
              <a:gd name="adj" fmla="val 16000"/>
            </a:avLst>
          </a:prstGeom>
          <a:solidFill>
            <a:srgbClr val="5B8FF9"/>
          </a:solidFill>
          <a:ln/>
          <a:effectLst>
            <a:outerShdw blurRad="76200" dist="25400" dir="2700000" algn="bl" rotWithShape="0">
              <a:srgbClr val="000000">
                <a:alpha val="8000"/>
              </a:srgbClr>
            </a:outerShdw>
          </a:effectLst>
        </p:spPr>
      </p:sp>
      <p:sp>
        <p:nvSpPr>
          <p:cNvPr id="14" name="Shape 12"/>
          <p:cNvSpPr/>
          <p:nvPr/>
        </p:nvSpPr>
        <p:spPr>
          <a:xfrm>
            <a:off x="609600" y="2852928"/>
            <a:ext cx="438912" cy="438912"/>
          </a:xfrm>
          <a:prstGeom prst="ellipse">
            <a:avLst/>
          </a:prstGeom>
          <a:solidFill>
            <a:srgbClr val="FFFFFF">
              <a:alpha val="85000"/>
            </a:srgbClr>
          </a:solidFill>
          <a:ln/>
        </p:spPr>
      </p:sp>
      <p:sp>
        <p:nvSpPr>
          <p:cNvPr id="15" name="Text 13"/>
          <p:cNvSpPr/>
          <p:nvPr/>
        </p:nvSpPr>
        <p:spPr>
          <a:xfrm>
            <a:off x="609600" y="2852928"/>
            <a:ext cx="438912" cy="438912"/>
          </a:xfrm>
          <a:prstGeom prst="rect">
            <a:avLst/>
          </a:prstGeom>
          <a:noFill/>
          <a:ln/>
        </p:spPr>
        <p:txBody>
          <a:bodyPr wrap="square" rtlCol="0" anchor="ctr"/>
          <a:lstStyle/>
          <a:p>
            <a:pPr algn="ctr"/>
            <a:r>
              <a:rPr lang="en-US" sz="1600" b="1">
                <a:solidFill>
                  <a:srgbClr val="5B8FF9"/>
                </a:solidFill>
                <a:latin typeface="Cambria" pitchFamily="34" charset="0"/>
                <a:ea typeface="Cambria" pitchFamily="34" charset="-122"/>
                <a:cs typeface="Cambria" pitchFamily="34" charset="-120"/>
              </a:rPr>
              <a:t>3</a:t>
            </a:r>
            <a:endParaRPr lang="en-US" sz="1600"/>
          </a:p>
        </p:txBody>
      </p:sp>
      <p:sp>
        <p:nvSpPr>
          <p:cNvPr id="16" name="Text 14"/>
          <p:cNvSpPr/>
          <p:nvPr/>
        </p:nvSpPr>
        <p:spPr>
          <a:xfrm>
            <a:off x="1219200" y="2767584"/>
            <a:ext cx="10241280" cy="609600"/>
          </a:xfrm>
          <a:prstGeom prst="rect">
            <a:avLst/>
          </a:prstGeom>
          <a:noFill/>
          <a:ln/>
        </p:spPr>
        <p:txBody>
          <a:bodyPr wrap="square" rtlCol="0" anchor="ctr"/>
          <a:lstStyle/>
          <a:p>
            <a:r>
              <a:rPr lang="en-US" sz="2000">
                <a:solidFill>
                  <a:srgbClr val="FFFFFF"/>
                </a:solidFill>
                <a:latin typeface="Calibri" pitchFamily="34" charset="0"/>
                <a:ea typeface="Calibri" pitchFamily="34" charset="-122"/>
                <a:cs typeface="Calibri" pitchFamily="34" charset="-120"/>
              </a:rPr>
              <a:t>Zebranie danych kontaktowych</a:t>
            </a:r>
            <a:endParaRPr lang="en-US" sz="2000"/>
          </a:p>
        </p:txBody>
      </p:sp>
      <p:sp>
        <p:nvSpPr>
          <p:cNvPr id="17" name="Shape 15"/>
          <p:cNvSpPr/>
          <p:nvPr/>
        </p:nvSpPr>
        <p:spPr>
          <a:xfrm>
            <a:off x="487680" y="3480816"/>
            <a:ext cx="11216640" cy="609600"/>
          </a:xfrm>
          <a:prstGeom prst="roundRect">
            <a:avLst>
              <a:gd name="adj" fmla="val 16000"/>
            </a:avLst>
          </a:prstGeom>
          <a:solidFill>
            <a:srgbClr val="2D7DD2"/>
          </a:solidFill>
          <a:ln/>
          <a:effectLst>
            <a:outerShdw blurRad="76200" dist="25400" dir="2700000" algn="bl" rotWithShape="0">
              <a:srgbClr val="000000">
                <a:alpha val="8000"/>
              </a:srgbClr>
            </a:outerShdw>
          </a:effectLst>
        </p:spPr>
      </p:sp>
      <p:sp>
        <p:nvSpPr>
          <p:cNvPr id="18" name="Shape 16"/>
          <p:cNvSpPr/>
          <p:nvPr/>
        </p:nvSpPr>
        <p:spPr>
          <a:xfrm>
            <a:off x="609600" y="3566160"/>
            <a:ext cx="438912" cy="438912"/>
          </a:xfrm>
          <a:prstGeom prst="ellipse">
            <a:avLst/>
          </a:prstGeom>
          <a:solidFill>
            <a:srgbClr val="FFFFFF">
              <a:alpha val="85000"/>
            </a:srgbClr>
          </a:solidFill>
          <a:ln/>
        </p:spPr>
      </p:sp>
      <p:sp>
        <p:nvSpPr>
          <p:cNvPr id="19" name="Text 17"/>
          <p:cNvSpPr/>
          <p:nvPr/>
        </p:nvSpPr>
        <p:spPr>
          <a:xfrm>
            <a:off x="609600" y="3566160"/>
            <a:ext cx="438912" cy="438912"/>
          </a:xfrm>
          <a:prstGeom prst="rect">
            <a:avLst/>
          </a:prstGeom>
          <a:noFill/>
          <a:ln/>
        </p:spPr>
        <p:txBody>
          <a:bodyPr wrap="square" rtlCol="0" anchor="ctr"/>
          <a:lstStyle/>
          <a:p>
            <a:pPr algn="ctr"/>
            <a:r>
              <a:rPr lang="en-US" sz="1600" b="1">
                <a:solidFill>
                  <a:srgbClr val="2D7DD2"/>
                </a:solidFill>
                <a:latin typeface="Cambria" pitchFamily="34" charset="0"/>
                <a:ea typeface="Cambria" pitchFamily="34" charset="-122"/>
                <a:cs typeface="Cambria" pitchFamily="34" charset="-120"/>
              </a:rPr>
              <a:t>4</a:t>
            </a:r>
            <a:endParaRPr lang="en-US" sz="1600"/>
          </a:p>
        </p:txBody>
      </p:sp>
      <p:sp>
        <p:nvSpPr>
          <p:cNvPr id="20" name="Text 18"/>
          <p:cNvSpPr/>
          <p:nvPr/>
        </p:nvSpPr>
        <p:spPr>
          <a:xfrm>
            <a:off x="1219200" y="3480816"/>
            <a:ext cx="10241280" cy="609600"/>
          </a:xfrm>
          <a:prstGeom prst="rect">
            <a:avLst/>
          </a:prstGeom>
          <a:noFill/>
          <a:ln/>
        </p:spPr>
        <p:txBody>
          <a:bodyPr wrap="square" rtlCol="0" anchor="ctr"/>
          <a:lstStyle/>
          <a:p>
            <a:r>
              <a:rPr lang="en-US" sz="2000">
                <a:solidFill>
                  <a:srgbClr val="FFFFFF"/>
                </a:solidFill>
                <a:latin typeface="Calibri" pitchFamily="34" charset="0"/>
                <a:ea typeface="Calibri" pitchFamily="34" charset="-122"/>
                <a:cs typeface="Calibri" pitchFamily="34" charset="-120"/>
              </a:rPr>
              <a:t>Wskazanie osoby alarmowej</a:t>
            </a:r>
            <a:endParaRPr lang="en-US" sz="2000"/>
          </a:p>
        </p:txBody>
      </p:sp>
      <p:sp>
        <p:nvSpPr>
          <p:cNvPr id="21" name="Shape 19"/>
          <p:cNvSpPr/>
          <p:nvPr/>
        </p:nvSpPr>
        <p:spPr>
          <a:xfrm>
            <a:off x="487680" y="4194048"/>
            <a:ext cx="11216640" cy="609600"/>
          </a:xfrm>
          <a:prstGeom prst="roundRect">
            <a:avLst>
              <a:gd name="adj" fmla="val 16000"/>
            </a:avLst>
          </a:prstGeom>
          <a:solidFill>
            <a:srgbClr val="3ECFB2"/>
          </a:solidFill>
          <a:ln/>
          <a:effectLst>
            <a:outerShdw blurRad="76200" dist="25400" dir="2700000" algn="bl" rotWithShape="0">
              <a:srgbClr val="000000">
                <a:alpha val="8000"/>
              </a:srgbClr>
            </a:outerShdw>
          </a:effectLst>
        </p:spPr>
      </p:sp>
      <p:sp>
        <p:nvSpPr>
          <p:cNvPr id="22" name="Shape 20"/>
          <p:cNvSpPr/>
          <p:nvPr/>
        </p:nvSpPr>
        <p:spPr>
          <a:xfrm>
            <a:off x="609600" y="4279392"/>
            <a:ext cx="438912" cy="438912"/>
          </a:xfrm>
          <a:prstGeom prst="ellipse">
            <a:avLst/>
          </a:prstGeom>
          <a:solidFill>
            <a:srgbClr val="FFFFFF">
              <a:alpha val="85000"/>
            </a:srgbClr>
          </a:solidFill>
          <a:ln/>
        </p:spPr>
      </p:sp>
      <p:sp>
        <p:nvSpPr>
          <p:cNvPr id="23" name="Text 21"/>
          <p:cNvSpPr/>
          <p:nvPr/>
        </p:nvSpPr>
        <p:spPr>
          <a:xfrm>
            <a:off x="609600" y="4279392"/>
            <a:ext cx="438912" cy="438912"/>
          </a:xfrm>
          <a:prstGeom prst="rect">
            <a:avLst/>
          </a:prstGeom>
          <a:noFill/>
          <a:ln/>
        </p:spPr>
        <p:txBody>
          <a:bodyPr wrap="square" rtlCol="0" anchor="ctr"/>
          <a:lstStyle/>
          <a:p>
            <a:pPr algn="ctr"/>
            <a:r>
              <a:rPr lang="en-US" sz="1600" b="1">
                <a:solidFill>
                  <a:srgbClr val="3ECFB2"/>
                </a:solidFill>
                <a:latin typeface="Cambria" pitchFamily="34" charset="0"/>
                <a:ea typeface="Cambria" pitchFamily="34" charset="-122"/>
                <a:cs typeface="Cambria" pitchFamily="34" charset="-120"/>
              </a:rPr>
              <a:t>5</a:t>
            </a:r>
            <a:endParaRPr lang="en-US" sz="1600"/>
          </a:p>
        </p:txBody>
      </p:sp>
      <p:sp>
        <p:nvSpPr>
          <p:cNvPr id="24" name="Text 22"/>
          <p:cNvSpPr/>
          <p:nvPr/>
        </p:nvSpPr>
        <p:spPr>
          <a:xfrm>
            <a:off x="1219200" y="4194048"/>
            <a:ext cx="10241280" cy="609600"/>
          </a:xfrm>
          <a:prstGeom prst="rect">
            <a:avLst/>
          </a:prstGeom>
          <a:noFill/>
          <a:ln/>
        </p:spPr>
        <p:txBody>
          <a:bodyPr wrap="square" rtlCol="0" anchor="ctr"/>
          <a:lstStyle/>
          <a:p>
            <a:r>
              <a:rPr lang="en-US" sz="2000">
                <a:solidFill>
                  <a:srgbClr val="FFFFFF"/>
                </a:solidFill>
                <a:latin typeface="Calibri" pitchFamily="34" charset="0"/>
                <a:ea typeface="Calibri" pitchFamily="34" charset="-122"/>
                <a:cs typeface="Calibri" pitchFamily="34" charset="-120"/>
              </a:rPr>
              <a:t>Zebranie zgód (terapia zdalna, dane, nagrywanie)</a:t>
            </a:r>
            <a:endParaRPr lang="en-US" sz="2000"/>
          </a:p>
        </p:txBody>
      </p:sp>
      <p:sp>
        <p:nvSpPr>
          <p:cNvPr id="25" name="Shape 23"/>
          <p:cNvSpPr/>
          <p:nvPr/>
        </p:nvSpPr>
        <p:spPr>
          <a:xfrm>
            <a:off x="487680" y="4907280"/>
            <a:ext cx="11216640" cy="609600"/>
          </a:xfrm>
          <a:prstGeom prst="roundRect">
            <a:avLst>
              <a:gd name="adj" fmla="val 16000"/>
            </a:avLst>
          </a:prstGeom>
          <a:solidFill>
            <a:srgbClr val="7B5EA7"/>
          </a:solidFill>
          <a:ln/>
          <a:effectLst>
            <a:outerShdw blurRad="76200" dist="25400" dir="2700000" algn="bl" rotWithShape="0">
              <a:srgbClr val="000000">
                <a:alpha val="8000"/>
              </a:srgbClr>
            </a:outerShdw>
          </a:effectLst>
        </p:spPr>
      </p:sp>
      <p:sp>
        <p:nvSpPr>
          <p:cNvPr id="26" name="Shape 24"/>
          <p:cNvSpPr/>
          <p:nvPr/>
        </p:nvSpPr>
        <p:spPr>
          <a:xfrm>
            <a:off x="609600" y="4992624"/>
            <a:ext cx="438912" cy="438912"/>
          </a:xfrm>
          <a:prstGeom prst="ellipse">
            <a:avLst/>
          </a:prstGeom>
          <a:solidFill>
            <a:srgbClr val="FFFFFF">
              <a:alpha val="85000"/>
            </a:srgbClr>
          </a:solidFill>
          <a:ln/>
        </p:spPr>
      </p:sp>
      <p:sp>
        <p:nvSpPr>
          <p:cNvPr id="27" name="Text 25"/>
          <p:cNvSpPr/>
          <p:nvPr/>
        </p:nvSpPr>
        <p:spPr>
          <a:xfrm>
            <a:off x="609600" y="4992624"/>
            <a:ext cx="438912" cy="438912"/>
          </a:xfrm>
          <a:prstGeom prst="rect">
            <a:avLst/>
          </a:prstGeom>
          <a:noFill/>
          <a:ln/>
        </p:spPr>
        <p:txBody>
          <a:bodyPr wrap="square" rtlCol="0" anchor="ctr"/>
          <a:lstStyle/>
          <a:p>
            <a:pPr algn="ctr"/>
            <a:r>
              <a:rPr lang="en-US" sz="1600" b="1">
                <a:solidFill>
                  <a:srgbClr val="7B5EA7"/>
                </a:solidFill>
                <a:latin typeface="Cambria" pitchFamily="34" charset="0"/>
                <a:ea typeface="Cambria" pitchFamily="34" charset="-122"/>
                <a:cs typeface="Cambria" pitchFamily="34" charset="-120"/>
              </a:rPr>
              <a:t>6</a:t>
            </a:r>
            <a:endParaRPr lang="en-US" sz="1600"/>
          </a:p>
        </p:txBody>
      </p:sp>
      <p:sp>
        <p:nvSpPr>
          <p:cNvPr id="28" name="Text 26"/>
          <p:cNvSpPr/>
          <p:nvPr/>
        </p:nvSpPr>
        <p:spPr>
          <a:xfrm>
            <a:off x="1219200" y="4907280"/>
            <a:ext cx="10241280" cy="609600"/>
          </a:xfrm>
          <a:prstGeom prst="rect">
            <a:avLst/>
          </a:prstGeom>
          <a:noFill/>
          <a:ln/>
        </p:spPr>
        <p:txBody>
          <a:bodyPr wrap="square" rtlCol="0" anchor="ctr"/>
          <a:lstStyle/>
          <a:p>
            <a:r>
              <a:rPr lang="en-US" sz="2000">
                <a:solidFill>
                  <a:srgbClr val="FFFFFF"/>
                </a:solidFill>
                <a:latin typeface="Calibri" pitchFamily="34" charset="0"/>
                <a:ea typeface="Calibri" pitchFamily="34" charset="-122"/>
                <a:cs typeface="Calibri" pitchFamily="34" charset="-120"/>
              </a:rPr>
              <a:t>Ustalenie oczekiwań i ograniczeń kontaktu</a:t>
            </a:r>
            <a:endParaRPr lang="en-US" sz="2000"/>
          </a:p>
        </p:txBody>
      </p:sp>
      <p:sp>
        <p:nvSpPr>
          <p:cNvPr id="29" name="Shape 27"/>
          <p:cNvSpPr/>
          <p:nvPr/>
        </p:nvSpPr>
        <p:spPr>
          <a:xfrm>
            <a:off x="487680" y="5620512"/>
            <a:ext cx="11216640" cy="609600"/>
          </a:xfrm>
          <a:prstGeom prst="roundRect">
            <a:avLst>
              <a:gd name="adj" fmla="val 16000"/>
            </a:avLst>
          </a:prstGeom>
          <a:solidFill>
            <a:srgbClr val="D64045"/>
          </a:solidFill>
          <a:ln/>
          <a:effectLst>
            <a:outerShdw blurRad="76200" dist="25400" dir="2700000" algn="bl" rotWithShape="0">
              <a:srgbClr val="000000">
                <a:alpha val="8000"/>
              </a:srgbClr>
            </a:outerShdw>
          </a:effectLst>
        </p:spPr>
      </p:sp>
      <p:sp>
        <p:nvSpPr>
          <p:cNvPr id="30" name="Shape 28"/>
          <p:cNvSpPr/>
          <p:nvPr/>
        </p:nvSpPr>
        <p:spPr>
          <a:xfrm>
            <a:off x="609600" y="5705856"/>
            <a:ext cx="438912" cy="438912"/>
          </a:xfrm>
          <a:prstGeom prst="ellipse">
            <a:avLst/>
          </a:prstGeom>
          <a:solidFill>
            <a:srgbClr val="FFFFFF">
              <a:alpha val="85000"/>
            </a:srgbClr>
          </a:solidFill>
          <a:ln/>
        </p:spPr>
      </p:sp>
      <p:sp>
        <p:nvSpPr>
          <p:cNvPr id="31" name="Text 29"/>
          <p:cNvSpPr/>
          <p:nvPr/>
        </p:nvSpPr>
        <p:spPr>
          <a:xfrm>
            <a:off x="609600" y="5705856"/>
            <a:ext cx="438912" cy="438912"/>
          </a:xfrm>
          <a:prstGeom prst="rect">
            <a:avLst/>
          </a:prstGeom>
          <a:noFill/>
          <a:ln/>
        </p:spPr>
        <p:txBody>
          <a:bodyPr wrap="square" rtlCol="0" anchor="ctr"/>
          <a:lstStyle/>
          <a:p>
            <a:pPr algn="ctr"/>
            <a:r>
              <a:rPr lang="en-US" sz="1600" b="1">
                <a:solidFill>
                  <a:srgbClr val="D64045"/>
                </a:solidFill>
                <a:latin typeface="Cambria" pitchFamily="34" charset="0"/>
                <a:ea typeface="Cambria" pitchFamily="34" charset="-122"/>
                <a:cs typeface="Cambria" pitchFamily="34" charset="-120"/>
              </a:rPr>
              <a:t>7</a:t>
            </a:r>
            <a:endParaRPr lang="en-US" sz="1600"/>
          </a:p>
        </p:txBody>
      </p:sp>
      <p:sp>
        <p:nvSpPr>
          <p:cNvPr id="32" name="Text 30"/>
          <p:cNvSpPr/>
          <p:nvPr/>
        </p:nvSpPr>
        <p:spPr>
          <a:xfrm>
            <a:off x="1219200" y="5620512"/>
            <a:ext cx="10241280" cy="609600"/>
          </a:xfrm>
          <a:prstGeom prst="rect">
            <a:avLst/>
          </a:prstGeom>
          <a:noFill/>
          <a:ln/>
        </p:spPr>
        <p:txBody>
          <a:bodyPr wrap="square" rtlCol="0" anchor="ctr"/>
          <a:lstStyle/>
          <a:p>
            <a:r>
              <a:rPr lang="en-US" sz="2000" b="1">
                <a:solidFill>
                  <a:srgbClr val="FFFFFF"/>
                </a:solidFill>
                <a:latin typeface="Cambria" pitchFamily="34" charset="0"/>
                <a:ea typeface="Cambria" pitchFamily="34" charset="-122"/>
                <a:cs typeface="Cambria" pitchFamily="34" charset="-120"/>
              </a:rPr>
              <a:t>Przedstawienie zasad reagowania kryzysowego</a:t>
            </a:r>
            <a:endParaRPr lang="en-US" sz="2000"/>
          </a:p>
        </p:txBody>
      </p:sp>
    </p:spTree>
    <p:extLst>
      <p:ext uri="{BB962C8B-B14F-4D97-AF65-F5344CB8AC3E}">
        <p14:creationId xmlns:p14="http://schemas.microsoft.com/office/powerpoint/2010/main" val="3574502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KONTRAKT TERAPEUTYCZNY ONLINE</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Więcej elementów procesu musi być wyraźnie spisanych niż w terapii stacjonarnej</a:t>
            </a:r>
            <a:endParaRPr lang="en-US" sz="1400"/>
          </a:p>
        </p:txBody>
      </p:sp>
      <p:sp>
        <p:nvSpPr>
          <p:cNvPr id="5" name="Shape 3"/>
          <p:cNvSpPr/>
          <p:nvPr/>
        </p:nvSpPr>
        <p:spPr>
          <a:xfrm>
            <a:off x="1584960" y="1316736"/>
            <a:ext cx="9022080" cy="4998720"/>
          </a:xfrm>
          <a:prstGeom prst="roundRect">
            <a:avLst>
              <a:gd name="adj" fmla="val 2439"/>
            </a:avLst>
          </a:prstGeom>
          <a:solidFill>
            <a:srgbClr val="FBFBFE"/>
          </a:solidFill>
          <a:ln/>
          <a:effectLst>
            <a:outerShdw blurRad="76200" dist="25400" dir="2700000" algn="bl" rotWithShape="0">
              <a:srgbClr val="000000">
                <a:alpha val="8000"/>
              </a:srgbClr>
            </a:outerShdw>
          </a:effectLst>
        </p:spPr>
      </p:sp>
      <p:sp>
        <p:nvSpPr>
          <p:cNvPr id="6" name="Shape 4"/>
          <p:cNvSpPr/>
          <p:nvPr/>
        </p:nvSpPr>
        <p:spPr>
          <a:xfrm>
            <a:off x="1584960" y="1316736"/>
            <a:ext cx="9022080" cy="4998720"/>
          </a:xfrm>
          <a:prstGeom prst="rect">
            <a:avLst/>
          </a:prstGeom>
          <a:solidFill>
            <a:srgbClr val="FBFBFE">
              <a:alpha val="0"/>
            </a:srgbClr>
          </a:solidFill>
          <a:ln w="12700">
            <a:solidFill>
              <a:srgbClr val="D8DCEE"/>
            </a:solidFill>
            <a:prstDash val="solid"/>
          </a:ln>
        </p:spPr>
      </p:sp>
      <p:sp>
        <p:nvSpPr>
          <p:cNvPr id="7" name="Text 5"/>
          <p:cNvSpPr/>
          <p:nvPr/>
        </p:nvSpPr>
        <p:spPr>
          <a:xfrm>
            <a:off x="1828800" y="1463040"/>
            <a:ext cx="8534400" cy="414528"/>
          </a:xfrm>
          <a:prstGeom prst="rect">
            <a:avLst/>
          </a:prstGeom>
          <a:noFill/>
          <a:ln/>
        </p:spPr>
        <p:txBody>
          <a:bodyPr wrap="square" rtlCol="0" anchor="ctr"/>
          <a:lstStyle/>
          <a:p>
            <a:pPr algn="ctr"/>
            <a:r>
              <a:rPr lang="en-US" sz="2000" b="1">
                <a:solidFill>
                  <a:srgbClr val="1E2761"/>
                </a:solidFill>
                <a:latin typeface="Cambria" pitchFamily="34" charset="0"/>
                <a:ea typeface="Cambria" pitchFamily="34" charset="-122"/>
                <a:cs typeface="Cambria" pitchFamily="34" charset="-120"/>
              </a:rPr>
              <a:t>KONTRAKT TERAPEUTYCZNY - ŚRODOWISKO CYFROWE</a:t>
            </a:r>
            <a:endParaRPr lang="en-US" sz="2000"/>
          </a:p>
        </p:txBody>
      </p:sp>
      <p:sp>
        <p:nvSpPr>
          <p:cNvPr id="8" name="Shape 6"/>
          <p:cNvSpPr/>
          <p:nvPr/>
        </p:nvSpPr>
        <p:spPr>
          <a:xfrm>
            <a:off x="1950720" y="1926336"/>
            <a:ext cx="8290560" cy="0"/>
          </a:xfrm>
          <a:prstGeom prst="line">
            <a:avLst/>
          </a:prstGeom>
          <a:noFill/>
          <a:ln w="12700">
            <a:solidFill>
              <a:srgbClr val="D8DCEE"/>
            </a:solidFill>
            <a:prstDash val="solid"/>
          </a:ln>
        </p:spPr>
      </p:sp>
      <p:sp>
        <p:nvSpPr>
          <p:cNvPr id="9" name="Text 7"/>
          <p:cNvSpPr/>
          <p:nvPr/>
        </p:nvSpPr>
        <p:spPr>
          <a:xfrm>
            <a:off x="1889760" y="2097024"/>
            <a:ext cx="548640" cy="365760"/>
          </a:xfrm>
          <a:prstGeom prst="rect">
            <a:avLst/>
          </a:prstGeom>
          <a:noFill/>
          <a:ln/>
        </p:spPr>
        <p:txBody>
          <a:bodyPr wrap="square" rtlCol="0" anchor="ctr"/>
          <a:lstStyle/>
          <a:p>
            <a:r>
              <a:rPr lang="en-US" sz="2000" b="1">
                <a:solidFill>
                  <a:srgbClr val="5B8FF9"/>
                </a:solidFill>
                <a:latin typeface="Cambria" pitchFamily="34" charset="0"/>
                <a:ea typeface="Cambria" pitchFamily="34" charset="-122"/>
                <a:cs typeface="Cambria" pitchFamily="34" charset="-120"/>
              </a:rPr>
              <a:t>§1</a:t>
            </a:r>
            <a:endParaRPr lang="en-US" sz="2000"/>
          </a:p>
        </p:txBody>
      </p:sp>
      <p:sp>
        <p:nvSpPr>
          <p:cNvPr id="10" name="Text 8"/>
          <p:cNvSpPr/>
          <p:nvPr/>
        </p:nvSpPr>
        <p:spPr>
          <a:xfrm>
            <a:off x="2438400" y="2097024"/>
            <a:ext cx="3718560" cy="365760"/>
          </a:xfrm>
          <a:prstGeom prst="rect">
            <a:avLst/>
          </a:prstGeom>
          <a:noFill/>
          <a:ln/>
        </p:spPr>
        <p:txBody>
          <a:bodyPr wrap="square" rtlCol="0" anchor="ctr"/>
          <a:lstStyle/>
          <a:p>
            <a:r>
              <a:rPr lang="en-US" sz="2000" b="1">
                <a:solidFill>
                  <a:srgbClr val="1A1F3C"/>
                </a:solidFill>
                <a:latin typeface="Cambria" pitchFamily="34" charset="0"/>
                <a:ea typeface="Cambria" pitchFamily="34" charset="-122"/>
                <a:cs typeface="Cambria" pitchFamily="34" charset="-120"/>
              </a:rPr>
              <a:t>Zakres i kanały kontaktu</a:t>
            </a:r>
            <a:endParaRPr lang="en-US" sz="2000"/>
          </a:p>
        </p:txBody>
      </p:sp>
      <p:sp>
        <p:nvSpPr>
          <p:cNvPr id="11" name="Text 9"/>
          <p:cNvSpPr/>
          <p:nvPr/>
        </p:nvSpPr>
        <p:spPr>
          <a:xfrm>
            <a:off x="2438400" y="2438400"/>
            <a:ext cx="371856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Co jest objęte terapią, a co nie.</a:t>
            </a:r>
            <a:endParaRPr lang="en-US"/>
          </a:p>
        </p:txBody>
      </p:sp>
      <p:sp>
        <p:nvSpPr>
          <p:cNvPr id="12" name="Text 10"/>
          <p:cNvSpPr/>
          <p:nvPr/>
        </p:nvSpPr>
        <p:spPr>
          <a:xfrm>
            <a:off x="6522720" y="2097024"/>
            <a:ext cx="548640" cy="365760"/>
          </a:xfrm>
          <a:prstGeom prst="rect">
            <a:avLst/>
          </a:prstGeom>
          <a:noFill/>
          <a:ln/>
        </p:spPr>
        <p:txBody>
          <a:bodyPr wrap="square" rtlCol="0" anchor="ctr"/>
          <a:lstStyle/>
          <a:p>
            <a:r>
              <a:rPr lang="en-US" sz="2000" b="1">
                <a:solidFill>
                  <a:srgbClr val="5B8FF9"/>
                </a:solidFill>
                <a:latin typeface="Cambria" pitchFamily="34" charset="0"/>
                <a:ea typeface="Cambria" pitchFamily="34" charset="-122"/>
                <a:cs typeface="Cambria" pitchFamily="34" charset="-120"/>
              </a:rPr>
              <a:t>§2</a:t>
            </a:r>
            <a:endParaRPr lang="en-US" sz="2000"/>
          </a:p>
        </p:txBody>
      </p:sp>
      <p:sp>
        <p:nvSpPr>
          <p:cNvPr id="13" name="Text 11"/>
          <p:cNvSpPr/>
          <p:nvPr/>
        </p:nvSpPr>
        <p:spPr>
          <a:xfrm>
            <a:off x="7071360" y="2097024"/>
            <a:ext cx="3535680" cy="365760"/>
          </a:xfrm>
          <a:prstGeom prst="rect">
            <a:avLst/>
          </a:prstGeom>
          <a:noFill/>
          <a:ln/>
        </p:spPr>
        <p:txBody>
          <a:bodyPr wrap="square" rtlCol="0" anchor="ctr"/>
          <a:lstStyle/>
          <a:p>
            <a:r>
              <a:rPr lang="en-US" sz="2000" b="1">
                <a:solidFill>
                  <a:srgbClr val="1A1F3C"/>
                </a:solidFill>
                <a:latin typeface="Cambria" pitchFamily="34" charset="0"/>
                <a:ea typeface="Cambria" pitchFamily="34" charset="-122"/>
                <a:cs typeface="Cambria" pitchFamily="34" charset="-120"/>
              </a:rPr>
              <a:t>Czas odpowiedzi</a:t>
            </a:r>
            <a:endParaRPr lang="en-US" sz="2000"/>
          </a:p>
        </p:txBody>
      </p:sp>
      <p:sp>
        <p:nvSpPr>
          <p:cNvPr id="14" name="Text 12"/>
          <p:cNvSpPr/>
          <p:nvPr/>
        </p:nvSpPr>
        <p:spPr>
          <a:xfrm>
            <a:off x="7071360" y="2438400"/>
            <a:ext cx="353568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Na wiadomości między sesjami.</a:t>
            </a:r>
            <a:endParaRPr lang="en-US"/>
          </a:p>
        </p:txBody>
      </p:sp>
      <p:sp>
        <p:nvSpPr>
          <p:cNvPr id="15" name="Text 13"/>
          <p:cNvSpPr/>
          <p:nvPr/>
        </p:nvSpPr>
        <p:spPr>
          <a:xfrm>
            <a:off x="1889760" y="3133344"/>
            <a:ext cx="548640" cy="365760"/>
          </a:xfrm>
          <a:prstGeom prst="rect">
            <a:avLst/>
          </a:prstGeom>
          <a:noFill/>
          <a:ln/>
        </p:spPr>
        <p:txBody>
          <a:bodyPr wrap="square" rtlCol="0" anchor="ctr"/>
          <a:lstStyle/>
          <a:p>
            <a:r>
              <a:rPr lang="en-US" sz="2000" b="1">
                <a:solidFill>
                  <a:srgbClr val="5B8FF9"/>
                </a:solidFill>
                <a:latin typeface="Cambria" pitchFamily="34" charset="0"/>
                <a:ea typeface="Cambria" pitchFamily="34" charset="-122"/>
                <a:cs typeface="Cambria" pitchFamily="34" charset="-120"/>
              </a:rPr>
              <a:t>§3</a:t>
            </a:r>
            <a:endParaRPr lang="en-US" sz="2000"/>
          </a:p>
        </p:txBody>
      </p:sp>
      <p:sp>
        <p:nvSpPr>
          <p:cNvPr id="16" name="Text 14"/>
          <p:cNvSpPr/>
          <p:nvPr/>
        </p:nvSpPr>
        <p:spPr>
          <a:xfrm>
            <a:off x="2438400" y="3133344"/>
            <a:ext cx="3718560" cy="365760"/>
          </a:xfrm>
          <a:prstGeom prst="rect">
            <a:avLst/>
          </a:prstGeom>
          <a:noFill/>
          <a:ln/>
        </p:spPr>
        <p:txBody>
          <a:bodyPr wrap="square" rtlCol="0" anchor="ctr"/>
          <a:lstStyle/>
          <a:p>
            <a:r>
              <a:rPr lang="en-US" sz="2000" b="1">
                <a:solidFill>
                  <a:srgbClr val="1A1F3C"/>
                </a:solidFill>
                <a:latin typeface="Cambria" pitchFamily="34" charset="0"/>
                <a:ea typeface="Cambria" pitchFamily="34" charset="-122"/>
                <a:cs typeface="Cambria" pitchFamily="34" charset="-120"/>
              </a:rPr>
              <a:t>Odwoływanie sesji</a:t>
            </a:r>
            <a:endParaRPr lang="en-US" sz="2000"/>
          </a:p>
        </p:txBody>
      </p:sp>
      <p:sp>
        <p:nvSpPr>
          <p:cNvPr id="17" name="Text 15"/>
          <p:cNvSpPr/>
          <p:nvPr/>
        </p:nvSpPr>
        <p:spPr>
          <a:xfrm>
            <a:off x="2438400" y="3474720"/>
            <a:ext cx="371856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Zasady przełożenia i odwołania.</a:t>
            </a:r>
            <a:endParaRPr lang="en-US"/>
          </a:p>
        </p:txBody>
      </p:sp>
      <p:sp>
        <p:nvSpPr>
          <p:cNvPr id="18" name="Text 16"/>
          <p:cNvSpPr/>
          <p:nvPr/>
        </p:nvSpPr>
        <p:spPr>
          <a:xfrm>
            <a:off x="6522720" y="3133344"/>
            <a:ext cx="548640" cy="365760"/>
          </a:xfrm>
          <a:prstGeom prst="rect">
            <a:avLst/>
          </a:prstGeom>
          <a:noFill/>
          <a:ln/>
        </p:spPr>
        <p:txBody>
          <a:bodyPr wrap="square" rtlCol="0" anchor="ctr"/>
          <a:lstStyle/>
          <a:p>
            <a:r>
              <a:rPr lang="en-US" sz="2000" b="1">
                <a:solidFill>
                  <a:srgbClr val="5B8FF9"/>
                </a:solidFill>
                <a:latin typeface="Cambria" pitchFamily="34" charset="0"/>
                <a:ea typeface="Cambria" pitchFamily="34" charset="-122"/>
                <a:cs typeface="Cambria" pitchFamily="34" charset="-120"/>
              </a:rPr>
              <a:t>§4</a:t>
            </a:r>
            <a:endParaRPr lang="en-US" sz="2000"/>
          </a:p>
        </p:txBody>
      </p:sp>
      <p:sp>
        <p:nvSpPr>
          <p:cNvPr id="19" name="Text 17"/>
          <p:cNvSpPr/>
          <p:nvPr/>
        </p:nvSpPr>
        <p:spPr>
          <a:xfrm>
            <a:off x="7071360" y="3133344"/>
            <a:ext cx="3535680" cy="365760"/>
          </a:xfrm>
          <a:prstGeom prst="rect">
            <a:avLst/>
          </a:prstGeom>
          <a:noFill/>
          <a:ln/>
        </p:spPr>
        <p:txBody>
          <a:bodyPr wrap="square" rtlCol="0" anchor="ctr"/>
          <a:lstStyle/>
          <a:p>
            <a:r>
              <a:rPr lang="en-US" sz="2000" b="1">
                <a:solidFill>
                  <a:srgbClr val="1A1F3C"/>
                </a:solidFill>
                <a:latin typeface="Cambria" pitchFamily="34" charset="0"/>
                <a:ea typeface="Cambria" pitchFamily="34" charset="-122"/>
                <a:cs typeface="Cambria" pitchFamily="34" charset="-120"/>
              </a:rPr>
              <a:t>Płatności</a:t>
            </a:r>
            <a:endParaRPr lang="en-US" sz="2000"/>
          </a:p>
        </p:txBody>
      </p:sp>
      <p:sp>
        <p:nvSpPr>
          <p:cNvPr id="20" name="Text 18"/>
          <p:cNvSpPr/>
          <p:nvPr/>
        </p:nvSpPr>
        <p:spPr>
          <a:xfrm>
            <a:off x="7071360" y="3474720"/>
            <a:ext cx="353568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Sposób, terminy, polityka przy nieobecności.</a:t>
            </a:r>
            <a:endParaRPr lang="en-US"/>
          </a:p>
        </p:txBody>
      </p:sp>
      <p:sp>
        <p:nvSpPr>
          <p:cNvPr id="21" name="Text 19"/>
          <p:cNvSpPr/>
          <p:nvPr/>
        </p:nvSpPr>
        <p:spPr>
          <a:xfrm>
            <a:off x="1889760" y="4169664"/>
            <a:ext cx="548640" cy="365760"/>
          </a:xfrm>
          <a:prstGeom prst="rect">
            <a:avLst/>
          </a:prstGeom>
          <a:noFill/>
          <a:ln/>
        </p:spPr>
        <p:txBody>
          <a:bodyPr wrap="square" rtlCol="0" anchor="ctr"/>
          <a:lstStyle/>
          <a:p>
            <a:r>
              <a:rPr lang="en-US" sz="2000" b="1">
                <a:solidFill>
                  <a:srgbClr val="5B8FF9"/>
                </a:solidFill>
                <a:latin typeface="Cambria" pitchFamily="34" charset="0"/>
                <a:ea typeface="Cambria" pitchFamily="34" charset="-122"/>
                <a:cs typeface="Cambria" pitchFamily="34" charset="-120"/>
              </a:rPr>
              <a:t>§5</a:t>
            </a:r>
            <a:endParaRPr lang="en-US" sz="2000"/>
          </a:p>
        </p:txBody>
      </p:sp>
      <p:sp>
        <p:nvSpPr>
          <p:cNvPr id="22" name="Text 20"/>
          <p:cNvSpPr/>
          <p:nvPr/>
        </p:nvSpPr>
        <p:spPr>
          <a:xfrm>
            <a:off x="2438400" y="4169664"/>
            <a:ext cx="3718560" cy="365760"/>
          </a:xfrm>
          <a:prstGeom prst="rect">
            <a:avLst/>
          </a:prstGeom>
          <a:noFill/>
          <a:ln/>
        </p:spPr>
        <p:txBody>
          <a:bodyPr wrap="square" rtlCol="0" anchor="ctr"/>
          <a:lstStyle/>
          <a:p>
            <a:r>
              <a:rPr lang="en-US" sz="2000" b="1">
                <a:solidFill>
                  <a:srgbClr val="1A1F3C"/>
                </a:solidFill>
                <a:latin typeface="Cambria" pitchFamily="34" charset="0"/>
                <a:ea typeface="Cambria" pitchFamily="34" charset="-122"/>
                <a:cs typeface="Cambria" pitchFamily="34" charset="-120"/>
              </a:rPr>
              <a:t>Nagrywanie sesji</a:t>
            </a:r>
            <a:endParaRPr lang="en-US" sz="2000"/>
          </a:p>
        </p:txBody>
      </p:sp>
      <p:sp>
        <p:nvSpPr>
          <p:cNvPr id="23" name="Text 21"/>
          <p:cNvSpPr/>
          <p:nvPr/>
        </p:nvSpPr>
        <p:spPr>
          <a:xfrm>
            <a:off x="2438400" y="4511040"/>
            <a:ext cx="371856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Czy, przez kogo, na jakich zasadach.</a:t>
            </a:r>
            <a:endParaRPr lang="en-US"/>
          </a:p>
        </p:txBody>
      </p:sp>
      <p:sp>
        <p:nvSpPr>
          <p:cNvPr id="24" name="Text 22"/>
          <p:cNvSpPr/>
          <p:nvPr/>
        </p:nvSpPr>
        <p:spPr>
          <a:xfrm>
            <a:off x="6522720" y="4169664"/>
            <a:ext cx="548640" cy="365760"/>
          </a:xfrm>
          <a:prstGeom prst="rect">
            <a:avLst/>
          </a:prstGeom>
          <a:noFill/>
          <a:ln/>
        </p:spPr>
        <p:txBody>
          <a:bodyPr wrap="square" rtlCol="0" anchor="ctr"/>
          <a:lstStyle/>
          <a:p>
            <a:r>
              <a:rPr lang="en-US" sz="2000" b="1">
                <a:solidFill>
                  <a:srgbClr val="5B8FF9"/>
                </a:solidFill>
                <a:latin typeface="Cambria" pitchFamily="34" charset="0"/>
                <a:ea typeface="Cambria" pitchFamily="34" charset="-122"/>
                <a:cs typeface="Cambria" pitchFamily="34" charset="-120"/>
              </a:rPr>
              <a:t>§6</a:t>
            </a:r>
            <a:endParaRPr lang="en-US" sz="2000"/>
          </a:p>
        </p:txBody>
      </p:sp>
      <p:sp>
        <p:nvSpPr>
          <p:cNvPr id="25" name="Text 23"/>
          <p:cNvSpPr/>
          <p:nvPr/>
        </p:nvSpPr>
        <p:spPr>
          <a:xfrm>
            <a:off x="7071360" y="4169664"/>
            <a:ext cx="3535680" cy="365760"/>
          </a:xfrm>
          <a:prstGeom prst="rect">
            <a:avLst/>
          </a:prstGeom>
          <a:noFill/>
          <a:ln/>
        </p:spPr>
        <p:txBody>
          <a:bodyPr wrap="square" rtlCol="0" anchor="ctr"/>
          <a:lstStyle/>
          <a:p>
            <a:r>
              <a:rPr lang="en-US" sz="2000" b="1">
                <a:solidFill>
                  <a:srgbClr val="1A1F3C"/>
                </a:solidFill>
                <a:latin typeface="Cambria" pitchFamily="34" charset="0"/>
                <a:ea typeface="Cambria" pitchFamily="34" charset="-122"/>
                <a:cs typeface="Cambria" pitchFamily="34" charset="-120"/>
              </a:rPr>
              <a:t>Dokumentacja i poufność</a:t>
            </a:r>
            <a:endParaRPr lang="en-US" sz="2000"/>
          </a:p>
        </p:txBody>
      </p:sp>
      <p:sp>
        <p:nvSpPr>
          <p:cNvPr id="26" name="Text 24"/>
          <p:cNvSpPr/>
          <p:nvPr/>
        </p:nvSpPr>
        <p:spPr>
          <a:xfrm>
            <a:off x="7071360" y="4511040"/>
            <a:ext cx="353568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W środowisku cyfrowym.</a:t>
            </a:r>
            <a:endParaRPr lang="en-US"/>
          </a:p>
        </p:txBody>
      </p:sp>
      <p:sp>
        <p:nvSpPr>
          <p:cNvPr id="27" name="Text 25"/>
          <p:cNvSpPr/>
          <p:nvPr/>
        </p:nvSpPr>
        <p:spPr>
          <a:xfrm>
            <a:off x="1889760" y="5205984"/>
            <a:ext cx="548640" cy="365760"/>
          </a:xfrm>
          <a:prstGeom prst="rect">
            <a:avLst/>
          </a:prstGeom>
          <a:noFill/>
          <a:ln/>
        </p:spPr>
        <p:txBody>
          <a:bodyPr wrap="square" rtlCol="0" anchor="ctr"/>
          <a:lstStyle/>
          <a:p>
            <a:r>
              <a:rPr lang="en-US" sz="2000" b="1">
                <a:solidFill>
                  <a:srgbClr val="5B8FF9"/>
                </a:solidFill>
                <a:latin typeface="Cambria" pitchFamily="34" charset="0"/>
                <a:ea typeface="Cambria" pitchFamily="34" charset="-122"/>
                <a:cs typeface="Cambria" pitchFamily="34" charset="-120"/>
              </a:rPr>
              <a:t>§7</a:t>
            </a:r>
            <a:endParaRPr lang="en-US" sz="2000"/>
          </a:p>
        </p:txBody>
      </p:sp>
      <p:sp>
        <p:nvSpPr>
          <p:cNvPr id="28" name="Text 26"/>
          <p:cNvSpPr/>
          <p:nvPr/>
        </p:nvSpPr>
        <p:spPr>
          <a:xfrm>
            <a:off x="2438400" y="5205984"/>
            <a:ext cx="3718560" cy="365760"/>
          </a:xfrm>
          <a:prstGeom prst="rect">
            <a:avLst/>
          </a:prstGeom>
          <a:noFill/>
          <a:ln/>
        </p:spPr>
        <p:txBody>
          <a:bodyPr wrap="square" rtlCol="0" anchor="ctr"/>
          <a:lstStyle/>
          <a:p>
            <a:r>
              <a:rPr lang="en-US" sz="2000" b="1">
                <a:solidFill>
                  <a:srgbClr val="1A1F3C"/>
                </a:solidFill>
                <a:latin typeface="Cambria" pitchFamily="34" charset="0"/>
                <a:ea typeface="Cambria" pitchFamily="34" charset="-122"/>
                <a:cs typeface="Cambria" pitchFamily="34" charset="-120"/>
              </a:rPr>
              <a:t>Sytuacje kryzysowe</a:t>
            </a:r>
            <a:endParaRPr lang="en-US" sz="2000"/>
          </a:p>
        </p:txBody>
      </p:sp>
      <p:sp>
        <p:nvSpPr>
          <p:cNvPr id="29" name="Text 27"/>
          <p:cNvSpPr/>
          <p:nvPr/>
        </p:nvSpPr>
        <p:spPr>
          <a:xfrm>
            <a:off x="2438400" y="5547360"/>
            <a:ext cx="3718560" cy="609600"/>
          </a:xfrm>
          <a:prstGeom prst="rect">
            <a:avLst/>
          </a:prstGeom>
          <a:noFill/>
          <a:ln/>
        </p:spPr>
        <p:txBody>
          <a:bodyPr wrap="square" rtlCol="0" anchor="ctr"/>
          <a:lstStyle/>
          <a:p>
            <a:pPr>
              <a:lnSpc>
                <a:spcPct val="120000"/>
              </a:lnSpc>
            </a:pPr>
            <a:r>
              <a:rPr lang="en-US">
                <a:solidFill>
                  <a:srgbClr val="4A5280"/>
                </a:solidFill>
                <a:latin typeface="Calibri" pitchFamily="34" charset="0"/>
                <a:ea typeface="Calibri" pitchFamily="34" charset="-122"/>
                <a:cs typeface="Calibri" pitchFamily="34" charset="-120"/>
              </a:rPr>
              <a:t>Komunikacja między sesjami i reagowanie.</a:t>
            </a:r>
            <a:endParaRPr lang="en-US"/>
          </a:p>
        </p:txBody>
      </p:sp>
    </p:spTree>
    <p:extLst>
      <p:ext uri="{BB962C8B-B14F-4D97-AF65-F5344CB8AC3E}">
        <p14:creationId xmlns:p14="http://schemas.microsoft.com/office/powerpoint/2010/main" val="2420748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2761"/>
          </a:solidFill>
          <a:ln w="12700">
            <a:solidFill>
              <a:srgbClr val="1E2761"/>
            </a:solidFill>
            <a:prstDash val="solid"/>
          </a:ln>
        </p:spPr>
      </p:sp>
      <p:sp>
        <p:nvSpPr>
          <p:cNvPr id="3" name="Text 1"/>
          <p:cNvSpPr/>
          <p:nvPr/>
        </p:nvSpPr>
        <p:spPr>
          <a:xfrm>
            <a:off x="548640" y="85344"/>
            <a:ext cx="11094720" cy="609600"/>
          </a:xfrm>
          <a:prstGeom prst="rect">
            <a:avLst/>
          </a:prstGeom>
          <a:noFill/>
          <a:ln/>
        </p:spPr>
        <p:txBody>
          <a:bodyPr wrap="square" rtlCol="0" anchor="b"/>
          <a:lstStyle/>
          <a:p>
            <a:r>
              <a:rPr lang="en-US" sz="2400" b="1">
                <a:solidFill>
                  <a:srgbClr val="FFFFFF"/>
                </a:solidFill>
                <a:latin typeface="Cambria" pitchFamily="34" charset="0"/>
                <a:ea typeface="Cambria" pitchFamily="34" charset="-122"/>
                <a:cs typeface="Cambria" pitchFamily="34" charset="-120"/>
              </a:rPr>
              <a:t>PROTOKÓŁ SYTUACJI KRYZYSOWEJ</a:t>
            </a:r>
            <a:endParaRPr lang="en-US" sz="2400"/>
          </a:p>
        </p:txBody>
      </p:sp>
      <p:sp>
        <p:nvSpPr>
          <p:cNvPr id="4" name="Text 2"/>
          <p:cNvSpPr/>
          <p:nvPr/>
        </p:nvSpPr>
        <p:spPr>
          <a:xfrm>
            <a:off x="548640" y="719328"/>
            <a:ext cx="11094720" cy="402336"/>
          </a:xfrm>
          <a:prstGeom prst="rect">
            <a:avLst/>
          </a:prstGeom>
          <a:noFill/>
          <a:ln/>
        </p:spPr>
        <p:txBody>
          <a:bodyPr wrap="square" rtlCol="0" anchor="t"/>
          <a:lstStyle/>
          <a:p>
            <a:r>
              <a:rPr lang="en-US" sz="1400" i="1">
                <a:solidFill>
                  <a:srgbClr val="CADCFC"/>
                </a:solidFill>
                <a:latin typeface="Calibri" pitchFamily="34" charset="0"/>
                <a:ea typeface="Calibri" pitchFamily="34" charset="-122"/>
                <a:cs typeface="Calibri" pitchFamily="34" charset="-120"/>
              </a:rPr>
              <a:t>Element spinający kwalifikację, kontrakt i przygotowanie sesji</a:t>
            </a:r>
            <a:endParaRPr lang="en-US" sz="1400"/>
          </a:p>
        </p:txBody>
      </p:sp>
      <p:sp>
        <p:nvSpPr>
          <p:cNvPr id="5" name="Shape 3"/>
          <p:cNvSpPr/>
          <p:nvPr/>
        </p:nvSpPr>
        <p:spPr>
          <a:xfrm>
            <a:off x="3291840" y="1341120"/>
            <a:ext cx="5608320" cy="432000"/>
          </a:xfrm>
          <a:prstGeom prst="roundRect">
            <a:avLst>
              <a:gd name="adj" fmla="val 12903"/>
            </a:avLst>
          </a:prstGeom>
          <a:solidFill>
            <a:srgbClr val="D64045"/>
          </a:solidFill>
          <a:ln/>
          <a:effectLst>
            <a:outerShdw blurRad="76200" dist="25400" dir="2700000" algn="bl" rotWithShape="0">
              <a:srgbClr val="000000">
                <a:alpha val="8000"/>
              </a:srgbClr>
            </a:outerShdw>
          </a:effectLst>
        </p:spPr>
        <p:txBody>
          <a:bodyPr anchor="ctr"/>
          <a:lstStyle/>
          <a:p>
            <a:pPr algn="ctr"/>
            <a:r>
              <a:rPr lang="pl-PL" b="1">
                <a:solidFill>
                  <a:srgbClr val="FFFFFF"/>
                </a:solidFill>
                <a:latin typeface="Cambria" pitchFamily="34" charset="0"/>
                <a:ea typeface="Cambria" pitchFamily="34" charset="-122"/>
                <a:cs typeface="Cambria" pitchFamily="34" charset="-120"/>
              </a:rPr>
              <a:t>Sygnał kryzysu</a:t>
            </a:r>
            <a:endParaRPr lang="pl-PL"/>
          </a:p>
        </p:txBody>
      </p:sp>
      <p:sp>
        <p:nvSpPr>
          <p:cNvPr id="7" name="Shape 5"/>
          <p:cNvSpPr/>
          <p:nvPr/>
        </p:nvSpPr>
        <p:spPr>
          <a:xfrm>
            <a:off x="6096000" y="1780032"/>
            <a:ext cx="0" cy="283872"/>
          </a:xfrm>
          <a:prstGeom prst="line">
            <a:avLst/>
          </a:prstGeom>
          <a:noFill/>
          <a:ln w="25400">
            <a:solidFill>
              <a:srgbClr val="4A5280"/>
            </a:solidFill>
            <a:prstDash val="solid"/>
            <a:tailEnd type="triangle"/>
          </a:ln>
        </p:spPr>
      </p:sp>
      <p:sp>
        <p:nvSpPr>
          <p:cNvPr id="8" name="Shape 6"/>
          <p:cNvSpPr/>
          <p:nvPr/>
        </p:nvSpPr>
        <p:spPr>
          <a:xfrm>
            <a:off x="3291840" y="2063904"/>
            <a:ext cx="5608320" cy="432000"/>
          </a:xfrm>
          <a:prstGeom prst="roundRect">
            <a:avLst>
              <a:gd name="adj" fmla="val 12903"/>
            </a:avLst>
          </a:prstGeom>
          <a:solidFill>
            <a:srgbClr val="B53A3A"/>
          </a:solidFill>
          <a:ln/>
          <a:effectLst>
            <a:outerShdw blurRad="76200" dist="25400" dir="2700000" algn="bl" rotWithShape="0">
              <a:srgbClr val="000000">
                <a:alpha val="8000"/>
              </a:srgbClr>
            </a:outerShdw>
          </a:effectLst>
        </p:spPr>
        <p:txBody>
          <a:bodyPr anchor="ctr"/>
          <a:lstStyle/>
          <a:p>
            <a:pPr algn="ctr"/>
            <a:r>
              <a:rPr lang="pl-PL" b="1">
                <a:solidFill>
                  <a:srgbClr val="FFFFFF"/>
                </a:solidFill>
                <a:latin typeface="Cambria" pitchFamily="34" charset="0"/>
                <a:ea typeface="Cambria" pitchFamily="34" charset="-122"/>
                <a:cs typeface="Cambria" pitchFamily="34" charset="-120"/>
              </a:rPr>
              <a:t>Ocena ryzyka (bieżąca)</a:t>
            </a:r>
            <a:endParaRPr lang="pl-PL"/>
          </a:p>
        </p:txBody>
      </p:sp>
      <p:sp>
        <p:nvSpPr>
          <p:cNvPr id="10" name="Shape 8"/>
          <p:cNvSpPr/>
          <p:nvPr/>
        </p:nvSpPr>
        <p:spPr>
          <a:xfrm>
            <a:off x="6096000" y="2495904"/>
            <a:ext cx="0" cy="283872"/>
          </a:xfrm>
          <a:prstGeom prst="line">
            <a:avLst/>
          </a:prstGeom>
          <a:noFill/>
          <a:ln w="25400">
            <a:solidFill>
              <a:srgbClr val="4A5280"/>
            </a:solidFill>
            <a:prstDash val="solid"/>
            <a:tailEnd type="triangle"/>
          </a:ln>
        </p:spPr>
      </p:sp>
      <p:sp>
        <p:nvSpPr>
          <p:cNvPr id="11" name="Shape 9"/>
          <p:cNvSpPr/>
          <p:nvPr/>
        </p:nvSpPr>
        <p:spPr>
          <a:xfrm>
            <a:off x="3291840" y="2779776"/>
            <a:ext cx="5608320" cy="432000"/>
          </a:xfrm>
          <a:prstGeom prst="roundRect">
            <a:avLst>
              <a:gd name="adj" fmla="val 12903"/>
            </a:avLst>
          </a:prstGeom>
          <a:solidFill>
            <a:srgbClr val="A8334A"/>
          </a:solidFill>
          <a:ln/>
          <a:effectLst>
            <a:outerShdw blurRad="76200" dist="25400" dir="2700000" algn="bl" rotWithShape="0">
              <a:srgbClr val="000000">
                <a:alpha val="8000"/>
              </a:srgbClr>
            </a:outerShdw>
          </a:effectLst>
        </p:spPr>
        <p:txBody>
          <a:bodyPr anchor="ctr"/>
          <a:lstStyle/>
          <a:p>
            <a:pPr algn="ctr"/>
            <a:r>
              <a:rPr lang="pl-PL" b="1">
                <a:solidFill>
                  <a:srgbClr val="FFFFFF"/>
                </a:solidFill>
                <a:latin typeface="Cambria" pitchFamily="34" charset="0"/>
                <a:ea typeface="Cambria" pitchFamily="34" charset="-122"/>
                <a:cs typeface="Cambria" pitchFamily="34" charset="-120"/>
              </a:rPr>
              <a:t>Ustalenie lokalizacji klienta</a:t>
            </a:r>
            <a:endParaRPr lang="pl-PL"/>
          </a:p>
        </p:txBody>
      </p:sp>
      <p:sp>
        <p:nvSpPr>
          <p:cNvPr id="13" name="Shape 11"/>
          <p:cNvSpPr/>
          <p:nvPr/>
        </p:nvSpPr>
        <p:spPr>
          <a:xfrm flipH="1">
            <a:off x="4764307" y="3211776"/>
            <a:ext cx="722093" cy="329184"/>
          </a:xfrm>
          <a:prstGeom prst="line">
            <a:avLst/>
          </a:prstGeom>
          <a:noFill/>
          <a:ln w="25400">
            <a:solidFill>
              <a:srgbClr val="4A5280"/>
            </a:solidFill>
            <a:prstDash val="solid"/>
            <a:tailEnd type="triangle"/>
          </a:ln>
        </p:spPr>
      </p:sp>
      <p:sp>
        <p:nvSpPr>
          <p:cNvPr id="14" name="Shape 12"/>
          <p:cNvSpPr/>
          <p:nvPr/>
        </p:nvSpPr>
        <p:spPr>
          <a:xfrm>
            <a:off x="6633642" y="3223968"/>
            <a:ext cx="687842" cy="316992"/>
          </a:xfrm>
          <a:prstGeom prst="line">
            <a:avLst/>
          </a:prstGeom>
          <a:noFill/>
          <a:ln w="25400">
            <a:solidFill>
              <a:srgbClr val="4A5280"/>
            </a:solidFill>
            <a:prstDash val="solid"/>
            <a:tailEnd type="triangle"/>
          </a:ln>
        </p:spPr>
      </p:sp>
      <p:grpSp>
        <p:nvGrpSpPr>
          <p:cNvPr id="27" name="Grupa 26"/>
          <p:cNvGrpSpPr/>
          <p:nvPr/>
        </p:nvGrpSpPr>
        <p:grpSpPr>
          <a:xfrm>
            <a:off x="2549952" y="3566312"/>
            <a:ext cx="3056170" cy="719328"/>
            <a:chOff x="1234911" y="3622780"/>
            <a:chExt cx="3836709" cy="719328"/>
          </a:xfrm>
        </p:grpSpPr>
        <p:sp>
          <p:nvSpPr>
            <p:cNvPr id="15" name="Shape 13"/>
            <p:cNvSpPr/>
            <p:nvPr/>
          </p:nvSpPr>
          <p:spPr>
            <a:xfrm>
              <a:off x="1234911" y="3622780"/>
              <a:ext cx="3836709" cy="719328"/>
            </a:xfrm>
            <a:prstGeom prst="roundRect">
              <a:avLst>
                <a:gd name="adj" fmla="val 9412"/>
              </a:avLst>
            </a:prstGeom>
            <a:solidFill>
              <a:srgbClr val="C07B2F"/>
            </a:solidFill>
            <a:ln/>
            <a:effectLst>
              <a:outerShdw blurRad="76200" dist="25400" dir="2700000" algn="bl" rotWithShape="0">
                <a:srgbClr val="000000">
                  <a:alpha val="8000"/>
                </a:srgbClr>
              </a:outerShdw>
            </a:effectLst>
          </p:spPr>
        </p:sp>
        <p:sp>
          <p:nvSpPr>
            <p:cNvPr id="16" name="Text 14"/>
            <p:cNvSpPr/>
            <p:nvPr/>
          </p:nvSpPr>
          <p:spPr>
            <a:xfrm>
              <a:off x="1338606" y="3671548"/>
              <a:ext cx="3563332" cy="438912"/>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Kontakt alarmowy</a:t>
              </a:r>
              <a:endParaRPr lang="en-US"/>
            </a:p>
          </p:txBody>
        </p:sp>
        <p:sp>
          <p:nvSpPr>
            <p:cNvPr id="17" name="Text 15"/>
            <p:cNvSpPr/>
            <p:nvPr/>
          </p:nvSpPr>
          <p:spPr>
            <a:xfrm>
              <a:off x="1338606" y="4057795"/>
              <a:ext cx="3563332" cy="259488"/>
            </a:xfrm>
            <a:prstGeom prst="rect">
              <a:avLst/>
            </a:prstGeom>
            <a:noFill/>
            <a:ln/>
          </p:spPr>
          <p:txBody>
            <a:bodyPr wrap="square" rtlCol="0" anchor="ctr"/>
            <a:lstStyle/>
            <a:p>
              <a:pPr algn="ctr"/>
              <a:r>
                <a:rPr lang="en-US" sz="1200">
                  <a:solidFill>
                    <a:srgbClr val="FFFFFF"/>
                  </a:solidFill>
                  <a:latin typeface="Calibri" pitchFamily="34" charset="0"/>
                  <a:ea typeface="Calibri" pitchFamily="34" charset="-122"/>
                  <a:cs typeface="Calibri" pitchFamily="34" charset="-120"/>
                </a:rPr>
                <a:t>Osoba wskazana przy pierwszej sesji.</a:t>
              </a:r>
              <a:endParaRPr lang="en-US" sz="1200"/>
            </a:p>
          </p:txBody>
        </p:sp>
      </p:grpSp>
      <p:grpSp>
        <p:nvGrpSpPr>
          <p:cNvPr id="28" name="Grupa 27"/>
          <p:cNvGrpSpPr/>
          <p:nvPr/>
        </p:nvGrpSpPr>
        <p:grpSpPr>
          <a:xfrm>
            <a:off x="6549744" y="3570833"/>
            <a:ext cx="3056170" cy="719328"/>
            <a:chOff x="7087071" y="3622780"/>
            <a:chExt cx="3836709" cy="719328"/>
          </a:xfrm>
        </p:grpSpPr>
        <p:sp>
          <p:nvSpPr>
            <p:cNvPr id="18" name="Shape 16"/>
            <p:cNvSpPr/>
            <p:nvPr/>
          </p:nvSpPr>
          <p:spPr>
            <a:xfrm>
              <a:off x="7087071" y="3622780"/>
              <a:ext cx="3836709" cy="719328"/>
            </a:xfrm>
            <a:prstGeom prst="roundRect">
              <a:avLst>
                <a:gd name="adj" fmla="val 9412"/>
              </a:avLst>
            </a:prstGeom>
            <a:solidFill>
              <a:srgbClr val="7B5EA7"/>
            </a:solidFill>
            <a:ln/>
            <a:effectLst>
              <a:outerShdw blurRad="76200" dist="25400" dir="2700000" algn="bl" rotWithShape="0">
                <a:srgbClr val="000000">
                  <a:alpha val="8000"/>
                </a:srgbClr>
              </a:outerShdw>
            </a:effectLst>
          </p:spPr>
        </p:sp>
        <p:sp>
          <p:nvSpPr>
            <p:cNvPr id="19" name="Text 17"/>
            <p:cNvSpPr/>
            <p:nvPr/>
          </p:nvSpPr>
          <p:spPr>
            <a:xfrm>
              <a:off x="7269951" y="3671548"/>
              <a:ext cx="3533168" cy="438912"/>
            </a:xfrm>
            <a:prstGeom prst="rect">
              <a:avLst/>
            </a:prstGeom>
            <a:noFill/>
            <a:ln/>
          </p:spPr>
          <p:txBody>
            <a:bodyPr wrap="square" rtlCol="0" anchor="ctr"/>
            <a:lstStyle/>
            <a:p>
              <a:pPr algn="ctr"/>
              <a:r>
                <a:rPr lang="en-US" b="1">
                  <a:solidFill>
                    <a:srgbClr val="FFFFFF"/>
                  </a:solidFill>
                  <a:latin typeface="Cambria" pitchFamily="34" charset="0"/>
                  <a:ea typeface="Cambria" pitchFamily="34" charset="-122"/>
                  <a:cs typeface="Cambria" pitchFamily="34" charset="-120"/>
                </a:rPr>
                <a:t>Służby lokalne</a:t>
              </a:r>
              <a:endParaRPr lang="en-US"/>
            </a:p>
          </p:txBody>
        </p:sp>
        <p:sp>
          <p:nvSpPr>
            <p:cNvPr id="20" name="Text 18"/>
            <p:cNvSpPr/>
            <p:nvPr/>
          </p:nvSpPr>
          <p:spPr>
            <a:xfrm>
              <a:off x="7269950" y="4057795"/>
              <a:ext cx="3533169" cy="259488"/>
            </a:xfrm>
            <a:prstGeom prst="rect">
              <a:avLst/>
            </a:prstGeom>
            <a:noFill/>
            <a:ln/>
          </p:spPr>
          <p:txBody>
            <a:bodyPr wrap="square" rtlCol="0" anchor="ctr"/>
            <a:lstStyle/>
            <a:p>
              <a:pPr algn="ctr"/>
              <a:r>
                <a:rPr lang="en-US" sz="1200">
                  <a:solidFill>
                    <a:srgbClr val="FFFFFF"/>
                  </a:solidFill>
                  <a:latin typeface="Calibri" pitchFamily="34" charset="0"/>
                  <a:ea typeface="Calibri" pitchFamily="34" charset="-122"/>
                  <a:cs typeface="Calibri" pitchFamily="34" charset="-120"/>
                </a:rPr>
                <a:t>Właściwe dla miejsca pobytu klienta.</a:t>
              </a:r>
              <a:endParaRPr lang="en-US" sz="1200"/>
            </a:p>
          </p:txBody>
        </p:sp>
      </p:grpSp>
      <p:sp>
        <p:nvSpPr>
          <p:cNvPr id="21" name="Shape 19"/>
          <p:cNvSpPr/>
          <p:nvPr/>
        </p:nvSpPr>
        <p:spPr>
          <a:xfrm>
            <a:off x="4764308" y="4309652"/>
            <a:ext cx="637252" cy="362235"/>
          </a:xfrm>
          <a:prstGeom prst="line">
            <a:avLst/>
          </a:prstGeom>
          <a:noFill/>
          <a:ln w="25400">
            <a:solidFill>
              <a:srgbClr val="4A5280"/>
            </a:solidFill>
            <a:prstDash val="solid"/>
            <a:tailEnd type="triangle"/>
          </a:ln>
        </p:spPr>
      </p:sp>
      <p:sp>
        <p:nvSpPr>
          <p:cNvPr id="22" name="Shape 20"/>
          <p:cNvSpPr/>
          <p:nvPr/>
        </p:nvSpPr>
        <p:spPr>
          <a:xfrm flipH="1">
            <a:off x="6549744" y="4290915"/>
            <a:ext cx="771740" cy="385493"/>
          </a:xfrm>
          <a:prstGeom prst="line">
            <a:avLst/>
          </a:prstGeom>
          <a:noFill/>
          <a:ln w="25400">
            <a:solidFill>
              <a:srgbClr val="4A5280"/>
            </a:solidFill>
            <a:prstDash val="solid"/>
            <a:tailEnd type="triangle"/>
          </a:ln>
        </p:spPr>
      </p:sp>
      <p:sp>
        <p:nvSpPr>
          <p:cNvPr id="23" name="Shape 21"/>
          <p:cNvSpPr/>
          <p:nvPr/>
        </p:nvSpPr>
        <p:spPr>
          <a:xfrm>
            <a:off x="3169920" y="4788968"/>
            <a:ext cx="5852160" cy="432000"/>
          </a:xfrm>
          <a:prstGeom prst="roundRect">
            <a:avLst>
              <a:gd name="adj" fmla="val 14545"/>
            </a:avLst>
          </a:prstGeom>
          <a:solidFill>
            <a:srgbClr val="1E2761"/>
          </a:solidFill>
          <a:ln/>
          <a:effectLst>
            <a:outerShdw blurRad="76200" dist="25400" dir="2700000" algn="bl" rotWithShape="0">
              <a:srgbClr val="000000">
                <a:alpha val="8000"/>
              </a:srgbClr>
            </a:outerShdw>
          </a:effectLst>
        </p:spPr>
        <p:txBody>
          <a:bodyPr anchor="ctr"/>
          <a:lstStyle/>
          <a:p>
            <a:pPr algn="ctr"/>
            <a:r>
              <a:rPr lang="pl-PL" b="1">
                <a:solidFill>
                  <a:srgbClr val="FFFFFF"/>
                </a:solidFill>
                <a:latin typeface="Cambria" pitchFamily="34" charset="0"/>
                <a:ea typeface="Cambria" pitchFamily="34" charset="-122"/>
                <a:cs typeface="Cambria" pitchFamily="34" charset="-120"/>
              </a:rPr>
              <a:t>Dokumentowanie decyzji</a:t>
            </a:r>
            <a:endParaRPr lang="pl-PL"/>
          </a:p>
        </p:txBody>
      </p:sp>
      <p:sp>
        <p:nvSpPr>
          <p:cNvPr id="25" name="Shape 23"/>
          <p:cNvSpPr/>
          <p:nvPr/>
        </p:nvSpPr>
        <p:spPr>
          <a:xfrm>
            <a:off x="487680" y="5719775"/>
            <a:ext cx="11216640" cy="985825"/>
          </a:xfrm>
          <a:prstGeom prst="roundRect">
            <a:avLst>
              <a:gd name="adj" fmla="val 23810"/>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2000">
                <a:solidFill>
                  <a:srgbClr val="1E2761"/>
                </a:solidFill>
                <a:latin typeface="Cambria Math" panose="02040503050406030204" pitchFamily="18" charset="0"/>
                <a:ea typeface="Cambria Math" panose="02040503050406030204" pitchFamily="18" charset="0"/>
                <a:cs typeface="Calibri" pitchFamily="34" charset="-120"/>
              </a:rPr>
              <a:t>Granice odpowiedzialności terapeuty pracującego zdalnie to ocenić ryzyko i zorganizować pomoc. </a:t>
            </a:r>
          </a:p>
          <a:p>
            <a:pPr algn="ctr"/>
            <a:r>
              <a:rPr lang="pl-PL" sz="2000">
                <a:solidFill>
                  <a:srgbClr val="1E2761"/>
                </a:solidFill>
                <a:latin typeface="Cambria Math" panose="02040503050406030204" pitchFamily="18" charset="0"/>
                <a:ea typeface="Cambria Math" panose="02040503050406030204" pitchFamily="18" charset="0"/>
                <a:cs typeface="Calibri" pitchFamily="34" charset="-120"/>
              </a:rPr>
              <a:t>Musi być on świadomy, że nie jest w stanie fizycznie zapewnić bezpieczeństwa.</a:t>
            </a:r>
            <a:endParaRPr lang="pl-PL" sz="200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190027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667" b="1">
                <a:solidFill>
                  <a:srgbClr val="FFFFFF"/>
                </a:solidFill>
                <a:latin typeface="Cambria" pitchFamily="34" charset="0"/>
                <a:ea typeface="Cambria" pitchFamily="34" charset="-122"/>
                <a:cs typeface="Cambria" pitchFamily="34" charset="-120"/>
              </a:rPr>
              <a:t>RELACJA TERAPEUTYCZNA W ŚRODOWISKU CYFROWYM</a:t>
            </a:r>
            <a:endParaRPr lang="en-US" sz="2667"/>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533" i="1">
                <a:solidFill>
                  <a:srgbClr val="B7C6E6"/>
                </a:solidFill>
                <a:latin typeface="Calibri" pitchFamily="34" charset="0"/>
                <a:ea typeface="Calibri" pitchFamily="34" charset="-122"/>
                <a:cs typeface="Calibri" pitchFamily="34" charset="-120"/>
              </a:rPr>
              <a:t>To, co się nie zmienia. To, co się zmienia.</a:t>
            </a:r>
            <a:endParaRPr lang="en-US" sz="1533"/>
          </a:p>
        </p:txBody>
      </p:sp>
      <p:sp>
        <p:nvSpPr>
          <p:cNvPr id="5" name="Shape 3"/>
          <p:cNvSpPr/>
          <p:nvPr/>
        </p:nvSpPr>
        <p:spPr>
          <a:xfrm>
            <a:off x="2225040" y="2292096"/>
            <a:ext cx="3870960" cy="1030224"/>
          </a:xfrm>
          <a:prstGeom prst="line">
            <a:avLst/>
          </a:prstGeom>
          <a:noFill/>
          <a:ln w="15875">
            <a:solidFill>
              <a:srgbClr val="AFC6E8"/>
            </a:solidFill>
            <a:prstDash val="dash"/>
          </a:ln>
        </p:spPr>
      </p:sp>
      <p:sp>
        <p:nvSpPr>
          <p:cNvPr id="6" name="Shape 4"/>
          <p:cNvSpPr/>
          <p:nvPr/>
        </p:nvSpPr>
        <p:spPr>
          <a:xfrm flipH="1">
            <a:off x="6096000" y="2292096"/>
            <a:ext cx="3870960" cy="1030224"/>
          </a:xfrm>
          <a:prstGeom prst="line">
            <a:avLst/>
          </a:prstGeom>
          <a:noFill/>
          <a:ln w="15875">
            <a:solidFill>
              <a:srgbClr val="AFC6E8"/>
            </a:solidFill>
            <a:prstDash val="dash"/>
          </a:ln>
        </p:spPr>
      </p:sp>
      <p:sp>
        <p:nvSpPr>
          <p:cNvPr id="7" name="Shape 5"/>
          <p:cNvSpPr/>
          <p:nvPr/>
        </p:nvSpPr>
        <p:spPr>
          <a:xfrm flipH="1">
            <a:off x="2225040" y="3322320"/>
            <a:ext cx="3870960" cy="1627632"/>
          </a:xfrm>
          <a:prstGeom prst="line">
            <a:avLst/>
          </a:prstGeom>
          <a:noFill/>
          <a:ln w="15875">
            <a:solidFill>
              <a:srgbClr val="AFC6E8"/>
            </a:solidFill>
            <a:prstDash val="dash"/>
          </a:ln>
        </p:spPr>
      </p:sp>
      <p:sp>
        <p:nvSpPr>
          <p:cNvPr id="8" name="Shape 6"/>
          <p:cNvSpPr/>
          <p:nvPr/>
        </p:nvSpPr>
        <p:spPr>
          <a:xfrm>
            <a:off x="6096000" y="3322320"/>
            <a:ext cx="3870960" cy="1627632"/>
          </a:xfrm>
          <a:prstGeom prst="line">
            <a:avLst/>
          </a:prstGeom>
          <a:noFill/>
          <a:ln w="15875">
            <a:solidFill>
              <a:srgbClr val="AFC6E8"/>
            </a:solidFill>
            <a:prstDash val="dash"/>
          </a:ln>
        </p:spPr>
      </p:sp>
      <p:sp>
        <p:nvSpPr>
          <p:cNvPr id="9" name="Shape 7"/>
          <p:cNvSpPr/>
          <p:nvPr/>
        </p:nvSpPr>
        <p:spPr>
          <a:xfrm>
            <a:off x="670560" y="1731264"/>
            <a:ext cx="3108960" cy="1121664"/>
          </a:xfrm>
          <a:prstGeom prst="roundRect">
            <a:avLst>
              <a:gd name="adj" fmla="val 7609"/>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0" name="Text 8"/>
          <p:cNvSpPr/>
          <p:nvPr/>
        </p:nvSpPr>
        <p:spPr>
          <a:xfrm>
            <a:off x="816864" y="1828800"/>
            <a:ext cx="2816352" cy="414528"/>
          </a:xfrm>
          <a:prstGeom prst="rect">
            <a:avLst/>
          </a:prstGeom>
          <a:noFill/>
          <a:ln/>
        </p:spPr>
        <p:txBody>
          <a:bodyPr wrap="square" lIns="0" tIns="0" rIns="0" bIns="0" rtlCol="0" anchor="ctr"/>
          <a:lstStyle/>
          <a:p>
            <a:r>
              <a:rPr lang="en-US" sz="2000" b="1">
                <a:solidFill>
                  <a:srgbClr val="1B2A56"/>
                </a:solidFill>
                <a:latin typeface="Cambria" pitchFamily="34" charset="0"/>
                <a:ea typeface="Cambria" pitchFamily="34" charset="-122"/>
                <a:cs typeface="Cambria" pitchFamily="34" charset="-120"/>
              </a:rPr>
              <a:t>Większa jawność</a:t>
            </a:r>
            <a:endParaRPr lang="en-US" sz="2000"/>
          </a:p>
        </p:txBody>
      </p:sp>
      <p:sp>
        <p:nvSpPr>
          <p:cNvPr id="11" name="Text 9"/>
          <p:cNvSpPr/>
          <p:nvPr/>
        </p:nvSpPr>
        <p:spPr>
          <a:xfrm>
            <a:off x="816864" y="2243328"/>
            <a:ext cx="2816352" cy="548640"/>
          </a:xfrm>
          <a:prstGeom prst="rect">
            <a:avLst/>
          </a:prstGeom>
          <a:noFill/>
          <a:ln/>
        </p:spPr>
        <p:txBody>
          <a:bodyPr wrap="square" lIns="0" tIns="0" rIns="0" bIns="0" rtlCol="0" anchor="ctr"/>
          <a:lstStyle/>
          <a:p>
            <a:r>
              <a:rPr lang="en-US" sz="1600">
                <a:solidFill>
                  <a:srgbClr val="5B6472"/>
                </a:solidFill>
                <a:latin typeface="Calibri" pitchFamily="34" charset="0"/>
                <a:ea typeface="Calibri" pitchFamily="34" charset="-122"/>
                <a:cs typeface="Calibri" pitchFamily="34" charset="-120"/>
              </a:rPr>
              <a:t>Nazywanie intencji wprost, nie domyślanie się</a:t>
            </a:r>
            <a:endParaRPr lang="en-US" sz="1600"/>
          </a:p>
        </p:txBody>
      </p:sp>
      <p:sp>
        <p:nvSpPr>
          <p:cNvPr id="12" name="Shape 10"/>
          <p:cNvSpPr/>
          <p:nvPr/>
        </p:nvSpPr>
        <p:spPr>
          <a:xfrm>
            <a:off x="8412480" y="1731264"/>
            <a:ext cx="3108960" cy="1121664"/>
          </a:xfrm>
          <a:prstGeom prst="roundRect">
            <a:avLst>
              <a:gd name="adj" fmla="val 7609"/>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3" name="Text 11"/>
          <p:cNvSpPr/>
          <p:nvPr/>
        </p:nvSpPr>
        <p:spPr>
          <a:xfrm>
            <a:off x="8558784" y="1828800"/>
            <a:ext cx="2816352" cy="414528"/>
          </a:xfrm>
          <a:prstGeom prst="rect">
            <a:avLst/>
          </a:prstGeom>
          <a:noFill/>
          <a:ln/>
        </p:spPr>
        <p:txBody>
          <a:bodyPr wrap="square" lIns="0" tIns="0" rIns="0" bIns="0" rtlCol="0" anchor="ctr"/>
          <a:lstStyle/>
          <a:p>
            <a:r>
              <a:rPr lang="en-US" sz="2000" b="1">
                <a:solidFill>
                  <a:srgbClr val="1B2A56"/>
                </a:solidFill>
                <a:latin typeface="Cambria" pitchFamily="34" charset="0"/>
                <a:ea typeface="Cambria" pitchFamily="34" charset="-122"/>
                <a:cs typeface="Cambria" pitchFamily="34" charset="-120"/>
              </a:rPr>
              <a:t>Większa struktura</a:t>
            </a:r>
            <a:endParaRPr lang="en-US" sz="2000"/>
          </a:p>
        </p:txBody>
      </p:sp>
      <p:sp>
        <p:nvSpPr>
          <p:cNvPr id="14" name="Text 12"/>
          <p:cNvSpPr/>
          <p:nvPr/>
        </p:nvSpPr>
        <p:spPr>
          <a:xfrm>
            <a:off x="8558784" y="2243328"/>
            <a:ext cx="2816352" cy="548640"/>
          </a:xfrm>
          <a:prstGeom prst="rect">
            <a:avLst/>
          </a:prstGeom>
          <a:noFill/>
          <a:ln/>
        </p:spPr>
        <p:txBody>
          <a:bodyPr wrap="square" lIns="0" tIns="0" rIns="0" bIns="0" rtlCol="0" anchor="ctr"/>
          <a:lstStyle/>
          <a:p>
            <a:r>
              <a:rPr lang="en-US" sz="1600">
                <a:solidFill>
                  <a:srgbClr val="5B6472"/>
                </a:solidFill>
                <a:latin typeface="Calibri" pitchFamily="34" charset="0"/>
                <a:ea typeface="Calibri" pitchFamily="34" charset="-122"/>
                <a:cs typeface="Calibri" pitchFamily="34" charset="-120"/>
              </a:rPr>
              <a:t>Jasne ramy zamiast niewerbalnych wskazówek</a:t>
            </a:r>
            <a:endParaRPr lang="en-US" sz="1600"/>
          </a:p>
        </p:txBody>
      </p:sp>
      <p:sp>
        <p:nvSpPr>
          <p:cNvPr id="15" name="Shape 13"/>
          <p:cNvSpPr/>
          <p:nvPr/>
        </p:nvSpPr>
        <p:spPr>
          <a:xfrm>
            <a:off x="670560" y="4389120"/>
            <a:ext cx="3108960" cy="1121664"/>
          </a:xfrm>
          <a:prstGeom prst="roundRect">
            <a:avLst>
              <a:gd name="adj" fmla="val 7609"/>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6" name="Text 14"/>
          <p:cNvSpPr/>
          <p:nvPr/>
        </p:nvSpPr>
        <p:spPr>
          <a:xfrm>
            <a:off x="816864" y="4486656"/>
            <a:ext cx="2816352" cy="414528"/>
          </a:xfrm>
          <a:prstGeom prst="rect">
            <a:avLst/>
          </a:prstGeom>
          <a:noFill/>
          <a:ln/>
        </p:spPr>
        <p:txBody>
          <a:bodyPr wrap="square" lIns="0" tIns="0" rIns="0" bIns="0" rtlCol="0" anchor="ctr"/>
          <a:lstStyle/>
          <a:p>
            <a:r>
              <a:rPr lang="en-US" sz="2000" b="1">
                <a:solidFill>
                  <a:srgbClr val="1B2A56"/>
                </a:solidFill>
                <a:latin typeface="Cambria" pitchFamily="34" charset="0"/>
                <a:ea typeface="Cambria" pitchFamily="34" charset="-122"/>
                <a:cs typeface="Cambria" pitchFamily="34" charset="-120"/>
              </a:rPr>
              <a:t>Metakomunikacja</a:t>
            </a:r>
            <a:endParaRPr lang="en-US" sz="2000"/>
          </a:p>
        </p:txBody>
      </p:sp>
      <p:sp>
        <p:nvSpPr>
          <p:cNvPr id="17" name="Text 15"/>
          <p:cNvSpPr/>
          <p:nvPr/>
        </p:nvSpPr>
        <p:spPr>
          <a:xfrm>
            <a:off x="816864" y="4901184"/>
            <a:ext cx="2816352" cy="548640"/>
          </a:xfrm>
          <a:prstGeom prst="rect">
            <a:avLst/>
          </a:prstGeom>
          <a:noFill/>
          <a:ln/>
        </p:spPr>
        <p:txBody>
          <a:bodyPr wrap="square" lIns="0" tIns="0" rIns="0" bIns="0" rtlCol="0" anchor="ctr"/>
          <a:lstStyle/>
          <a:p>
            <a:r>
              <a:rPr lang="en-US" sz="1600">
                <a:solidFill>
                  <a:srgbClr val="5B6472"/>
                </a:solidFill>
                <a:latin typeface="Calibri" pitchFamily="34" charset="0"/>
                <a:ea typeface="Calibri" pitchFamily="34" charset="-122"/>
                <a:cs typeface="Calibri" pitchFamily="34" charset="-120"/>
              </a:rPr>
              <a:t>Rozmowa o samej rozmowie jako narzędzie</a:t>
            </a:r>
            <a:endParaRPr lang="en-US" sz="1600"/>
          </a:p>
        </p:txBody>
      </p:sp>
      <p:sp>
        <p:nvSpPr>
          <p:cNvPr id="18" name="Shape 16"/>
          <p:cNvSpPr/>
          <p:nvPr/>
        </p:nvSpPr>
        <p:spPr>
          <a:xfrm>
            <a:off x="8412480" y="4389120"/>
            <a:ext cx="3108960" cy="1121664"/>
          </a:xfrm>
          <a:prstGeom prst="roundRect">
            <a:avLst>
              <a:gd name="adj" fmla="val 7609"/>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9" name="Text 17"/>
          <p:cNvSpPr/>
          <p:nvPr/>
        </p:nvSpPr>
        <p:spPr>
          <a:xfrm>
            <a:off x="8558784" y="4486656"/>
            <a:ext cx="2816352" cy="414528"/>
          </a:xfrm>
          <a:prstGeom prst="rect">
            <a:avLst/>
          </a:prstGeom>
          <a:noFill/>
          <a:ln/>
        </p:spPr>
        <p:txBody>
          <a:bodyPr wrap="square" lIns="0" tIns="0" rIns="0" bIns="0" rtlCol="0" anchor="ctr"/>
          <a:lstStyle/>
          <a:p>
            <a:r>
              <a:rPr lang="en-US" b="1">
                <a:solidFill>
                  <a:srgbClr val="1B2A56"/>
                </a:solidFill>
                <a:latin typeface="Cambria" pitchFamily="34" charset="0"/>
                <a:ea typeface="Cambria" pitchFamily="34" charset="-122"/>
                <a:cs typeface="Cambria" pitchFamily="34" charset="-120"/>
              </a:rPr>
              <a:t>Aktywna kontrola kontaktu</a:t>
            </a:r>
            <a:endParaRPr lang="en-US"/>
          </a:p>
        </p:txBody>
      </p:sp>
      <p:sp>
        <p:nvSpPr>
          <p:cNvPr id="20" name="Text 18"/>
          <p:cNvSpPr/>
          <p:nvPr/>
        </p:nvSpPr>
        <p:spPr>
          <a:xfrm>
            <a:off x="8558784" y="4949952"/>
            <a:ext cx="2816352" cy="499872"/>
          </a:xfrm>
          <a:prstGeom prst="rect">
            <a:avLst/>
          </a:prstGeom>
          <a:noFill/>
          <a:ln/>
        </p:spPr>
        <p:txBody>
          <a:bodyPr wrap="square" lIns="0" tIns="0" rIns="0" bIns="0" rtlCol="0" anchor="ctr"/>
          <a:lstStyle/>
          <a:p>
            <a:r>
              <a:rPr lang="pl-PL" sz="1400" dirty="0" smtClean="0">
                <a:solidFill>
                  <a:srgbClr val="5B6472"/>
                </a:solidFill>
                <a:latin typeface="Calibri" pitchFamily="34" charset="0"/>
                <a:ea typeface="Calibri" pitchFamily="34" charset="-122"/>
                <a:cs typeface="Calibri" pitchFamily="34" charset="-120"/>
              </a:rPr>
              <a:t>Sprawdzanie, czy obie strony „są w kontakcie”</a:t>
            </a:r>
            <a:endParaRPr lang="pl-PL" sz="1400" dirty="0"/>
          </a:p>
        </p:txBody>
      </p:sp>
      <p:sp>
        <p:nvSpPr>
          <p:cNvPr id="21" name="Shape 19"/>
          <p:cNvSpPr/>
          <p:nvPr/>
        </p:nvSpPr>
        <p:spPr>
          <a:xfrm>
            <a:off x="4328160" y="2621280"/>
            <a:ext cx="3535680" cy="1402080"/>
          </a:xfrm>
          <a:prstGeom prst="roundRect">
            <a:avLst>
              <a:gd name="adj" fmla="val 6087"/>
            </a:avLst>
          </a:prstGeom>
          <a:solidFill>
            <a:srgbClr val="1B2A56"/>
          </a:solidFill>
          <a:ln w="12700">
            <a:solidFill>
              <a:srgbClr val="DCE2EC"/>
            </a:solidFill>
            <a:prstDash val="solid"/>
          </a:ln>
          <a:effectLst>
            <a:outerShdw blurRad="76200" dist="25400" dir="5400000" algn="bl" rotWithShape="0">
              <a:srgbClr val="000000">
                <a:alpha val="10000"/>
              </a:srgbClr>
            </a:outerShdw>
          </a:effectLst>
        </p:spPr>
      </p:sp>
      <p:sp>
        <p:nvSpPr>
          <p:cNvPr id="22" name="Text 20"/>
          <p:cNvSpPr/>
          <p:nvPr/>
        </p:nvSpPr>
        <p:spPr>
          <a:xfrm>
            <a:off x="4328160" y="2816352"/>
            <a:ext cx="3535680" cy="512064"/>
          </a:xfrm>
          <a:prstGeom prst="rect">
            <a:avLst/>
          </a:prstGeom>
          <a:noFill/>
          <a:ln/>
        </p:spPr>
        <p:txBody>
          <a:bodyPr wrap="square" lIns="0" tIns="0" rIns="0" bIns="0" rtlCol="0" anchor="ctr"/>
          <a:lstStyle/>
          <a:p>
            <a:pPr algn="ctr"/>
            <a:r>
              <a:rPr lang="en-US" sz="2400" b="1">
                <a:solidFill>
                  <a:srgbClr val="FFFFFF"/>
                </a:solidFill>
                <a:latin typeface="Cambria" pitchFamily="34" charset="0"/>
                <a:ea typeface="Cambria" pitchFamily="34" charset="-122"/>
                <a:cs typeface="Cambria" pitchFamily="34" charset="-120"/>
              </a:rPr>
              <a:t>Relacja terapeutyczna</a:t>
            </a:r>
            <a:endParaRPr lang="en-US" sz="2400"/>
          </a:p>
        </p:txBody>
      </p:sp>
      <p:sp>
        <p:nvSpPr>
          <p:cNvPr id="23" name="Text 21"/>
          <p:cNvSpPr/>
          <p:nvPr/>
        </p:nvSpPr>
        <p:spPr>
          <a:xfrm>
            <a:off x="4328160" y="3377184"/>
            <a:ext cx="3535680" cy="390144"/>
          </a:xfrm>
          <a:prstGeom prst="rect">
            <a:avLst/>
          </a:prstGeom>
          <a:noFill/>
          <a:ln/>
        </p:spPr>
        <p:txBody>
          <a:bodyPr wrap="square" lIns="0" tIns="0" rIns="0" bIns="0" rtlCol="0" anchor="ctr"/>
          <a:lstStyle/>
          <a:p>
            <a:pPr algn="ctr"/>
            <a:r>
              <a:rPr lang="en-US" sz="1600" i="1">
                <a:solidFill>
                  <a:srgbClr val="C7D4F0"/>
                </a:solidFill>
                <a:latin typeface="Calibri" pitchFamily="34" charset="0"/>
                <a:ea typeface="Calibri" pitchFamily="34" charset="-122"/>
                <a:cs typeface="Calibri" pitchFamily="34" charset="-120"/>
              </a:rPr>
              <a:t>fundament </a:t>
            </a:r>
            <a:r>
              <a:rPr lang="pl-PL" sz="1600" i="1">
                <a:solidFill>
                  <a:srgbClr val="C7D4F0"/>
                </a:solidFill>
                <a:latin typeface="Calibri" pitchFamily="34" charset="0"/>
                <a:ea typeface="Calibri" pitchFamily="34" charset="-122"/>
                <a:cs typeface="Calibri" pitchFamily="34" charset="-120"/>
              </a:rPr>
              <a:t>pozostaje</a:t>
            </a:r>
            <a:r>
              <a:rPr lang="en-US" sz="1600" i="1">
                <a:solidFill>
                  <a:srgbClr val="C7D4F0"/>
                </a:solidFill>
                <a:latin typeface="Calibri" pitchFamily="34" charset="0"/>
                <a:ea typeface="Calibri" pitchFamily="34" charset="-122"/>
                <a:cs typeface="Calibri" pitchFamily="34" charset="-120"/>
              </a:rPr>
              <a:t> bez zmian</a:t>
            </a:r>
            <a:endParaRPr lang="en-US" sz="1600"/>
          </a:p>
        </p:txBody>
      </p:sp>
      <p:sp>
        <p:nvSpPr>
          <p:cNvPr id="24" name="Shape 22"/>
          <p:cNvSpPr/>
          <p:nvPr/>
        </p:nvSpPr>
        <p:spPr>
          <a:xfrm>
            <a:off x="609600" y="5846064"/>
            <a:ext cx="10972800" cy="731520"/>
          </a:xfrm>
          <a:prstGeom prst="roundRect">
            <a:avLst>
              <a:gd name="adj" fmla="val 10000"/>
            </a:avLst>
          </a:prstGeom>
          <a:solidFill>
            <a:srgbClr val="EAF0FB"/>
          </a:solidFill>
          <a:ln w="12700">
            <a:solidFill>
              <a:srgbClr val="EAF0FB"/>
            </a:solidFill>
            <a:prstDash val="solid"/>
          </a:ln>
        </p:spPr>
        <p:txBody>
          <a:bodyPr anchor="ctr"/>
          <a:lstStyle/>
          <a:p>
            <a:pPr algn="ctr"/>
            <a:r>
              <a:rPr lang="pl-PL" sz="2000" dirty="0">
                <a:solidFill>
                  <a:srgbClr val="1B2A56"/>
                </a:solidFill>
                <a:latin typeface="Cambria Math" panose="02040503050406030204" pitchFamily="18" charset="0"/>
                <a:ea typeface="Cambria Math" panose="02040503050406030204" pitchFamily="18" charset="0"/>
                <a:cs typeface="Calibri" pitchFamily="34" charset="-120"/>
              </a:rPr>
              <a:t>Mechanizm zmiany pozostaje ten sam. Zmienia się sposób budowania i podtrzymywania </a:t>
            </a:r>
            <a:r>
              <a:rPr lang="pl-PL" sz="2000" dirty="0" smtClean="0">
                <a:solidFill>
                  <a:srgbClr val="1B2A56"/>
                </a:solidFill>
                <a:latin typeface="Cambria Math" panose="02040503050406030204" pitchFamily="18" charset="0"/>
                <a:ea typeface="Cambria Math" panose="02040503050406030204" pitchFamily="18" charset="0"/>
                <a:cs typeface="Calibri" pitchFamily="34" charset="-120"/>
              </a:rPr>
              <a:t>relacji</a:t>
            </a:r>
            <a:endParaRPr lang="pl-PL" sz="2000" dirty="0">
              <a:latin typeface="Cambria Math" panose="02040503050406030204" pitchFamily="18" charset="0"/>
              <a:ea typeface="Cambria Math" panose="02040503050406030204" pitchFamily="18" charset="0"/>
            </a:endParaRPr>
          </a:p>
        </p:txBody>
      </p:sp>
      <p:sp>
        <p:nvSpPr>
          <p:cNvPr id="26" name="Text 24"/>
          <p:cNvSpPr/>
          <p:nvPr/>
        </p:nvSpPr>
        <p:spPr>
          <a:xfrm>
            <a:off x="9265920" y="6583680"/>
            <a:ext cx="2316480" cy="243840"/>
          </a:xfrm>
          <a:prstGeom prst="rect">
            <a:avLst/>
          </a:prstGeom>
          <a:noFill/>
          <a:ln/>
        </p:spPr>
        <p:txBody>
          <a:bodyPr wrap="square" lIns="0" tIns="0" rIns="0" bIns="0" rtlCol="0" anchor="ctr"/>
          <a:lstStyle/>
          <a:p>
            <a:pPr algn="r"/>
            <a:r>
              <a:rPr lang="en-US" sz="1067">
                <a:solidFill>
                  <a:srgbClr val="8B95A6"/>
                </a:solidFill>
                <a:latin typeface="Calibri" pitchFamily="34" charset="0"/>
                <a:ea typeface="Calibri" pitchFamily="34" charset="-122"/>
                <a:cs typeface="Calibri" pitchFamily="34" charset="-120"/>
              </a:rPr>
              <a:t>21  ·  Sekcja III</a:t>
            </a:r>
            <a:endParaRPr lang="en-US" sz="1067"/>
          </a:p>
        </p:txBody>
      </p:sp>
    </p:spTree>
    <p:extLst>
      <p:ext uri="{BB962C8B-B14F-4D97-AF65-F5344CB8AC3E}">
        <p14:creationId xmlns:p14="http://schemas.microsoft.com/office/powerpoint/2010/main" val="1090866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667" b="1">
                <a:solidFill>
                  <a:srgbClr val="FFFFFF"/>
                </a:solidFill>
                <a:latin typeface="Cambria" pitchFamily="34" charset="0"/>
                <a:ea typeface="Cambria" pitchFamily="34" charset="-122"/>
                <a:cs typeface="Cambria" pitchFamily="34" charset="-120"/>
              </a:rPr>
              <a:t>BUDOWANIE SOJUSZU TERAPEUTYCZNEGO ONLINE</a:t>
            </a:r>
            <a:endParaRPr lang="en-US" sz="2667"/>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533" i="1">
                <a:solidFill>
                  <a:srgbClr val="B7C6E6"/>
                </a:solidFill>
                <a:latin typeface="Calibri" pitchFamily="34" charset="0"/>
                <a:ea typeface="Calibri" pitchFamily="34" charset="-122"/>
                <a:cs typeface="Calibri" pitchFamily="34" charset="-120"/>
              </a:rPr>
              <a:t>Sześć technik aktywnego potwierdzania obecności</a:t>
            </a:r>
            <a:endParaRPr lang="en-US" sz="1533"/>
          </a:p>
        </p:txBody>
      </p:sp>
      <p:sp>
        <p:nvSpPr>
          <p:cNvPr id="5" name="Shape 3"/>
          <p:cNvSpPr/>
          <p:nvPr/>
        </p:nvSpPr>
        <p:spPr>
          <a:xfrm>
            <a:off x="609600" y="1584960"/>
            <a:ext cx="3413760" cy="1828800"/>
          </a:xfrm>
          <a:prstGeom prst="roundRect">
            <a:avLst>
              <a:gd name="adj" fmla="val 4667"/>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804416"/>
            <a:ext cx="414528" cy="414528"/>
          </a:xfrm>
          <a:prstGeom prst="ellipse">
            <a:avLst/>
          </a:prstGeom>
          <a:solidFill>
            <a:srgbClr val="3D63B3"/>
          </a:solidFill>
          <a:ln w="12700">
            <a:solidFill>
              <a:srgbClr val="3D63B3"/>
            </a:solidFill>
            <a:prstDash val="solid"/>
          </a:ln>
        </p:spPr>
      </p:sp>
      <p:sp>
        <p:nvSpPr>
          <p:cNvPr id="7" name="Text 5"/>
          <p:cNvSpPr/>
          <p:nvPr/>
        </p:nvSpPr>
        <p:spPr>
          <a:xfrm>
            <a:off x="829056" y="1804416"/>
            <a:ext cx="414528" cy="414528"/>
          </a:xfrm>
          <a:prstGeom prst="rect">
            <a:avLst/>
          </a:prstGeom>
          <a:noFill/>
          <a:ln/>
        </p:spPr>
        <p:txBody>
          <a:bodyPr wrap="square" lIns="0" tIns="0" rIns="0" bIns="0" rtlCol="0" anchor="ctr"/>
          <a:lstStyle/>
          <a:p>
            <a:pPr algn="ctr"/>
            <a:r>
              <a:rPr lang="en-US" b="1">
                <a:solidFill>
                  <a:srgbClr val="FFFFFF"/>
                </a:solidFill>
              </a:rPr>
              <a:t>1</a:t>
            </a:r>
            <a:endParaRPr lang="en-US"/>
          </a:p>
        </p:txBody>
      </p:sp>
      <p:sp>
        <p:nvSpPr>
          <p:cNvPr id="8" name="Text 6"/>
          <p:cNvSpPr/>
          <p:nvPr/>
        </p:nvSpPr>
        <p:spPr>
          <a:xfrm>
            <a:off x="1389888" y="1755648"/>
            <a:ext cx="2499360" cy="609600"/>
          </a:xfrm>
          <a:prstGeom prst="rect">
            <a:avLst/>
          </a:prstGeom>
          <a:noFill/>
          <a:ln/>
        </p:spPr>
        <p:txBody>
          <a:bodyPr wrap="square" lIns="0" tIns="0" rIns="0" bIns="0" rtlCol="0" anchor="ctr"/>
          <a:lstStyle/>
          <a:p>
            <a:r>
              <a:rPr lang="en-US" b="1">
                <a:solidFill>
                  <a:srgbClr val="1B2A56"/>
                </a:solidFill>
                <a:latin typeface="Cambria" pitchFamily="34" charset="0"/>
                <a:ea typeface="Cambria" pitchFamily="34" charset="-122"/>
                <a:cs typeface="Cambria" pitchFamily="34" charset="-120"/>
              </a:rPr>
              <a:t>Sprawdzanie rozumienia</a:t>
            </a:r>
            <a:endParaRPr lang="en-US"/>
          </a:p>
        </p:txBody>
      </p:sp>
      <p:sp>
        <p:nvSpPr>
          <p:cNvPr id="9" name="Text 7"/>
          <p:cNvSpPr/>
          <p:nvPr/>
        </p:nvSpPr>
        <p:spPr>
          <a:xfrm>
            <a:off x="829056" y="2535936"/>
            <a:ext cx="2987040" cy="755904"/>
          </a:xfrm>
          <a:prstGeom prst="rect">
            <a:avLst/>
          </a:prstGeom>
          <a:noFill/>
          <a:ln/>
        </p:spPr>
        <p:txBody>
          <a:bodyPr wrap="square" lIns="0" tIns="0" rIns="0" bIns="0" rtlCol="0" anchor="ctr"/>
          <a:lstStyle/>
          <a:p>
            <a:r>
              <a:rPr lang="en-US" sz="1600" i="1">
                <a:solidFill>
                  <a:srgbClr val="5B6472"/>
                </a:solidFill>
                <a:latin typeface="Calibri" pitchFamily="34" charset="0"/>
                <a:ea typeface="Calibri" pitchFamily="34" charset="-122"/>
                <a:cs typeface="Calibri" pitchFamily="34" charset="-120"/>
              </a:rPr>
              <a:t>„Czy dobrze rozumiem, że…?”</a:t>
            </a:r>
            <a:endParaRPr lang="en-US" sz="1600"/>
          </a:p>
        </p:txBody>
      </p:sp>
      <p:sp>
        <p:nvSpPr>
          <p:cNvPr id="10" name="Shape 8"/>
          <p:cNvSpPr/>
          <p:nvPr/>
        </p:nvSpPr>
        <p:spPr>
          <a:xfrm>
            <a:off x="4389120" y="1584960"/>
            <a:ext cx="3413760" cy="1828800"/>
          </a:xfrm>
          <a:prstGeom prst="roundRect">
            <a:avLst>
              <a:gd name="adj" fmla="val 4667"/>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1" name="Shape 9"/>
          <p:cNvSpPr/>
          <p:nvPr/>
        </p:nvSpPr>
        <p:spPr>
          <a:xfrm>
            <a:off x="4608576" y="1804416"/>
            <a:ext cx="414528" cy="414528"/>
          </a:xfrm>
          <a:prstGeom prst="ellipse">
            <a:avLst/>
          </a:prstGeom>
          <a:solidFill>
            <a:srgbClr val="3D63B3"/>
          </a:solidFill>
          <a:ln w="12700">
            <a:solidFill>
              <a:srgbClr val="3D63B3"/>
            </a:solidFill>
            <a:prstDash val="solid"/>
          </a:ln>
        </p:spPr>
      </p:sp>
      <p:sp>
        <p:nvSpPr>
          <p:cNvPr id="12" name="Text 10"/>
          <p:cNvSpPr/>
          <p:nvPr/>
        </p:nvSpPr>
        <p:spPr>
          <a:xfrm>
            <a:off x="4608576" y="1804416"/>
            <a:ext cx="414528" cy="414528"/>
          </a:xfrm>
          <a:prstGeom prst="rect">
            <a:avLst/>
          </a:prstGeom>
          <a:noFill/>
          <a:ln/>
        </p:spPr>
        <p:txBody>
          <a:bodyPr wrap="square" lIns="0" tIns="0" rIns="0" bIns="0" rtlCol="0" anchor="ctr"/>
          <a:lstStyle/>
          <a:p>
            <a:pPr algn="ctr"/>
            <a:r>
              <a:rPr lang="en-US" b="1">
                <a:solidFill>
                  <a:srgbClr val="FFFFFF"/>
                </a:solidFill>
              </a:rPr>
              <a:t>2</a:t>
            </a:r>
            <a:endParaRPr lang="en-US"/>
          </a:p>
        </p:txBody>
      </p:sp>
      <p:sp>
        <p:nvSpPr>
          <p:cNvPr id="13" name="Text 11"/>
          <p:cNvSpPr/>
          <p:nvPr/>
        </p:nvSpPr>
        <p:spPr>
          <a:xfrm>
            <a:off x="5169408" y="1755648"/>
            <a:ext cx="2499360" cy="609600"/>
          </a:xfrm>
          <a:prstGeom prst="rect">
            <a:avLst/>
          </a:prstGeom>
          <a:noFill/>
          <a:ln/>
        </p:spPr>
        <p:txBody>
          <a:bodyPr wrap="square" lIns="0" tIns="0" rIns="0" bIns="0" rtlCol="0" anchor="ctr"/>
          <a:lstStyle/>
          <a:p>
            <a:r>
              <a:rPr lang="en-US" b="1">
                <a:solidFill>
                  <a:srgbClr val="1B2A56"/>
                </a:solidFill>
                <a:latin typeface="Cambria" pitchFamily="34" charset="0"/>
                <a:ea typeface="Cambria" pitchFamily="34" charset="-122"/>
                <a:cs typeface="Cambria" pitchFamily="34" charset="-120"/>
              </a:rPr>
              <a:t>Nazywanie przerw technicznych</a:t>
            </a:r>
            <a:endParaRPr lang="en-US"/>
          </a:p>
        </p:txBody>
      </p:sp>
      <p:sp>
        <p:nvSpPr>
          <p:cNvPr id="14" name="Text 12"/>
          <p:cNvSpPr/>
          <p:nvPr/>
        </p:nvSpPr>
        <p:spPr>
          <a:xfrm>
            <a:off x="4608576" y="2535936"/>
            <a:ext cx="2987040" cy="755904"/>
          </a:xfrm>
          <a:prstGeom prst="rect">
            <a:avLst/>
          </a:prstGeom>
          <a:noFill/>
          <a:ln/>
        </p:spPr>
        <p:txBody>
          <a:bodyPr wrap="square" lIns="0" tIns="0" rIns="0" bIns="0" rtlCol="0" anchor="ctr"/>
          <a:lstStyle/>
          <a:p>
            <a:r>
              <a:rPr lang="en-US" sz="1600" i="1">
                <a:solidFill>
                  <a:srgbClr val="5B6472"/>
                </a:solidFill>
                <a:latin typeface="Calibri" pitchFamily="34" charset="0"/>
                <a:ea typeface="Calibri" pitchFamily="34" charset="-122"/>
                <a:cs typeface="Calibri" pitchFamily="34" charset="-120"/>
              </a:rPr>
              <a:t>„Wróćmy do tego, co Pan/Pani mówił/a”</a:t>
            </a:r>
            <a:endParaRPr lang="en-US" sz="1600"/>
          </a:p>
        </p:txBody>
      </p:sp>
      <p:sp>
        <p:nvSpPr>
          <p:cNvPr id="15" name="Shape 13"/>
          <p:cNvSpPr/>
          <p:nvPr/>
        </p:nvSpPr>
        <p:spPr>
          <a:xfrm>
            <a:off x="8168640" y="1584960"/>
            <a:ext cx="3413760" cy="1828800"/>
          </a:xfrm>
          <a:prstGeom prst="roundRect">
            <a:avLst>
              <a:gd name="adj" fmla="val 4667"/>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6" name="Shape 14"/>
          <p:cNvSpPr/>
          <p:nvPr/>
        </p:nvSpPr>
        <p:spPr>
          <a:xfrm>
            <a:off x="8388096" y="1804416"/>
            <a:ext cx="414528" cy="414528"/>
          </a:xfrm>
          <a:prstGeom prst="ellipse">
            <a:avLst/>
          </a:prstGeom>
          <a:solidFill>
            <a:srgbClr val="3D63B3"/>
          </a:solidFill>
          <a:ln w="12700">
            <a:solidFill>
              <a:srgbClr val="3D63B3"/>
            </a:solidFill>
            <a:prstDash val="solid"/>
          </a:ln>
        </p:spPr>
      </p:sp>
      <p:sp>
        <p:nvSpPr>
          <p:cNvPr id="17" name="Text 15"/>
          <p:cNvSpPr/>
          <p:nvPr/>
        </p:nvSpPr>
        <p:spPr>
          <a:xfrm>
            <a:off x="8388096" y="1804416"/>
            <a:ext cx="414528" cy="414528"/>
          </a:xfrm>
          <a:prstGeom prst="rect">
            <a:avLst/>
          </a:prstGeom>
          <a:noFill/>
          <a:ln/>
        </p:spPr>
        <p:txBody>
          <a:bodyPr wrap="square" lIns="0" tIns="0" rIns="0" bIns="0" rtlCol="0" anchor="ctr"/>
          <a:lstStyle/>
          <a:p>
            <a:pPr algn="ctr"/>
            <a:r>
              <a:rPr lang="en-US" b="1">
                <a:solidFill>
                  <a:srgbClr val="FFFFFF"/>
                </a:solidFill>
              </a:rPr>
              <a:t>3</a:t>
            </a:r>
            <a:endParaRPr lang="en-US"/>
          </a:p>
        </p:txBody>
      </p:sp>
      <p:sp>
        <p:nvSpPr>
          <p:cNvPr id="18" name="Text 16"/>
          <p:cNvSpPr/>
          <p:nvPr/>
        </p:nvSpPr>
        <p:spPr>
          <a:xfrm>
            <a:off x="8948928" y="1755648"/>
            <a:ext cx="2499360" cy="609600"/>
          </a:xfrm>
          <a:prstGeom prst="rect">
            <a:avLst/>
          </a:prstGeom>
          <a:noFill/>
          <a:ln/>
        </p:spPr>
        <p:txBody>
          <a:bodyPr wrap="square" lIns="0" tIns="0" rIns="0" bIns="0" rtlCol="0" anchor="ctr"/>
          <a:lstStyle/>
          <a:p>
            <a:r>
              <a:rPr lang="en-US" b="1">
                <a:solidFill>
                  <a:srgbClr val="1B2A56"/>
                </a:solidFill>
                <a:latin typeface="Cambria" pitchFamily="34" charset="0"/>
                <a:ea typeface="Cambria" pitchFamily="34" charset="-122"/>
                <a:cs typeface="Cambria" pitchFamily="34" charset="-120"/>
              </a:rPr>
              <a:t>Intensywna parafraza</a:t>
            </a:r>
            <a:endParaRPr lang="en-US"/>
          </a:p>
        </p:txBody>
      </p:sp>
      <p:sp>
        <p:nvSpPr>
          <p:cNvPr id="19" name="Text 17"/>
          <p:cNvSpPr/>
          <p:nvPr/>
        </p:nvSpPr>
        <p:spPr>
          <a:xfrm>
            <a:off x="8388096" y="2535936"/>
            <a:ext cx="2987040" cy="755904"/>
          </a:xfrm>
          <a:prstGeom prst="rect">
            <a:avLst/>
          </a:prstGeom>
          <a:noFill/>
          <a:ln/>
        </p:spPr>
        <p:txBody>
          <a:bodyPr wrap="square" lIns="0" tIns="0" rIns="0" bIns="0" rtlCol="0" anchor="ctr"/>
          <a:lstStyle/>
          <a:p>
            <a:r>
              <a:rPr lang="en-US" sz="1600" i="1">
                <a:solidFill>
                  <a:srgbClr val="5B6472"/>
                </a:solidFill>
                <a:latin typeface="Calibri" pitchFamily="34" charset="0"/>
                <a:ea typeface="Calibri" pitchFamily="34" charset="-122"/>
                <a:cs typeface="Calibri" pitchFamily="34" charset="-120"/>
              </a:rPr>
              <a:t>pokazuje, że terapeuta śledzi wypowiedź</a:t>
            </a:r>
            <a:endParaRPr lang="en-US" sz="1600"/>
          </a:p>
        </p:txBody>
      </p:sp>
      <p:sp>
        <p:nvSpPr>
          <p:cNvPr id="20" name="Shape 18"/>
          <p:cNvSpPr/>
          <p:nvPr/>
        </p:nvSpPr>
        <p:spPr>
          <a:xfrm>
            <a:off x="609600" y="3596640"/>
            <a:ext cx="3413760" cy="1828800"/>
          </a:xfrm>
          <a:prstGeom prst="roundRect">
            <a:avLst>
              <a:gd name="adj" fmla="val 4667"/>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1" name="Shape 19"/>
          <p:cNvSpPr/>
          <p:nvPr/>
        </p:nvSpPr>
        <p:spPr>
          <a:xfrm>
            <a:off x="829056" y="3816096"/>
            <a:ext cx="414528" cy="414528"/>
          </a:xfrm>
          <a:prstGeom prst="ellipse">
            <a:avLst/>
          </a:prstGeom>
          <a:solidFill>
            <a:srgbClr val="3D63B3"/>
          </a:solidFill>
          <a:ln w="12700">
            <a:solidFill>
              <a:srgbClr val="3D63B3"/>
            </a:solidFill>
            <a:prstDash val="solid"/>
          </a:ln>
        </p:spPr>
      </p:sp>
      <p:sp>
        <p:nvSpPr>
          <p:cNvPr id="22" name="Text 20"/>
          <p:cNvSpPr/>
          <p:nvPr/>
        </p:nvSpPr>
        <p:spPr>
          <a:xfrm>
            <a:off x="829056" y="3816096"/>
            <a:ext cx="414528" cy="414528"/>
          </a:xfrm>
          <a:prstGeom prst="rect">
            <a:avLst/>
          </a:prstGeom>
          <a:noFill/>
          <a:ln/>
        </p:spPr>
        <p:txBody>
          <a:bodyPr wrap="square" lIns="0" tIns="0" rIns="0" bIns="0" rtlCol="0" anchor="ctr"/>
          <a:lstStyle/>
          <a:p>
            <a:pPr algn="ctr"/>
            <a:r>
              <a:rPr lang="en-US" b="1">
                <a:solidFill>
                  <a:srgbClr val="FFFFFF"/>
                </a:solidFill>
              </a:rPr>
              <a:t>4</a:t>
            </a:r>
            <a:endParaRPr lang="en-US"/>
          </a:p>
        </p:txBody>
      </p:sp>
      <p:sp>
        <p:nvSpPr>
          <p:cNvPr id="23" name="Text 21"/>
          <p:cNvSpPr/>
          <p:nvPr/>
        </p:nvSpPr>
        <p:spPr>
          <a:xfrm>
            <a:off x="1389888" y="3767328"/>
            <a:ext cx="2499360" cy="609600"/>
          </a:xfrm>
          <a:prstGeom prst="rect">
            <a:avLst/>
          </a:prstGeom>
          <a:noFill/>
          <a:ln/>
        </p:spPr>
        <p:txBody>
          <a:bodyPr wrap="square" lIns="0" tIns="0" rIns="0" bIns="0" rtlCol="0" anchor="ctr"/>
          <a:lstStyle/>
          <a:p>
            <a:r>
              <a:rPr lang="en-US" b="1">
                <a:solidFill>
                  <a:srgbClr val="1B2A56"/>
                </a:solidFill>
                <a:latin typeface="Cambria" pitchFamily="34" charset="0"/>
                <a:ea typeface="Cambria" pitchFamily="34" charset="-122"/>
                <a:cs typeface="Cambria" pitchFamily="34" charset="-120"/>
              </a:rPr>
              <a:t>Częste podsumowania</a:t>
            </a:r>
            <a:endParaRPr lang="en-US"/>
          </a:p>
        </p:txBody>
      </p:sp>
      <p:sp>
        <p:nvSpPr>
          <p:cNvPr id="24" name="Text 22"/>
          <p:cNvSpPr/>
          <p:nvPr/>
        </p:nvSpPr>
        <p:spPr>
          <a:xfrm>
            <a:off x="829056" y="4547616"/>
            <a:ext cx="2987040" cy="755904"/>
          </a:xfrm>
          <a:prstGeom prst="rect">
            <a:avLst/>
          </a:prstGeom>
          <a:noFill/>
          <a:ln/>
        </p:spPr>
        <p:txBody>
          <a:bodyPr wrap="square" lIns="0" tIns="0" rIns="0" bIns="0" rtlCol="0" anchor="ctr"/>
          <a:lstStyle/>
          <a:p>
            <a:r>
              <a:rPr lang="en-US" sz="1600" i="1">
                <a:solidFill>
                  <a:srgbClr val="5B6472"/>
                </a:solidFill>
                <a:latin typeface="Calibri" pitchFamily="34" charset="0"/>
                <a:ea typeface="Calibri" pitchFamily="34" charset="-122"/>
                <a:cs typeface="Calibri" pitchFamily="34" charset="-120"/>
              </a:rPr>
              <a:t>zamykanie fragmentów rozmowy</a:t>
            </a:r>
            <a:endParaRPr lang="en-US" sz="1600"/>
          </a:p>
        </p:txBody>
      </p:sp>
      <p:sp>
        <p:nvSpPr>
          <p:cNvPr id="25" name="Shape 23"/>
          <p:cNvSpPr/>
          <p:nvPr/>
        </p:nvSpPr>
        <p:spPr>
          <a:xfrm>
            <a:off x="4389120" y="3596640"/>
            <a:ext cx="3413760" cy="1828800"/>
          </a:xfrm>
          <a:prstGeom prst="roundRect">
            <a:avLst>
              <a:gd name="adj" fmla="val 4667"/>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4608576" y="3816096"/>
            <a:ext cx="414528" cy="414528"/>
          </a:xfrm>
          <a:prstGeom prst="ellipse">
            <a:avLst/>
          </a:prstGeom>
          <a:solidFill>
            <a:srgbClr val="3D63B3"/>
          </a:solidFill>
          <a:ln w="12700">
            <a:solidFill>
              <a:srgbClr val="3D63B3"/>
            </a:solidFill>
            <a:prstDash val="solid"/>
          </a:ln>
        </p:spPr>
      </p:sp>
      <p:sp>
        <p:nvSpPr>
          <p:cNvPr id="27" name="Text 25"/>
          <p:cNvSpPr/>
          <p:nvPr/>
        </p:nvSpPr>
        <p:spPr>
          <a:xfrm>
            <a:off x="4608576" y="3816096"/>
            <a:ext cx="414528" cy="414528"/>
          </a:xfrm>
          <a:prstGeom prst="rect">
            <a:avLst/>
          </a:prstGeom>
          <a:noFill/>
          <a:ln/>
        </p:spPr>
        <p:txBody>
          <a:bodyPr wrap="square" lIns="0" tIns="0" rIns="0" bIns="0" rtlCol="0" anchor="ctr"/>
          <a:lstStyle/>
          <a:p>
            <a:pPr algn="ctr"/>
            <a:r>
              <a:rPr lang="en-US" b="1">
                <a:solidFill>
                  <a:srgbClr val="FFFFFF"/>
                </a:solidFill>
              </a:rPr>
              <a:t>5</a:t>
            </a:r>
            <a:endParaRPr lang="en-US"/>
          </a:p>
        </p:txBody>
      </p:sp>
      <p:sp>
        <p:nvSpPr>
          <p:cNvPr id="28" name="Text 26"/>
          <p:cNvSpPr/>
          <p:nvPr/>
        </p:nvSpPr>
        <p:spPr>
          <a:xfrm>
            <a:off x="5169408" y="3767328"/>
            <a:ext cx="2499360" cy="609600"/>
          </a:xfrm>
          <a:prstGeom prst="rect">
            <a:avLst/>
          </a:prstGeom>
          <a:noFill/>
          <a:ln/>
        </p:spPr>
        <p:txBody>
          <a:bodyPr wrap="square" lIns="0" tIns="0" rIns="0" bIns="0" rtlCol="0" anchor="ctr"/>
          <a:lstStyle/>
          <a:p>
            <a:r>
              <a:rPr lang="en-US" b="1">
                <a:solidFill>
                  <a:srgbClr val="1B2A56"/>
                </a:solidFill>
                <a:latin typeface="Cambria" pitchFamily="34" charset="0"/>
                <a:ea typeface="Cambria" pitchFamily="34" charset="-122"/>
                <a:cs typeface="Cambria" pitchFamily="34" charset="-120"/>
              </a:rPr>
              <a:t>Eksplicytne nazywanie emocji</a:t>
            </a:r>
            <a:endParaRPr lang="en-US"/>
          </a:p>
        </p:txBody>
      </p:sp>
      <p:sp>
        <p:nvSpPr>
          <p:cNvPr id="29" name="Text 27"/>
          <p:cNvSpPr/>
          <p:nvPr/>
        </p:nvSpPr>
        <p:spPr>
          <a:xfrm>
            <a:off x="4608576" y="4547616"/>
            <a:ext cx="2987040" cy="755904"/>
          </a:xfrm>
          <a:prstGeom prst="rect">
            <a:avLst/>
          </a:prstGeom>
          <a:noFill/>
          <a:ln/>
        </p:spPr>
        <p:txBody>
          <a:bodyPr wrap="square" lIns="0" tIns="0" rIns="0" bIns="0" rtlCol="0" anchor="ctr"/>
          <a:lstStyle/>
          <a:p>
            <a:r>
              <a:rPr lang="en-US" sz="1600" i="1">
                <a:solidFill>
                  <a:srgbClr val="5B6472"/>
                </a:solidFill>
                <a:latin typeface="Calibri" pitchFamily="34" charset="0"/>
                <a:ea typeface="Calibri" pitchFamily="34" charset="-122"/>
                <a:cs typeface="Calibri" pitchFamily="34" charset="-120"/>
              </a:rPr>
              <a:t>„Widzę, że to poruszający temat”</a:t>
            </a:r>
            <a:endParaRPr lang="en-US" sz="1600"/>
          </a:p>
        </p:txBody>
      </p:sp>
      <p:sp>
        <p:nvSpPr>
          <p:cNvPr id="30" name="Shape 28"/>
          <p:cNvSpPr/>
          <p:nvPr/>
        </p:nvSpPr>
        <p:spPr>
          <a:xfrm>
            <a:off x="8168640" y="3596640"/>
            <a:ext cx="3413760" cy="1828800"/>
          </a:xfrm>
          <a:prstGeom prst="roundRect">
            <a:avLst>
              <a:gd name="adj" fmla="val 4667"/>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1" name="Shape 29"/>
          <p:cNvSpPr/>
          <p:nvPr/>
        </p:nvSpPr>
        <p:spPr>
          <a:xfrm>
            <a:off x="8388096" y="3816096"/>
            <a:ext cx="414528" cy="414528"/>
          </a:xfrm>
          <a:prstGeom prst="ellipse">
            <a:avLst/>
          </a:prstGeom>
          <a:solidFill>
            <a:srgbClr val="3D63B3"/>
          </a:solidFill>
          <a:ln w="12700">
            <a:solidFill>
              <a:srgbClr val="3D63B3"/>
            </a:solidFill>
            <a:prstDash val="solid"/>
          </a:ln>
        </p:spPr>
      </p:sp>
      <p:sp>
        <p:nvSpPr>
          <p:cNvPr id="32" name="Text 30"/>
          <p:cNvSpPr/>
          <p:nvPr/>
        </p:nvSpPr>
        <p:spPr>
          <a:xfrm>
            <a:off x="8388096" y="3816096"/>
            <a:ext cx="414528" cy="414528"/>
          </a:xfrm>
          <a:prstGeom prst="rect">
            <a:avLst/>
          </a:prstGeom>
          <a:noFill/>
          <a:ln/>
        </p:spPr>
        <p:txBody>
          <a:bodyPr wrap="square" lIns="0" tIns="0" rIns="0" bIns="0" rtlCol="0" anchor="ctr"/>
          <a:lstStyle/>
          <a:p>
            <a:pPr algn="ctr"/>
            <a:r>
              <a:rPr lang="en-US" b="1">
                <a:solidFill>
                  <a:srgbClr val="FFFFFF"/>
                </a:solidFill>
              </a:rPr>
              <a:t>6</a:t>
            </a:r>
            <a:endParaRPr lang="en-US"/>
          </a:p>
        </p:txBody>
      </p:sp>
      <p:sp>
        <p:nvSpPr>
          <p:cNvPr id="33" name="Text 31"/>
          <p:cNvSpPr/>
          <p:nvPr/>
        </p:nvSpPr>
        <p:spPr>
          <a:xfrm>
            <a:off x="8948928" y="3767328"/>
            <a:ext cx="2499360" cy="609600"/>
          </a:xfrm>
          <a:prstGeom prst="rect">
            <a:avLst/>
          </a:prstGeom>
          <a:noFill/>
          <a:ln/>
        </p:spPr>
        <p:txBody>
          <a:bodyPr wrap="square" lIns="0" tIns="0" rIns="0" bIns="0" rtlCol="0" anchor="ctr"/>
          <a:lstStyle/>
          <a:p>
            <a:r>
              <a:rPr lang="en-US" b="1">
                <a:solidFill>
                  <a:srgbClr val="1B2A56"/>
                </a:solidFill>
                <a:latin typeface="Cambria" pitchFamily="34" charset="0"/>
                <a:ea typeface="Cambria" pitchFamily="34" charset="-122"/>
                <a:cs typeface="Cambria" pitchFamily="34" charset="-120"/>
              </a:rPr>
              <a:t>Powtarzane uzgadnianie celów</a:t>
            </a:r>
            <a:endParaRPr lang="en-US"/>
          </a:p>
        </p:txBody>
      </p:sp>
      <p:sp>
        <p:nvSpPr>
          <p:cNvPr id="34" name="Text 32"/>
          <p:cNvSpPr/>
          <p:nvPr/>
        </p:nvSpPr>
        <p:spPr>
          <a:xfrm>
            <a:off x="8388096" y="4547616"/>
            <a:ext cx="2987040" cy="755904"/>
          </a:xfrm>
          <a:prstGeom prst="rect">
            <a:avLst/>
          </a:prstGeom>
          <a:noFill/>
          <a:ln/>
        </p:spPr>
        <p:txBody>
          <a:bodyPr wrap="square" lIns="0" tIns="0" rIns="0" bIns="0" rtlCol="0" anchor="ctr"/>
          <a:lstStyle/>
          <a:p>
            <a:r>
              <a:rPr lang="en-US" sz="1600" i="1">
                <a:solidFill>
                  <a:srgbClr val="5B6472"/>
                </a:solidFill>
                <a:latin typeface="Calibri" pitchFamily="34" charset="0"/>
                <a:ea typeface="Calibri" pitchFamily="34" charset="-122"/>
                <a:cs typeface="Calibri" pitchFamily="34" charset="-120"/>
              </a:rPr>
              <a:t>nie tylko na starcie procesu</a:t>
            </a:r>
            <a:endParaRPr lang="en-US" sz="1600"/>
          </a:p>
        </p:txBody>
      </p:sp>
      <p:sp>
        <p:nvSpPr>
          <p:cNvPr id="35" name="Shape 33"/>
          <p:cNvSpPr/>
          <p:nvPr/>
        </p:nvSpPr>
        <p:spPr>
          <a:xfrm>
            <a:off x="609600" y="5632704"/>
            <a:ext cx="10972800" cy="707136"/>
          </a:xfrm>
          <a:prstGeom prst="roundRect">
            <a:avLst>
              <a:gd name="adj" fmla="val 10345"/>
            </a:avLst>
          </a:prstGeom>
          <a:solidFill>
            <a:srgbClr val="EAF0FB"/>
          </a:solidFill>
          <a:ln w="12700">
            <a:solidFill>
              <a:srgbClr val="EAF0FB"/>
            </a:solidFill>
            <a:prstDash val="solid"/>
          </a:ln>
        </p:spPr>
      </p:sp>
      <p:sp>
        <p:nvSpPr>
          <p:cNvPr id="36" name="Text 34"/>
          <p:cNvSpPr/>
          <p:nvPr/>
        </p:nvSpPr>
        <p:spPr>
          <a:xfrm>
            <a:off x="829056" y="5705856"/>
            <a:ext cx="10448544" cy="560832"/>
          </a:xfrm>
          <a:prstGeom prst="rect">
            <a:avLst/>
          </a:prstGeom>
          <a:noFill/>
          <a:ln/>
        </p:spPr>
        <p:txBody>
          <a:bodyPr wrap="square" lIns="0" tIns="0" rIns="0" bIns="0" rtlCol="0" anchor="ctr"/>
          <a:lstStyle/>
          <a:p>
            <a:pPr algn="ctr"/>
            <a:r>
              <a:rPr lang="pl-PL" dirty="0" smtClean="0">
                <a:solidFill>
                  <a:srgbClr val="1B2A56"/>
                </a:solidFill>
                <a:latin typeface="Calibri" pitchFamily="34" charset="0"/>
                <a:ea typeface="Calibri" pitchFamily="34" charset="-122"/>
                <a:cs typeface="Calibri" pitchFamily="34" charset="-120"/>
              </a:rPr>
              <a:t>Sojusz, który stacjonarnie buduje się częściowo automatycznie, online wymaga świadomej, powtarzanej pracy</a:t>
            </a:r>
            <a:endParaRPr lang="pl-PL" dirty="0"/>
          </a:p>
        </p:txBody>
      </p:sp>
      <p:sp>
        <p:nvSpPr>
          <p:cNvPr id="37" name="Text 35"/>
          <p:cNvSpPr/>
          <p:nvPr/>
        </p:nvSpPr>
        <p:spPr>
          <a:xfrm>
            <a:off x="9265920" y="6583680"/>
            <a:ext cx="2316480" cy="243840"/>
          </a:xfrm>
          <a:prstGeom prst="rect">
            <a:avLst/>
          </a:prstGeom>
          <a:noFill/>
          <a:ln/>
        </p:spPr>
        <p:txBody>
          <a:bodyPr wrap="square" lIns="0" tIns="0" rIns="0" bIns="0" rtlCol="0" anchor="ctr"/>
          <a:lstStyle/>
          <a:p>
            <a:pPr algn="r"/>
            <a:r>
              <a:rPr lang="en-US" sz="1067">
                <a:solidFill>
                  <a:srgbClr val="8B95A6"/>
                </a:solidFill>
                <a:latin typeface="Calibri" pitchFamily="34" charset="0"/>
                <a:ea typeface="Calibri" pitchFamily="34" charset="-122"/>
                <a:cs typeface="Calibri" pitchFamily="34" charset="-120"/>
              </a:rPr>
              <a:t>22  ·  Sekcja III</a:t>
            </a:r>
            <a:endParaRPr lang="en-US" sz="1067"/>
          </a:p>
        </p:txBody>
      </p:sp>
    </p:spTree>
    <p:extLst>
      <p:ext uri="{BB962C8B-B14F-4D97-AF65-F5344CB8AC3E}">
        <p14:creationId xmlns:p14="http://schemas.microsoft.com/office/powerpoint/2010/main" val="3819773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667" b="1">
                <a:solidFill>
                  <a:srgbClr val="FFFFFF"/>
                </a:solidFill>
                <a:latin typeface="Cambria" pitchFamily="34" charset="0"/>
                <a:ea typeface="Cambria" pitchFamily="34" charset="-122"/>
                <a:cs typeface="Cambria" pitchFamily="34" charset="-120"/>
              </a:rPr>
              <a:t>EMPATIA CYFROWA</a:t>
            </a:r>
            <a:endParaRPr lang="en-US" sz="2667"/>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533" i="1">
                <a:solidFill>
                  <a:srgbClr val="B7C6E6"/>
                </a:solidFill>
                <a:latin typeface="Calibri" pitchFamily="34" charset="0"/>
                <a:ea typeface="Calibri" pitchFamily="34" charset="-122"/>
                <a:cs typeface="Calibri" pitchFamily="34" charset="-120"/>
              </a:rPr>
              <a:t>Kompensacja ograniczonego kanału niewerbalnego</a:t>
            </a:r>
            <a:endParaRPr lang="en-US" sz="1533"/>
          </a:p>
        </p:txBody>
      </p:sp>
      <p:sp>
        <p:nvSpPr>
          <p:cNvPr id="5" name="Shape 3"/>
          <p:cNvSpPr/>
          <p:nvPr/>
        </p:nvSpPr>
        <p:spPr>
          <a:xfrm>
            <a:off x="609600" y="1767840"/>
            <a:ext cx="3108960" cy="4084320"/>
          </a:xfrm>
          <a:prstGeom prst="roundRect">
            <a:avLst>
              <a:gd name="adj" fmla="val 2745"/>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6" name="Text 4"/>
          <p:cNvSpPr/>
          <p:nvPr/>
        </p:nvSpPr>
        <p:spPr>
          <a:xfrm>
            <a:off x="853440" y="1975104"/>
            <a:ext cx="2682240" cy="487680"/>
          </a:xfrm>
          <a:prstGeom prst="rect">
            <a:avLst/>
          </a:prstGeom>
          <a:noFill/>
          <a:ln/>
        </p:spPr>
        <p:txBody>
          <a:bodyPr wrap="square" lIns="0" tIns="0" rIns="0" bIns="0" rtlCol="0" anchor="ctr"/>
          <a:lstStyle/>
          <a:p>
            <a:r>
              <a:rPr lang="en-US" sz="2400" b="1">
                <a:solidFill>
                  <a:schemeClr val="tx1">
                    <a:lumMod val="75000"/>
                    <a:lumOff val="25000"/>
                  </a:schemeClr>
                </a:solidFill>
                <a:latin typeface="Cambria" pitchFamily="34" charset="0"/>
                <a:ea typeface="Cambria" pitchFamily="34" charset="-122"/>
                <a:cs typeface="Cambria" pitchFamily="34" charset="-120"/>
              </a:rPr>
              <a:t>Ograniczony kanał</a:t>
            </a:r>
            <a:endParaRPr lang="en-US" sz="2400">
              <a:solidFill>
                <a:schemeClr val="tx1">
                  <a:lumMod val="75000"/>
                  <a:lumOff val="25000"/>
                </a:schemeClr>
              </a:solidFill>
            </a:endParaRPr>
          </a:p>
        </p:txBody>
      </p:sp>
      <p:sp>
        <p:nvSpPr>
          <p:cNvPr id="7" name="Shape 5"/>
          <p:cNvSpPr/>
          <p:nvPr/>
        </p:nvSpPr>
        <p:spPr>
          <a:xfrm>
            <a:off x="950976" y="2657856"/>
            <a:ext cx="121920" cy="121920"/>
          </a:xfrm>
          <a:prstGeom prst="ellipse">
            <a:avLst/>
          </a:prstGeom>
          <a:solidFill>
            <a:srgbClr val="8B95A6"/>
          </a:solidFill>
          <a:ln w="12700">
            <a:solidFill>
              <a:srgbClr val="8B95A6"/>
            </a:solidFill>
            <a:prstDash val="solid"/>
          </a:ln>
        </p:spPr>
      </p:sp>
      <p:sp>
        <p:nvSpPr>
          <p:cNvPr id="8" name="Text 6"/>
          <p:cNvSpPr/>
          <p:nvPr/>
        </p:nvSpPr>
        <p:spPr>
          <a:xfrm>
            <a:off x="1219200" y="2535936"/>
            <a:ext cx="2316480" cy="390144"/>
          </a:xfrm>
          <a:prstGeom prst="rect">
            <a:avLst/>
          </a:prstGeom>
          <a:noFill/>
          <a:ln/>
        </p:spPr>
        <p:txBody>
          <a:bodyPr wrap="square" lIns="0" tIns="0" rIns="0" bIns="0" rtlCol="0" anchor="ctr"/>
          <a:lstStyle/>
          <a:p>
            <a:r>
              <a:rPr lang="en-US" sz="2000">
                <a:solidFill>
                  <a:schemeClr val="tx1">
                    <a:lumMod val="75000"/>
                    <a:lumOff val="25000"/>
                  </a:schemeClr>
                </a:solidFill>
                <a:latin typeface="Calibri" pitchFamily="34" charset="0"/>
                <a:ea typeface="Calibri" pitchFamily="34" charset="-122"/>
                <a:cs typeface="Calibri" pitchFamily="34" charset="-120"/>
              </a:rPr>
              <a:t>Mimika</a:t>
            </a:r>
            <a:endParaRPr lang="en-US" sz="2000">
              <a:solidFill>
                <a:schemeClr val="tx1">
                  <a:lumMod val="75000"/>
                  <a:lumOff val="25000"/>
                </a:schemeClr>
              </a:solidFill>
            </a:endParaRPr>
          </a:p>
        </p:txBody>
      </p:sp>
      <p:sp>
        <p:nvSpPr>
          <p:cNvPr id="9" name="Shape 7"/>
          <p:cNvSpPr/>
          <p:nvPr/>
        </p:nvSpPr>
        <p:spPr>
          <a:xfrm>
            <a:off x="950976" y="3291840"/>
            <a:ext cx="121920" cy="121920"/>
          </a:xfrm>
          <a:prstGeom prst="ellipse">
            <a:avLst/>
          </a:prstGeom>
          <a:solidFill>
            <a:srgbClr val="8B95A6"/>
          </a:solidFill>
          <a:ln w="12700">
            <a:solidFill>
              <a:srgbClr val="8B95A6"/>
            </a:solidFill>
            <a:prstDash val="solid"/>
          </a:ln>
        </p:spPr>
      </p:sp>
      <p:sp>
        <p:nvSpPr>
          <p:cNvPr id="10" name="Text 8"/>
          <p:cNvSpPr/>
          <p:nvPr/>
        </p:nvSpPr>
        <p:spPr>
          <a:xfrm>
            <a:off x="1219200" y="3169920"/>
            <a:ext cx="2316480" cy="390144"/>
          </a:xfrm>
          <a:prstGeom prst="rect">
            <a:avLst/>
          </a:prstGeom>
          <a:noFill/>
          <a:ln/>
        </p:spPr>
        <p:txBody>
          <a:bodyPr wrap="square" lIns="0" tIns="0" rIns="0" bIns="0" rtlCol="0" anchor="ctr"/>
          <a:lstStyle/>
          <a:p>
            <a:r>
              <a:rPr lang="en-US" sz="2000">
                <a:solidFill>
                  <a:schemeClr val="tx1">
                    <a:lumMod val="75000"/>
                    <a:lumOff val="25000"/>
                  </a:schemeClr>
                </a:solidFill>
                <a:latin typeface="Calibri" pitchFamily="34" charset="0"/>
                <a:ea typeface="Calibri" pitchFamily="34" charset="-122"/>
                <a:cs typeface="Calibri" pitchFamily="34" charset="-120"/>
              </a:rPr>
              <a:t>Ton głosu</a:t>
            </a:r>
            <a:endParaRPr lang="en-US" sz="2000">
              <a:solidFill>
                <a:schemeClr val="tx1">
                  <a:lumMod val="75000"/>
                  <a:lumOff val="25000"/>
                </a:schemeClr>
              </a:solidFill>
            </a:endParaRPr>
          </a:p>
        </p:txBody>
      </p:sp>
      <p:sp>
        <p:nvSpPr>
          <p:cNvPr id="11" name="Shape 9"/>
          <p:cNvSpPr/>
          <p:nvPr/>
        </p:nvSpPr>
        <p:spPr>
          <a:xfrm>
            <a:off x="950976" y="3925824"/>
            <a:ext cx="121920" cy="121920"/>
          </a:xfrm>
          <a:prstGeom prst="ellipse">
            <a:avLst/>
          </a:prstGeom>
          <a:solidFill>
            <a:srgbClr val="8B95A6"/>
          </a:solidFill>
          <a:ln w="12700">
            <a:solidFill>
              <a:srgbClr val="8B95A6"/>
            </a:solidFill>
            <a:prstDash val="solid"/>
          </a:ln>
        </p:spPr>
      </p:sp>
      <p:sp>
        <p:nvSpPr>
          <p:cNvPr id="12" name="Text 10"/>
          <p:cNvSpPr/>
          <p:nvPr/>
        </p:nvSpPr>
        <p:spPr>
          <a:xfrm>
            <a:off x="1219200" y="3803904"/>
            <a:ext cx="2316480" cy="390144"/>
          </a:xfrm>
          <a:prstGeom prst="rect">
            <a:avLst/>
          </a:prstGeom>
          <a:noFill/>
          <a:ln/>
        </p:spPr>
        <p:txBody>
          <a:bodyPr wrap="square" lIns="0" tIns="0" rIns="0" bIns="0" rtlCol="0" anchor="ctr"/>
          <a:lstStyle/>
          <a:p>
            <a:r>
              <a:rPr lang="en-US" sz="2000">
                <a:solidFill>
                  <a:schemeClr val="tx1">
                    <a:lumMod val="75000"/>
                    <a:lumOff val="25000"/>
                  </a:schemeClr>
                </a:solidFill>
                <a:latin typeface="Calibri" pitchFamily="34" charset="0"/>
                <a:ea typeface="Calibri" pitchFamily="34" charset="-122"/>
                <a:cs typeface="Calibri" pitchFamily="34" charset="-120"/>
              </a:rPr>
              <a:t>Mowa ciała</a:t>
            </a:r>
            <a:endParaRPr lang="en-US" sz="2000">
              <a:solidFill>
                <a:schemeClr val="tx1">
                  <a:lumMod val="75000"/>
                  <a:lumOff val="25000"/>
                </a:schemeClr>
              </a:solidFill>
            </a:endParaRPr>
          </a:p>
        </p:txBody>
      </p:sp>
      <p:sp>
        <p:nvSpPr>
          <p:cNvPr id="13" name="Shape 11"/>
          <p:cNvSpPr/>
          <p:nvPr/>
        </p:nvSpPr>
        <p:spPr>
          <a:xfrm>
            <a:off x="950976" y="4559808"/>
            <a:ext cx="121920" cy="121920"/>
          </a:xfrm>
          <a:prstGeom prst="ellipse">
            <a:avLst/>
          </a:prstGeom>
          <a:solidFill>
            <a:srgbClr val="8B95A6"/>
          </a:solidFill>
          <a:ln w="12700">
            <a:solidFill>
              <a:srgbClr val="8B95A6"/>
            </a:solidFill>
            <a:prstDash val="solid"/>
          </a:ln>
        </p:spPr>
      </p:sp>
      <p:sp>
        <p:nvSpPr>
          <p:cNvPr id="14" name="Text 12"/>
          <p:cNvSpPr/>
          <p:nvPr/>
        </p:nvSpPr>
        <p:spPr>
          <a:xfrm>
            <a:off x="1219200" y="4437888"/>
            <a:ext cx="2316480" cy="390144"/>
          </a:xfrm>
          <a:prstGeom prst="rect">
            <a:avLst/>
          </a:prstGeom>
          <a:noFill/>
          <a:ln/>
        </p:spPr>
        <p:txBody>
          <a:bodyPr wrap="square" lIns="0" tIns="0" rIns="0" bIns="0" rtlCol="0" anchor="ctr"/>
          <a:lstStyle/>
          <a:p>
            <a:r>
              <a:rPr lang="en-US" sz="2000">
                <a:solidFill>
                  <a:schemeClr val="tx1">
                    <a:lumMod val="75000"/>
                    <a:lumOff val="25000"/>
                  </a:schemeClr>
                </a:solidFill>
                <a:latin typeface="Calibri" pitchFamily="34" charset="0"/>
                <a:ea typeface="Calibri" pitchFamily="34" charset="-122"/>
                <a:cs typeface="Calibri" pitchFamily="34" charset="-120"/>
              </a:rPr>
              <a:t>Mikroekspresje</a:t>
            </a:r>
            <a:endParaRPr lang="en-US" sz="2000">
              <a:solidFill>
                <a:schemeClr val="tx1">
                  <a:lumMod val="75000"/>
                  <a:lumOff val="25000"/>
                </a:schemeClr>
              </a:solidFill>
            </a:endParaRPr>
          </a:p>
        </p:txBody>
      </p:sp>
      <p:sp>
        <p:nvSpPr>
          <p:cNvPr id="15" name="Text 13"/>
          <p:cNvSpPr/>
          <p:nvPr/>
        </p:nvSpPr>
        <p:spPr>
          <a:xfrm>
            <a:off x="853440" y="5120640"/>
            <a:ext cx="2682240" cy="609600"/>
          </a:xfrm>
          <a:prstGeom prst="rect">
            <a:avLst/>
          </a:prstGeom>
          <a:noFill/>
          <a:ln/>
        </p:spPr>
        <p:txBody>
          <a:bodyPr wrap="square" lIns="0" tIns="0" rIns="0" bIns="0" rtlCol="0" anchor="ctr"/>
          <a:lstStyle/>
          <a:p>
            <a:r>
              <a:rPr lang="en-US" sz="1600" i="1">
                <a:solidFill>
                  <a:schemeClr val="tx1">
                    <a:lumMod val="75000"/>
                    <a:lumOff val="25000"/>
                  </a:schemeClr>
                </a:solidFill>
                <a:latin typeface="Calibri" pitchFamily="34" charset="0"/>
                <a:ea typeface="Calibri" pitchFamily="34" charset="-122"/>
                <a:cs typeface="Calibri" pitchFamily="34" charset="-120"/>
              </a:rPr>
              <a:t>widoczne tylko częściowo lub zniekształcone przez kompresję</a:t>
            </a:r>
            <a:endParaRPr lang="en-US" sz="1600">
              <a:solidFill>
                <a:schemeClr val="tx1">
                  <a:lumMod val="75000"/>
                  <a:lumOff val="25000"/>
                </a:schemeClr>
              </a:solidFill>
            </a:endParaRPr>
          </a:p>
        </p:txBody>
      </p:sp>
      <p:sp>
        <p:nvSpPr>
          <p:cNvPr id="16" name="Text 14"/>
          <p:cNvSpPr/>
          <p:nvPr/>
        </p:nvSpPr>
        <p:spPr>
          <a:xfrm>
            <a:off x="3840480" y="3291840"/>
            <a:ext cx="792480" cy="731520"/>
          </a:xfrm>
          <a:prstGeom prst="rect">
            <a:avLst/>
          </a:prstGeom>
          <a:noFill/>
          <a:ln/>
        </p:spPr>
        <p:txBody>
          <a:bodyPr wrap="square" lIns="0" tIns="0" rIns="0" bIns="0" rtlCol="0" anchor="ctr"/>
          <a:lstStyle/>
          <a:p>
            <a:pPr algn="ctr"/>
            <a:r>
              <a:rPr lang="en-US" sz="5400" b="1">
                <a:solidFill>
                  <a:srgbClr val="2C4373"/>
                </a:solidFill>
              </a:rPr>
              <a:t>→</a:t>
            </a:r>
            <a:endParaRPr lang="en-US" sz="5400"/>
          </a:p>
        </p:txBody>
      </p:sp>
      <p:sp>
        <p:nvSpPr>
          <p:cNvPr id="17" name="Shape 15"/>
          <p:cNvSpPr/>
          <p:nvPr/>
        </p:nvSpPr>
        <p:spPr>
          <a:xfrm>
            <a:off x="4754880" y="1767840"/>
            <a:ext cx="3048000" cy="1158240"/>
          </a:xfrm>
          <a:prstGeom prst="roundRect">
            <a:avLst>
              <a:gd name="adj" fmla="val 8421"/>
            </a:avLst>
          </a:prstGeom>
          <a:solidFill>
            <a:srgbClr val="1E9E78"/>
          </a:solidFill>
          <a:ln w="12700">
            <a:solidFill>
              <a:srgbClr val="1E9E78"/>
            </a:solidFill>
            <a:prstDash val="solid"/>
          </a:ln>
        </p:spPr>
      </p:sp>
      <p:sp>
        <p:nvSpPr>
          <p:cNvPr id="18" name="Text 16"/>
          <p:cNvSpPr/>
          <p:nvPr/>
        </p:nvSpPr>
        <p:spPr>
          <a:xfrm>
            <a:off x="4828032" y="1816608"/>
            <a:ext cx="2901696"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Precyzyjny język</a:t>
            </a:r>
            <a:endParaRPr lang="en-US" sz="2000"/>
          </a:p>
        </p:txBody>
      </p:sp>
      <p:sp>
        <p:nvSpPr>
          <p:cNvPr id="19" name="Shape 17"/>
          <p:cNvSpPr/>
          <p:nvPr/>
        </p:nvSpPr>
        <p:spPr>
          <a:xfrm>
            <a:off x="8107680" y="1767840"/>
            <a:ext cx="3048000" cy="1158240"/>
          </a:xfrm>
          <a:prstGeom prst="roundRect">
            <a:avLst>
              <a:gd name="adj" fmla="val 8421"/>
            </a:avLst>
          </a:prstGeom>
          <a:solidFill>
            <a:srgbClr val="1E9E78"/>
          </a:solidFill>
          <a:ln w="12700">
            <a:solidFill>
              <a:srgbClr val="1E9E78"/>
            </a:solidFill>
            <a:prstDash val="solid"/>
          </a:ln>
        </p:spPr>
      </p:sp>
      <p:sp>
        <p:nvSpPr>
          <p:cNvPr id="20" name="Text 18"/>
          <p:cNvSpPr/>
          <p:nvPr/>
        </p:nvSpPr>
        <p:spPr>
          <a:xfrm>
            <a:off x="8180832" y="1816608"/>
            <a:ext cx="2901696"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Wypowiedziana walidacja</a:t>
            </a:r>
            <a:endParaRPr lang="en-US" sz="2000"/>
          </a:p>
        </p:txBody>
      </p:sp>
      <p:sp>
        <p:nvSpPr>
          <p:cNvPr id="21" name="Shape 19"/>
          <p:cNvSpPr/>
          <p:nvPr/>
        </p:nvSpPr>
        <p:spPr>
          <a:xfrm>
            <a:off x="4754880" y="3108960"/>
            <a:ext cx="3048000" cy="1158240"/>
          </a:xfrm>
          <a:prstGeom prst="roundRect">
            <a:avLst>
              <a:gd name="adj" fmla="val 8421"/>
            </a:avLst>
          </a:prstGeom>
          <a:solidFill>
            <a:srgbClr val="1E9E78"/>
          </a:solidFill>
          <a:ln w="12700">
            <a:solidFill>
              <a:srgbClr val="1E9E78"/>
            </a:solidFill>
            <a:prstDash val="solid"/>
          </a:ln>
        </p:spPr>
      </p:sp>
      <p:sp>
        <p:nvSpPr>
          <p:cNvPr id="22" name="Text 20"/>
          <p:cNvSpPr/>
          <p:nvPr/>
        </p:nvSpPr>
        <p:spPr>
          <a:xfrm>
            <a:off x="4828032" y="3157728"/>
            <a:ext cx="2901696"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Klaryfikacja</a:t>
            </a:r>
            <a:endParaRPr lang="en-US" sz="2000"/>
          </a:p>
        </p:txBody>
      </p:sp>
      <p:sp>
        <p:nvSpPr>
          <p:cNvPr id="23" name="Shape 21"/>
          <p:cNvSpPr/>
          <p:nvPr/>
        </p:nvSpPr>
        <p:spPr>
          <a:xfrm>
            <a:off x="8107680" y="3108960"/>
            <a:ext cx="3048000" cy="1158240"/>
          </a:xfrm>
          <a:prstGeom prst="roundRect">
            <a:avLst>
              <a:gd name="adj" fmla="val 8421"/>
            </a:avLst>
          </a:prstGeom>
          <a:solidFill>
            <a:srgbClr val="1E9E78"/>
          </a:solidFill>
          <a:ln w="12700">
            <a:solidFill>
              <a:srgbClr val="1E9E78"/>
            </a:solidFill>
            <a:prstDash val="solid"/>
          </a:ln>
        </p:spPr>
      </p:sp>
      <p:sp>
        <p:nvSpPr>
          <p:cNvPr id="24" name="Text 22"/>
          <p:cNvSpPr/>
          <p:nvPr/>
        </p:nvSpPr>
        <p:spPr>
          <a:xfrm>
            <a:off x="8180832" y="3157728"/>
            <a:ext cx="2901696"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Świadome pauzy</a:t>
            </a:r>
            <a:endParaRPr lang="en-US" sz="2000"/>
          </a:p>
        </p:txBody>
      </p:sp>
      <p:sp>
        <p:nvSpPr>
          <p:cNvPr id="25" name="Shape 23"/>
          <p:cNvSpPr/>
          <p:nvPr/>
        </p:nvSpPr>
        <p:spPr>
          <a:xfrm>
            <a:off x="4754880" y="4450080"/>
            <a:ext cx="3048000" cy="1158240"/>
          </a:xfrm>
          <a:prstGeom prst="roundRect">
            <a:avLst>
              <a:gd name="adj" fmla="val 8421"/>
            </a:avLst>
          </a:prstGeom>
          <a:solidFill>
            <a:srgbClr val="1E9E78"/>
          </a:solidFill>
          <a:ln w="12700">
            <a:solidFill>
              <a:srgbClr val="1E9E78"/>
            </a:solidFill>
            <a:prstDash val="solid"/>
          </a:ln>
        </p:spPr>
      </p:sp>
      <p:sp>
        <p:nvSpPr>
          <p:cNvPr id="26" name="Text 24"/>
          <p:cNvSpPr/>
          <p:nvPr/>
        </p:nvSpPr>
        <p:spPr>
          <a:xfrm>
            <a:off x="4828032" y="4498848"/>
            <a:ext cx="2901696"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Wolniejsze tempo</a:t>
            </a:r>
            <a:endParaRPr lang="en-US" sz="2000"/>
          </a:p>
        </p:txBody>
      </p:sp>
      <p:sp>
        <p:nvSpPr>
          <p:cNvPr id="27" name="Shape 25"/>
          <p:cNvSpPr/>
          <p:nvPr/>
        </p:nvSpPr>
        <p:spPr>
          <a:xfrm>
            <a:off x="8107680" y="4450080"/>
            <a:ext cx="3048000" cy="1158240"/>
          </a:xfrm>
          <a:prstGeom prst="roundRect">
            <a:avLst>
              <a:gd name="adj" fmla="val 8421"/>
            </a:avLst>
          </a:prstGeom>
          <a:solidFill>
            <a:srgbClr val="1E9E78"/>
          </a:solidFill>
          <a:ln w="12700">
            <a:solidFill>
              <a:srgbClr val="1E9E78"/>
            </a:solidFill>
            <a:prstDash val="solid"/>
          </a:ln>
        </p:spPr>
      </p:sp>
      <p:sp>
        <p:nvSpPr>
          <p:cNvPr id="28" name="Text 26"/>
          <p:cNvSpPr/>
          <p:nvPr/>
        </p:nvSpPr>
        <p:spPr>
          <a:xfrm>
            <a:off x="8180832" y="4498848"/>
            <a:ext cx="2901696"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Pytania metakomunikacyjne</a:t>
            </a:r>
            <a:endParaRPr lang="en-US" sz="2000"/>
          </a:p>
        </p:txBody>
      </p:sp>
      <p:sp>
        <p:nvSpPr>
          <p:cNvPr id="29" name="Shape 27"/>
          <p:cNvSpPr/>
          <p:nvPr/>
        </p:nvSpPr>
        <p:spPr>
          <a:xfrm>
            <a:off x="609600" y="6047232"/>
            <a:ext cx="10972800" cy="451104"/>
          </a:xfrm>
          <a:prstGeom prst="roundRect">
            <a:avLst>
              <a:gd name="adj" fmla="val 10909"/>
            </a:avLst>
          </a:prstGeom>
          <a:solidFill>
            <a:srgbClr val="EAF0FB"/>
          </a:solidFill>
          <a:ln w="12700">
            <a:solidFill>
              <a:srgbClr val="EAF0FB"/>
            </a:solidFill>
            <a:prstDash val="solid"/>
          </a:ln>
        </p:spPr>
        <p:txBody>
          <a:bodyPr anchor="ctr"/>
          <a:lstStyle/>
          <a:p>
            <a:pPr algn="ctr"/>
            <a:r>
              <a:rPr lang="pl-PL" sz="2200" dirty="0">
                <a:solidFill>
                  <a:srgbClr val="1B2A56"/>
                </a:solidFill>
                <a:latin typeface="Cambria Math" panose="02040503050406030204" pitchFamily="18" charset="0"/>
                <a:ea typeface="Cambria Math" panose="02040503050406030204" pitchFamily="18" charset="0"/>
                <a:cs typeface="Calibri" pitchFamily="34" charset="-120"/>
              </a:rPr>
              <a:t>Gdy obserwacja jest niepewna to pytamy wprost: </a:t>
            </a:r>
            <a:r>
              <a:rPr lang="pl-PL" sz="2200" i="1" dirty="0">
                <a:solidFill>
                  <a:srgbClr val="1B2A56"/>
                </a:solidFill>
                <a:latin typeface="Cambria Math" panose="02040503050406030204" pitchFamily="18" charset="0"/>
                <a:ea typeface="Cambria Math" panose="02040503050406030204" pitchFamily="18" charset="0"/>
                <a:cs typeface="Calibri" pitchFamily="34" charset="-120"/>
              </a:rPr>
              <a:t>„co się teraz dzieje?”</a:t>
            </a:r>
            <a:r>
              <a:rPr lang="pl-PL" sz="2200" dirty="0">
                <a:solidFill>
                  <a:srgbClr val="1B2A56"/>
                </a:solidFill>
                <a:latin typeface="Cambria Math" panose="02040503050406030204" pitchFamily="18" charset="0"/>
                <a:ea typeface="Cambria Math" panose="02040503050406030204" pitchFamily="18" charset="0"/>
                <a:cs typeface="Calibri" pitchFamily="34" charset="-120"/>
              </a:rPr>
              <a:t>, a nie </a:t>
            </a:r>
            <a:r>
              <a:rPr lang="pl-PL" sz="2200" dirty="0" smtClean="0">
                <a:solidFill>
                  <a:srgbClr val="1B2A56"/>
                </a:solidFill>
                <a:latin typeface="Cambria Math" panose="02040503050406030204" pitchFamily="18" charset="0"/>
                <a:ea typeface="Cambria Math" panose="02040503050406030204" pitchFamily="18" charset="0"/>
                <a:cs typeface="Calibri" pitchFamily="34" charset="-120"/>
              </a:rPr>
              <a:t>zgadujemy</a:t>
            </a:r>
            <a:endParaRPr lang="pl-PL" sz="2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244590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667" b="1">
                <a:solidFill>
                  <a:srgbClr val="FFFFFF"/>
                </a:solidFill>
                <a:latin typeface="Cambria" pitchFamily="34" charset="0"/>
                <a:ea typeface="Cambria" pitchFamily="34" charset="-122"/>
                <a:cs typeface="Cambria" pitchFamily="34" charset="-120"/>
              </a:rPr>
              <a:t>KONTAKT WZROKOWY I ZACHOWANIE PRZED KAMERĄ</a:t>
            </a:r>
            <a:endParaRPr lang="en-US" sz="2667"/>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533" i="1">
                <a:solidFill>
                  <a:srgbClr val="B7C6E6"/>
                </a:solidFill>
                <a:latin typeface="Calibri" pitchFamily="34" charset="0"/>
                <a:ea typeface="Calibri" pitchFamily="34" charset="-122"/>
                <a:cs typeface="Calibri" pitchFamily="34" charset="-120"/>
              </a:rPr>
              <a:t>Trzy zasady techniczne o realnym znaczeniu klinicznym</a:t>
            </a:r>
            <a:endParaRPr lang="en-US" sz="1533"/>
          </a:p>
        </p:txBody>
      </p:sp>
      <p:sp>
        <p:nvSpPr>
          <p:cNvPr id="5" name="Shape 3"/>
          <p:cNvSpPr/>
          <p:nvPr/>
        </p:nvSpPr>
        <p:spPr>
          <a:xfrm>
            <a:off x="609600" y="1645920"/>
            <a:ext cx="3413760" cy="3230880"/>
          </a:xfrm>
          <a:prstGeom prst="roundRect">
            <a:avLst>
              <a:gd name="adj" fmla="val 2642"/>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Text 4"/>
          <p:cNvSpPr/>
          <p:nvPr/>
        </p:nvSpPr>
        <p:spPr>
          <a:xfrm>
            <a:off x="804672" y="1828800"/>
            <a:ext cx="3048000" cy="548640"/>
          </a:xfrm>
          <a:prstGeom prst="rect">
            <a:avLst/>
          </a:prstGeom>
          <a:noFill/>
          <a:ln/>
        </p:spPr>
        <p:txBody>
          <a:bodyPr wrap="square" lIns="0" tIns="0" rIns="0" bIns="0" rtlCol="0" anchor="ctr"/>
          <a:lstStyle/>
          <a:p>
            <a:r>
              <a:rPr lang="en-US" sz="2400" b="1">
                <a:solidFill>
                  <a:srgbClr val="1B2A56"/>
                </a:solidFill>
                <a:latin typeface="Cambria" pitchFamily="34" charset="0"/>
                <a:ea typeface="Cambria" pitchFamily="34" charset="-122"/>
                <a:cs typeface="Cambria" pitchFamily="34" charset="-120"/>
              </a:rPr>
              <a:t>Wysokość kamery</a:t>
            </a:r>
            <a:endParaRPr lang="en-US" sz="2400"/>
          </a:p>
        </p:txBody>
      </p:sp>
      <p:sp>
        <p:nvSpPr>
          <p:cNvPr id="7" name="Shape 5"/>
          <p:cNvSpPr/>
          <p:nvPr/>
        </p:nvSpPr>
        <p:spPr>
          <a:xfrm>
            <a:off x="804672" y="2499360"/>
            <a:ext cx="3023616" cy="12192"/>
          </a:xfrm>
          <a:prstGeom prst="rect">
            <a:avLst/>
          </a:prstGeom>
          <a:noFill/>
          <a:ln w="12700">
            <a:solidFill>
              <a:srgbClr val="DCE2EC"/>
            </a:solidFill>
            <a:prstDash val="solid"/>
          </a:ln>
        </p:spPr>
      </p:sp>
      <p:sp>
        <p:nvSpPr>
          <p:cNvPr id="8" name="Text 6"/>
          <p:cNvSpPr/>
          <p:nvPr/>
        </p:nvSpPr>
        <p:spPr>
          <a:xfrm>
            <a:off x="804672" y="2657856"/>
            <a:ext cx="3023616" cy="1036320"/>
          </a:xfrm>
          <a:prstGeom prst="rect">
            <a:avLst/>
          </a:prstGeom>
          <a:noFill/>
          <a:ln/>
        </p:spPr>
        <p:txBody>
          <a:bodyPr wrap="square" lIns="0" tIns="0" rIns="0" bIns="0" rtlCol="0" anchor="t"/>
          <a:lstStyle/>
          <a:p>
            <a:r>
              <a:rPr lang="en-US" sz="2000" b="1">
                <a:solidFill>
                  <a:srgbClr val="C0392B"/>
                </a:solidFill>
                <a:latin typeface="Calibri" pitchFamily="34" charset="0"/>
                <a:ea typeface="Calibri" pitchFamily="34" charset="-122"/>
                <a:cs typeface="Calibri" pitchFamily="34" charset="-120"/>
              </a:rPr>
              <a:t>✗  </a:t>
            </a:r>
            <a:r>
              <a:rPr lang="en-US" sz="2000">
                <a:solidFill>
                  <a:srgbClr val="5B6472"/>
                </a:solidFill>
                <a:latin typeface="Calibri" pitchFamily="34" charset="0"/>
                <a:ea typeface="Calibri" pitchFamily="34" charset="-122"/>
                <a:cs typeface="Calibri" pitchFamily="34" charset="-120"/>
              </a:rPr>
              <a:t>poniżej linii </a:t>
            </a:r>
            <a:r>
              <a:rPr lang="en-US" sz="2000" err="1">
                <a:solidFill>
                  <a:srgbClr val="5B6472"/>
                </a:solidFill>
                <a:latin typeface="Calibri" pitchFamily="34" charset="0"/>
                <a:ea typeface="Calibri" pitchFamily="34" charset="-122"/>
                <a:cs typeface="Calibri" pitchFamily="34" charset="-120"/>
              </a:rPr>
              <a:t>oczu</a:t>
            </a:r>
            <a:r>
              <a:rPr lang="en-US" sz="2000">
                <a:solidFill>
                  <a:srgbClr val="5B6472"/>
                </a:solidFill>
                <a:latin typeface="Calibri" pitchFamily="34" charset="0"/>
                <a:ea typeface="Calibri" pitchFamily="34" charset="-122"/>
                <a:cs typeface="Calibri" pitchFamily="34" charset="-120"/>
              </a:rPr>
              <a:t> - efekt „patrzenia z góry”</a:t>
            </a:r>
            <a:endParaRPr lang="en-US" sz="2000"/>
          </a:p>
        </p:txBody>
      </p:sp>
      <p:sp>
        <p:nvSpPr>
          <p:cNvPr id="9" name="Text 7"/>
          <p:cNvSpPr/>
          <p:nvPr/>
        </p:nvSpPr>
        <p:spPr>
          <a:xfrm>
            <a:off x="804672" y="3718560"/>
            <a:ext cx="3023616" cy="1036320"/>
          </a:xfrm>
          <a:prstGeom prst="rect">
            <a:avLst/>
          </a:prstGeom>
          <a:noFill/>
          <a:ln/>
        </p:spPr>
        <p:txBody>
          <a:bodyPr wrap="square" lIns="0" tIns="0" rIns="0" bIns="0" rtlCol="0" anchor="t"/>
          <a:lstStyle/>
          <a:p>
            <a:r>
              <a:rPr lang="en-US" sz="2000" b="1">
                <a:solidFill>
                  <a:srgbClr val="1E9E78"/>
                </a:solidFill>
                <a:latin typeface="Calibri" pitchFamily="34" charset="0"/>
                <a:ea typeface="Calibri" pitchFamily="34" charset="-122"/>
                <a:cs typeface="Calibri" pitchFamily="34" charset="-120"/>
              </a:rPr>
              <a:t>✓  </a:t>
            </a:r>
            <a:r>
              <a:rPr lang="en-US" sz="2000">
                <a:solidFill>
                  <a:srgbClr val="1B2A56"/>
                </a:solidFill>
                <a:latin typeface="Calibri" pitchFamily="34" charset="0"/>
                <a:ea typeface="Calibri" pitchFamily="34" charset="-122"/>
                <a:cs typeface="Calibri" pitchFamily="34" charset="-120"/>
              </a:rPr>
              <a:t>na wysokości </a:t>
            </a:r>
            <a:r>
              <a:rPr lang="en-US" sz="2000" err="1">
                <a:solidFill>
                  <a:srgbClr val="1B2A56"/>
                </a:solidFill>
                <a:latin typeface="Calibri" pitchFamily="34" charset="0"/>
                <a:ea typeface="Calibri" pitchFamily="34" charset="-122"/>
                <a:cs typeface="Calibri" pitchFamily="34" charset="-120"/>
              </a:rPr>
              <a:t>oczu</a:t>
            </a:r>
            <a:r>
              <a:rPr lang="en-US" sz="2000">
                <a:solidFill>
                  <a:srgbClr val="1B2A56"/>
                </a:solidFill>
                <a:latin typeface="Calibri" pitchFamily="34" charset="0"/>
                <a:ea typeface="Calibri" pitchFamily="34" charset="-122"/>
                <a:cs typeface="Calibri" pitchFamily="34" charset="-120"/>
              </a:rPr>
              <a:t> - naturalny kontakt</a:t>
            </a:r>
            <a:endParaRPr lang="en-US" sz="2000"/>
          </a:p>
        </p:txBody>
      </p:sp>
      <p:sp>
        <p:nvSpPr>
          <p:cNvPr id="10" name="Shape 8"/>
          <p:cNvSpPr/>
          <p:nvPr/>
        </p:nvSpPr>
        <p:spPr>
          <a:xfrm>
            <a:off x="4389120" y="1645920"/>
            <a:ext cx="3413760" cy="3230880"/>
          </a:xfrm>
          <a:prstGeom prst="roundRect">
            <a:avLst>
              <a:gd name="adj" fmla="val 2642"/>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1" name="Text 9"/>
          <p:cNvSpPr/>
          <p:nvPr/>
        </p:nvSpPr>
        <p:spPr>
          <a:xfrm>
            <a:off x="4584192" y="1828800"/>
            <a:ext cx="3048000" cy="548640"/>
          </a:xfrm>
          <a:prstGeom prst="rect">
            <a:avLst/>
          </a:prstGeom>
          <a:noFill/>
          <a:ln/>
        </p:spPr>
        <p:txBody>
          <a:bodyPr wrap="square" lIns="0" tIns="0" rIns="0" bIns="0" rtlCol="0" anchor="ctr"/>
          <a:lstStyle/>
          <a:p>
            <a:r>
              <a:rPr lang="en-US" sz="2400" b="1">
                <a:solidFill>
                  <a:srgbClr val="1B2A56"/>
                </a:solidFill>
                <a:latin typeface="Cambria" pitchFamily="34" charset="0"/>
                <a:ea typeface="Cambria" pitchFamily="34" charset="-122"/>
                <a:cs typeface="Cambria" pitchFamily="34" charset="-120"/>
              </a:rPr>
              <a:t>Kadrowanie</a:t>
            </a:r>
            <a:endParaRPr lang="en-US" sz="2400"/>
          </a:p>
        </p:txBody>
      </p:sp>
      <p:sp>
        <p:nvSpPr>
          <p:cNvPr id="12" name="Shape 10"/>
          <p:cNvSpPr/>
          <p:nvPr/>
        </p:nvSpPr>
        <p:spPr>
          <a:xfrm>
            <a:off x="4584192" y="2499360"/>
            <a:ext cx="3023616" cy="12192"/>
          </a:xfrm>
          <a:prstGeom prst="rect">
            <a:avLst/>
          </a:prstGeom>
          <a:noFill/>
          <a:ln w="12700">
            <a:solidFill>
              <a:srgbClr val="DCE2EC"/>
            </a:solidFill>
            <a:prstDash val="solid"/>
          </a:ln>
        </p:spPr>
      </p:sp>
      <p:sp>
        <p:nvSpPr>
          <p:cNvPr id="13" name="Text 11"/>
          <p:cNvSpPr/>
          <p:nvPr/>
        </p:nvSpPr>
        <p:spPr>
          <a:xfrm>
            <a:off x="4584192" y="2657856"/>
            <a:ext cx="3023616" cy="1036320"/>
          </a:xfrm>
          <a:prstGeom prst="rect">
            <a:avLst/>
          </a:prstGeom>
          <a:noFill/>
          <a:ln/>
        </p:spPr>
        <p:txBody>
          <a:bodyPr wrap="square" lIns="0" tIns="0" rIns="0" bIns="0" rtlCol="0" anchor="t"/>
          <a:lstStyle/>
          <a:p>
            <a:r>
              <a:rPr lang="en-US" sz="2000" b="1">
                <a:solidFill>
                  <a:srgbClr val="C0392B"/>
                </a:solidFill>
                <a:latin typeface="Calibri" pitchFamily="34" charset="0"/>
                <a:ea typeface="Calibri" pitchFamily="34" charset="-122"/>
                <a:cs typeface="Calibri" pitchFamily="34" charset="-120"/>
              </a:rPr>
              <a:t>✗  </a:t>
            </a:r>
            <a:r>
              <a:rPr lang="en-US" sz="2000">
                <a:solidFill>
                  <a:srgbClr val="5B6472"/>
                </a:solidFill>
                <a:latin typeface="Calibri" pitchFamily="34" charset="0"/>
                <a:ea typeface="Calibri" pitchFamily="34" charset="-122"/>
                <a:cs typeface="Calibri" pitchFamily="34" charset="-120"/>
              </a:rPr>
              <a:t>przypadkowe, zbyt bliskie lub dalekie</a:t>
            </a:r>
            <a:endParaRPr lang="en-US" sz="2000"/>
          </a:p>
        </p:txBody>
      </p:sp>
      <p:sp>
        <p:nvSpPr>
          <p:cNvPr id="14" name="Text 12"/>
          <p:cNvSpPr/>
          <p:nvPr/>
        </p:nvSpPr>
        <p:spPr>
          <a:xfrm>
            <a:off x="4584192" y="3718560"/>
            <a:ext cx="3023616" cy="1036320"/>
          </a:xfrm>
          <a:prstGeom prst="rect">
            <a:avLst/>
          </a:prstGeom>
          <a:noFill/>
          <a:ln/>
        </p:spPr>
        <p:txBody>
          <a:bodyPr wrap="square" lIns="0" tIns="0" rIns="0" bIns="0" rtlCol="0" anchor="t"/>
          <a:lstStyle/>
          <a:p>
            <a:r>
              <a:rPr lang="en-US" sz="2000" b="1">
                <a:solidFill>
                  <a:srgbClr val="1E9E78"/>
                </a:solidFill>
                <a:latin typeface="Calibri" pitchFamily="34" charset="0"/>
                <a:ea typeface="Calibri" pitchFamily="34" charset="-122"/>
                <a:cs typeface="Calibri" pitchFamily="34" charset="-120"/>
              </a:rPr>
              <a:t>✓  </a:t>
            </a:r>
            <a:r>
              <a:rPr lang="en-US" sz="2000">
                <a:solidFill>
                  <a:srgbClr val="1B2A56"/>
                </a:solidFill>
                <a:latin typeface="Calibri" pitchFamily="34" charset="0"/>
                <a:ea typeface="Calibri" pitchFamily="34" charset="-122"/>
                <a:cs typeface="Calibri" pitchFamily="34" charset="-120"/>
              </a:rPr>
              <a:t>stabilne, widoczność od piersi wzwyż</a:t>
            </a:r>
            <a:endParaRPr lang="en-US" sz="2000"/>
          </a:p>
        </p:txBody>
      </p:sp>
      <p:sp>
        <p:nvSpPr>
          <p:cNvPr id="15" name="Shape 13"/>
          <p:cNvSpPr/>
          <p:nvPr/>
        </p:nvSpPr>
        <p:spPr>
          <a:xfrm>
            <a:off x="8168640" y="1645920"/>
            <a:ext cx="3413760" cy="3230880"/>
          </a:xfrm>
          <a:prstGeom prst="roundRect">
            <a:avLst>
              <a:gd name="adj" fmla="val 2642"/>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6" name="Text 14"/>
          <p:cNvSpPr/>
          <p:nvPr/>
        </p:nvSpPr>
        <p:spPr>
          <a:xfrm>
            <a:off x="8363712" y="1828800"/>
            <a:ext cx="3048000" cy="548640"/>
          </a:xfrm>
          <a:prstGeom prst="rect">
            <a:avLst/>
          </a:prstGeom>
          <a:noFill/>
          <a:ln/>
        </p:spPr>
        <p:txBody>
          <a:bodyPr wrap="square" lIns="0" tIns="0" rIns="0" bIns="0" rtlCol="0" anchor="ctr"/>
          <a:lstStyle/>
          <a:p>
            <a:r>
              <a:rPr lang="en-US" sz="2400" b="1">
                <a:solidFill>
                  <a:srgbClr val="1B2A56"/>
                </a:solidFill>
                <a:latin typeface="Cambria" pitchFamily="34" charset="0"/>
                <a:ea typeface="Cambria" pitchFamily="34" charset="-122"/>
                <a:cs typeface="Cambria" pitchFamily="34" charset="-120"/>
              </a:rPr>
              <a:t>Ekran vs obiektyw</a:t>
            </a:r>
            <a:endParaRPr lang="en-US" sz="2400"/>
          </a:p>
        </p:txBody>
      </p:sp>
      <p:sp>
        <p:nvSpPr>
          <p:cNvPr id="17" name="Shape 15"/>
          <p:cNvSpPr/>
          <p:nvPr/>
        </p:nvSpPr>
        <p:spPr>
          <a:xfrm>
            <a:off x="8363712" y="2499360"/>
            <a:ext cx="3023616" cy="12192"/>
          </a:xfrm>
          <a:prstGeom prst="rect">
            <a:avLst/>
          </a:prstGeom>
          <a:noFill/>
          <a:ln w="12700">
            <a:solidFill>
              <a:srgbClr val="DCE2EC"/>
            </a:solidFill>
            <a:prstDash val="solid"/>
          </a:ln>
        </p:spPr>
      </p:sp>
      <p:sp>
        <p:nvSpPr>
          <p:cNvPr id="18" name="Text 16"/>
          <p:cNvSpPr/>
          <p:nvPr/>
        </p:nvSpPr>
        <p:spPr>
          <a:xfrm>
            <a:off x="8363712" y="2657856"/>
            <a:ext cx="3023616" cy="1036320"/>
          </a:xfrm>
          <a:prstGeom prst="rect">
            <a:avLst/>
          </a:prstGeom>
          <a:noFill/>
          <a:ln/>
        </p:spPr>
        <p:txBody>
          <a:bodyPr wrap="square" lIns="0" tIns="0" rIns="0" bIns="0" rtlCol="0" anchor="t"/>
          <a:lstStyle/>
          <a:p>
            <a:r>
              <a:rPr lang="en-US" sz="2000" b="1">
                <a:solidFill>
                  <a:srgbClr val="C0392B"/>
                </a:solidFill>
                <a:latin typeface="Calibri" pitchFamily="34" charset="0"/>
                <a:ea typeface="Calibri" pitchFamily="34" charset="-122"/>
                <a:cs typeface="Calibri" pitchFamily="34" charset="-120"/>
              </a:rPr>
              <a:t>✗  </a:t>
            </a:r>
            <a:r>
              <a:rPr lang="en-US" sz="2000">
                <a:solidFill>
                  <a:srgbClr val="5B6472"/>
                </a:solidFill>
                <a:latin typeface="Calibri" pitchFamily="34" charset="0"/>
                <a:ea typeface="Calibri" pitchFamily="34" charset="-122"/>
                <a:cs typeface="Calibri" pitchFamily="34" charset="-120"/>
              </a:rPr>
              <a:t>patrzenie na obraz klienta na ekranie</a:t>
            </a:r>
            <a:endParaRPr lang="en-US" sz="2000"/>
          </a:p>
        </p:txBody>
      </p:sp>
      <p:sp>
        <p:nvSpPr>
          <p:cNvPr id="19" name="Text 17"/>
          <p:cNvSpPr/>
          <p:nvPr/>
        </p:nvSpPr>
        <p:spPr>
          <a:xfrm>
            <a:off x="8363712" y="3718560"/>
            <a:ext cx="3023616" cy="1036320"/>
          </a:xfrm>
          <a:prstGeom prst="rect">
            <a:avLst/>
          </a:prstGeom>
          <a:noFill/>
          <a:ln/>
        </p:spPr>
        <p:txBody>
          <a:bodyPr wrap="square" lIns="0" tIns="0" rIns="0" bIns="0" rtlCol="0" anchor="t"/>
          <a:lstStyle/>
          <a:p>
            <a:r>
              <a:rPr lang="en-US" sz="2000" b="1">
                <a:solidFill>
                  <a:srgbClr val="1E9E78"/>
                </a:solidFill>
                <a:latin typeface="Calibri" pitchFamily="34" charset="0"/>
                <a:ea typeface="Calibri" pitchFamily="34" charset="-122"/>
                <a:cs typeface="Calibri" pitchFamily="34" charset="-120"/>
              </a:rPr>
              <a:t>✓  </a:t>
            </a:r>
            <a:r>
              <a:rPr lang="en-US" sz="2000">
                <a:solidFill>
                  <a:srgbClr val="1B2A56"/>
                </a:solidFill>
                <a:latin typeface="Calibri" pitchFamily="34" charset="0"/>
                <a:ea typeface="Calibri" pitchFamily="34" charset="-122"/>
                <a:cs typeface="Calibri" pitchFamily="34" charset="-120"/>
              </a:rPr>
              <a:t>patrzenie w obiektyw = kontakt wzrokowy</a:t>
            </a:r>
            <a:endParaRPr lang="en-US" sz="2000"/>
          </a:p>
        </p:txBody>
      </p:sp>
      <p:sp>
        <p:nvSpPr>
          <p:cNvPr id="20" name="Shape 18"/>
          <p:cNvSpPr/>
          <p:nvPr/>
        </p:nvSpPr>
        <p:spPr>
          <a:xfrm>
            <a:off x="609600" y="5401056"/>
            <a:ext cx="10972800" cy="1036320"/>
          </a:xfrm>
          <a:prstGeom prst="roundRect">
            <a:avLst>
              <a:gd name="adj" fmla="val 7059"/>
            </a:avLst>
          </a:prstGeom>
          <a:solidFill>
            <a:srgbClr val="EAF0FB"/>
          </a:solidFill>
          <a:ln w="12700">
            <a:solidFill>
              <a:srgbClr val="EAF0FB"/>
            </a:solidFill>
            <a:prstDash val="solid"/>
          </a:ln>
        </p:spPr>
      </p:sp>
      <p:sp>
        <p:nvSpPr>
          <p:cNvPr id="21" name="Text 19"/>
          <p:cNvSpPr/>
          <p:nvPr/>
        </p:nvSpPr>
        <p:spPr>
          <a:xfrm>
            <a:off x="914400" y="5474208"/>
            <a:ext cx="10363200" cy="890016"/>
          </a:xfrm>
          <a:prstGeom prst="rect">
            <a:avLst/>
          </a:prstGeom>
          <a:noFill/>
          <a:ln/>
        </p:spPr>
        <p:txBody>
          <a:bodyPr wrap="square" lIns="0" tIns="0" rIns="0" bIns="0" rtlCol="0" anchor="ctr"/>
          <a:lstStyle/>
          <a:p>
            <a:pPr algn="ctr"/>
            <a:r>
              <a:rPr lang="pl-PL" sz="2400" dirty="0" smtClean="0">
                <a:solidFill>
                  <a:srgbClr val="1B2A56"/>
                </a:solidFill>
                <a:latin typeface="Calibri" pitchFamily="34" charset="0"/>
                <a:ea typeface="Calibri" pitchFamily="34" charset="-122"/>
                <a:cs typeface="Calibri" pitchFamily="34" charset="-120"/>
              </a:rPr>
              <a:t>Mimika powinna być nieco bardziej wyrazista, a reakcje wolniejsze. </a:t>
            </a:r>
          </a:p>
          <a:p>
            <a:pPr algn="ctr"/>
            <a:r>
              <a:rPr lang="pl-PL" sz="2400" dirty="0" smtClean="0">
                <a:solidFill>
                  <a:srgbClr val="1B2A56"/>
                </a:solidFill>
                <a:latin typeface="Calibri" pitchFamily="34" charset="0"/>
                <a:ea typeface="Calibri" pitchFamily="34" charset="-122"/>
                <a:cs typeface="Calibri" pitchFamily="34" charset="-120"/>
              </a:rPr>
              <a:t>Kompresja i opóźnienie obrazu spłaszczają subtelne sygnały.</a:t>
            </a:r>
            <a:endParaRPr lang="pl-PL" sz="2400" dirty="0"/>
          </a:p>
        </p:txBody>
      </p:sp>
      <p:sp>
        <p:nvSpPr>
          <p:cNvPr id="22" name="Text 20"/>
          <p:cNvSpPr/>
          <p:nvPr/>
        </p:nvSpPr>
        <p:spPr>
          <a:xfrm>
            <a:off x="9265920" y="6583680"/>
            <a:ext cx="2316480" cy="243840"/>
          </a:xfrm>
          <a:prstGeom prst="rect">
            <a:avLst/>
          </a:prstGeom>
          <a:noFill/>
          <a:ln/>
        </p:spPr>
        <p:txBody>
          <a:bodyPr wrap="square" lIns="0" tIns="0" rIns="0" bIns="0" rtlCol="0" anchor="ctr"/>
          <a:lstStyle/>
          <a:p>
            <a:pPr algn="r"/>
            <a:r>
              <a:rPr lang="en-US" sz="1067">
                <a:solidFill>
                  <a:srgbClr val="8B95A6"/>
                </a:solidFill>
                <a:latin typeface="Calibri" pitchFamily="34" charset="0"/>
                <a:ea typeface="Calibri" pitchFamily="34" charset="-122"/>
                <a:cs typeface="Calibri" pitchFamily="34" charset="-120"/>
              </a:rPr>
              <a:t>24  ·  Sekcja III</a:t>
            </a:r>
            <a:endParaRPr lang="en-US" sz="1067"/>
          </a:p>
        </p:txBody>
      </p:sp>
    </p:spTree>
    <p:extLst>
      <p:ext uri="{BB962C8B-B14F-4D97-AF65-F5344CB8AC3E}">
        <p14:creationId xmlns:p14="http://schemas.microsoft.com/office/powerpoint/2010/main" val="3648094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400" b="1">
                <a:solidFill>
                  <a:srgbClr val="FFFFFF"/>
                </a:solidFill>
                <a:latin typeface="Cambria" pitchFamily="34" charset="0"/>
                <a:ea typeface="Cambria" pitchFamily="34" charset="-122"/>
                <a:cs typeface="Cambria" pitchFamily="34" charset="-120"/>
              </a:rPr>
              <a:t>PRACA Z CISZĄ, OPÓŹNIENIEM I ZAKŁÓCENIAMI</a:t>
            </a:r>
            <a:endParaRPr lang="en-US" sz="2400"/>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533" i="1">
                <a:solidFill>
                  <a:srgbClr val="B7C6E6"/>
                </a:solidFill>
                <a:latin typeface="Calibri" pitchFamily="34" charset="0"/>
                <a:ea typeface="Calibri" pitchFamily="34" charset="-122"/>
                <a:cs typeface="Calibri" pitchFamily="34" charset="-120"/>
              </a:rPr>
              <a:t>Dwa rodzaje ciszy, jedna zasada postępowania</a:t>
            </a:r>
            <a:endParaRPr lang="en-US" sz="1533"/>
          </a:p>
        </p:txBody>
      </p:sp>
      <p:sp>
        <p:nvSpPr>
          <p:cNvPr id="5" name="Shape 3"/>
          <p:cNvSpPr/>
          <p:nvPr/>
        </p:nvSpPr>
        <p:spPr>
          <a:xfrm>
            <a:off x="609600" y="1706880"/>
            <a:ext cx="4267200" cy="2316480"/>
          </a:xfrm>
          <a:prstGeom prst="roundRect">
            <a:avLst>
              <a:gd name="adj" fmla="val 3684"/>
            </a:avLst>
          </a:prstGeom>
          <a:solidFill>
            <a:srgbClr val="1B2A56"/>
          </a:solidFill>
          <a:ln w="12700">
            <a:solidFill>
              <a:srgbClr val="DCE2EC"/>
            </a:solidFill>
            <a:prstDash val="solid"/>
          </a:ln>
          <a:effectLst>
            <a:outerShdw blurRad="76200" dist="25400" dir="5400000" algn="bl" rotWithShape="0">
              <a:srgbClr val="000000">
                <a:alpha val="10000"/>
              </a:srgbClr>
            </a:outerShdw>
          </a:effectLst>
        </p:spPr>
      </p:sp>
      <p:sp>
        <p:nvSpPr>
          <p:cNvPr id="6" name="Text 4"/>
          <p:cNvSpPr/>
          <p:nvPr/>
        </p:nvSpPr>
        <p:spPr>
          <a:xfrm>
            <a:off x="853440" y="1889760"/>
            <a:ext cx="3779520" cy="487680"/>
          </a:xfrm>
          <a:prstGeom prst="rect">
            <a:avLst/>
          </a:prstGeom>
          <a:noFill/>
          <a:ln/>
        </p:spPr>
        <p:txBody>
          <a:bodyPr wrap="square" lIns="0" tIns="0" rIns="0" bIns="0" rtlCol="0" anchor="ctr"/>
          <a:lstStyle/>
          <a:p>
            <a:r>
              <a:rPr lang="en-US" sz="2400" b="1">
                <a:solidFill>
                  <a:srgbClr val="FFFFFF"/>
                </a:solidFill>
                <a:latin typeface="Cambria" pitchFamily="34" charset="0"/>
                <a:ea typeface="Cambria" pitchFamily="34" charset="-122"/>
                <a:cs typeface="Cambria" pitchFamily="34" charset="-120"/>
              </a:rPr>
              <a:t>Cisza terapeutyczna</a:t>
            </a:r>
            <a:endParaRPr lang="en-US" sz="2400"/>
          </a:p>
        </p:txBody>
      </p:sp>
      <p:sp>
        <p:nvSpPr>
          <p:cNvPr id="7" name="Text 5"/>
          <p:cNvSpPr/>
          <p:nvPr/>
        </p:nvSpPr>
        <p:spPr>
          <a:xfrm>
            <a:off x="853440" y="2438400"/>
            <a:ext cx="3779520" cy="1463040"/>
          </a:xfrm>
          <a:prstGeom prst="rect">
            <a:avLst/>
          </a:prstGeom>
          <a:noFill/>
          <a:ln/>
        </p:spPr>
        <p:txBody>
          <a:bodyPr wrap="square" lIns="0" tIns="0" rIns="0" bIns="0" rtlCol="0" anchor="ctr"/>
          <a:lstStyle/>
          <a:p>
            <a:r>
              <a:rPr lang="pl-PL">
                <a:solidFill>
                  <a:srgbClr val="C7D4F0"/>
                </a:solidFill>
                <a:latin typeface="Calibri" pitchFamily="34" charset="0"/>
                <a:ea typeface="Calibri" pitchFamily="34" charset="-122"/>
                <a:cs typeface="Calibri" pitchFamily="34" charset="-120"/>
              </a:rPr>
              <a:t>Naturalna przestrzeń do przetworzenia </a:t>
            </a:r>
            <a:br>
              <a:rPr lang="pl-PL">
                <a:solidFill>
                  <a:srgbClr val="C7D4F0"/>
                </a:solidFill>
                <a:latin typeface="Calibri" pitchFamily="34" charset="0"/>
                <a:ea typeface="Calibri" pitchFamily="34" charset="-122"/>
                <a:cs typeface="Calibri" pitchFamily="34" charset="-120"/>
              </a:rPr>
            </a:br>
            <a:r>
              <a:rPr lang="pl-PL">
                <a:solidFill>
                  <a:srgbClr val="C7D4F0"/>
                </a:solidFill>
                <a:latin typeface="Calibri" pitchFamily="34" charset="0"/>
                <a:ea typeface="Calibri" pitchFamily="34" charset="-122"/>
                <a:cs typeface="Calibri" pitchFamily="34" charset="-120"/>
              </a:rPr>
              <a:t>i refleksji - to część procesu, a nie problem.</a:t>
            </a:r>
          </a:p>
        </p:txBody>
      </p:sp>
      <p:sp>
        <p:nvSpPr>
          <p:cNvPr id="8" name="Shape 6"/>
          <p:cNvSpPr/>
          <p:nvPr/>
        </p:nvSpPr>
        <p:spPr>
          <a:xfrm>
            <a:off x="7315200" y="1706880"/>
            <a:ext cx="4267200" cy="2316480"/>
          </a:xfrm>
          <a:prstGeom prst="roundRect">
            <a:avLst>
              <a:gd name="adj" fmla="val 3684"/>
            </a:avLst>
          </a:prstGeom>
          <a:solidFill>
            <a:srgbClr val="5B6472"/>
          </a:solidFill>
          <a:ln w="12700">
            <a:solidFill>
              <a:srgbClr val="DCE2EC"/>
            </a:solidFill>
            <a:prstDash val="solid"/>
          </a:ln>
          <a:effectLst>
            <a:outerShdw blurRad="76200" dist="25400" dir="5400000" algn="bl" rotWithShape="0">
              <a:srgbClr val="000000">
                <a:alpha val="10000"/>
              </a:srgbClr>
            </a:outerShdw>
          </a:effectLst>
        </p:spPr>
      </p:sp>
      <p:sp>
        <p:nvSpPr>
          <p:cNvPr id="9" name="Text 7"/>
          <p:cNvSpPr/>
          <p:nvPr/>
        </p:nvSpPr>
        <p:spPr>
          <a:xfrm>
            <a:off x="7559040" y="1889760"/>
            <a:ext cx="3779520" cy="487680"/>
          </a:xfrm>
          <a:prstGeom prst="rect">
            <a:avLst/>
          </a:prstGeom>
          <a:noFill/>
          <a:ln/>
        </p:spPr>
        <p:txBody>
          <a:bodyPr wrap="square" lIns="0" tIns="0" rIns="0" bIns="0" rtlCol="0" anchor="ctr"/>
          <a:lstStyle/>
          <a:p>
            <a:r>
              <a:rPr lang="en-US" sz="2400" b="1">
                <a:solidFill>
                  <a:srgbClr val="FFFFFF"/>
                </a:solidFill>
                <a:latin typeface="Cambria" pitchFamily="34" charset="0"/>
                <a:ea typeface="Cambria" pitchFamily="34" charset="-122"/>
                <a:cs typeface="Cambria" pitchFamily="34" charset="-120"/>
              </a:rPr>
              <a:t>Cisza techniczna</a:t>
            </a:r>
            <a:endParaRPr lang="en-US" sz="2400"/>
          </a:p>
        </p:txBody>
      </p:sp>
      <p:sp>
        <p:nvSpPr>
          <p:cNvPr id="10" name="Text 8"/>
          <p:cNvSpPr/>
          <p:nvPr/>
        </p:nvSpPr>
        <p:spPr>
          <a:xfrm>
            <a:off x="7559040" y="2438400"/>
            <a:ext cx="3779520" cy="1463040"/>
          </a:xfrm>
          <a:prstGeom prst="rect">
            <a:avLst/>
          </a:prstGeom>
          <a:noFill/>
          <a:ln/>
        </p:spPr>
        <p:txBody>
          <a:bodyPr wrap="square" lIns="0" tIns="0" rIns="0" bIns="0" rtlCol="0" anchor="ctr"/>
          <a:lstStyle/>
          <a:p>
            <a:r>
              <a:rPr lang="pl-PL">
                <a:solidFill>
                  <a:srgbClr val="E4E7ED"/>
                </a:solidFill>
                <a:latin typeface="Calibri" pitchFamily="34" charset="0"/>
                <a:ea typeface="Calibri" pitchFamily="34" charset="-122"/>
                <a:cs typeface="Calibri" pitchFamily="34" charset="-120"/>
              </a:rPr>
              <a:t>Efekt zerwanego lub niestabilnego połączenia; wymaga aktywnego sprawdzenia.</a:t>
            </a:r>
          </a:p>
        </p:txBody>
      </p:sp>
      <p:sp>
        <p:nvSpPr>
          <p:cNvPr id="11" name="Shape 9"/>
          <p:cNvSpPr/>
          <p:nvPr/>
        </p:nvSpPr>
        <p:spPr>
          <a:xfrm>
            <a:off x="5059680" y="2170176"/>
            <a:ext cx="2072640" cy="1341120"/>
          </a:xfrm>
          <a:prstGeom prst="snip2SameRect">
            <a:avLst/>
          </a:prstGeom>
          <a:solidFill>
            <a:srgbClr val="EAF0FB"/>
          </a:solidFill>
          <a:ln w="19050">
            <a:solidFill>
              <a:srgbClr val="AFC6E8"/>
            </a:solidFill>
            <a:prstDash val="solid"/>
          </a:ln>
        </p:spPr>
      </p:sp>
      <p:sp>
        <p:nvSpPr>
          <p:cNvPr id="12" name="Text 10"/>
          <p:cNvSpPr/>
          <p:nvPr/>
        </p:nvSpPr>
        <p:spPr>
          <a:xfrm>
            <a:off x="5059680" y="2170176"/>
            <a:ext cx="2072640" cy="792480"/>
          </a:xfrm>
          <a:prstGeom prst="rect">
            <a:avLst/>
          </a:prstGeom>
          <a:noFill/>
          <a:ln/>
        </p:spPr>
        <p:txBody>
          <a:bodyPr wrap="square" lIns="0" tIns="0" rIns="0" bIns="0" rtlCol="0" anchor="ctr"/>
          <a:lstStyle/>
          <a:p>
            <a:pPr algn="ctr"/>
            <a:r>
              <a:rPr lang="en-US" sz="4800" b="1">
                <a:solidFill>
                  <a:srgbClr val="3D63B3"/>
                </a:solidFill>
              </a:rPr>
              <a:t>?</a:t>
            </a:r>
            <a:endParaRPr lang="en-US" sz="4800"/>
          </a:p>
        </p:txBody>
      </p:sp>
      <p:sp>
        <p:nvSpPr>
          <p:cNvPr id="13" name="Text 11"/>
          <p:cNvSpPr/>
          <p:nvPr/>
        </p:nvSpPr>
        <p:spPr>
          <a:xfrm>
            <a:off x="5059680" y="2987040"/>
            <a:ext cx="2072640" cy="524256"/>
          </a:xfrm>
          <a:prstGeom prst="rect">
            <a:avLst/>
          </a:prstGeom>
          <a:noFill/>
          <a:ln/>
        </p:spPr>
        <p:txBody>
          <a:bodyPr wrap="square" lIns="0" tIns="0" rIns="0" bIns="0" rtlCol="0" anchor="ctr"/>
          <a:lstStyle/>
          <a:p>
            <a:pPr algn="ctr"/>
            <a:r>
              <a:rPr lang="en-US" sz="1600" i="1">
                <a:solidFill>
                  <a:srgbClr val="5B6472"/>
                </a:solidFill>
                <a:latin typeface="Calibri" pitchFamily="34" charset="0"/>
                <a:ea typeface="Calibri" pitchFamily="34" charset="-122"/>
                <a:cs typeface="Calibri" pitchFamily="34" charset="-120"/>
              </a:rPr>
              <a:t>jak rozróżnić w czasie rzeczywistym?</a:t>
            </a:r>
            <a:endParaRPr lang="en-US" sz="1600"/>
          </a:p>
        </p:txBody>
      </p:sp>
      <p:sp>
        <p:nvSpPr>
          <p:cNvPr id="14" name="Shape 12"/>
          <p:cNvSpPr/>
          <p:nvPr/>
        </p:nvSpPr>
        <p:spPr>
          <a:xfrm>
            <a:off x="609600" y="4389120"/>
            <a:ext cx="10972800" cy="1003012"/>
          </a:xfrm>
          <a:prstGeom prst="roundRect">
            <a:avLst>
              <a:gd name="adj" fmla="val 10000"/>
            </a:avLst>
          </a:prstGeom>
          <a:solidFill>
            <a:srgbClr val="EAF0FB"/>
          </a:solidFill>
          <a:ln w="12700">
            <a:solidFill>
              <a:srgbClr val="EAF0FB"/>
            </a:solidFill>
            <a:prstDash val="solid"/>
          </a:ln>
        </p:spPr>
        <p:txBody>
          <a:bodyPr anchor="ctr"/>
          <a:lstStyle/>
          <a:p>
            <a:pPr algn="ctr"/>
            <a:r>
              <a:rPr lang="pl-PL" sz="2400" dirty="0">
                <a:solidFill>
                  <a:srgbClr val="1B2A56"/>
                </a:solidFill>
                <a:latin typeface="Cambria Math" panose="02040503050406030204" pitchFamily="18" charset="0"/>
                <a:ea typeface="Cambria Math" panose="02040503050406030204" pitchFamily="18" charset="0"/>
                <a:cs typeface="Calibri" pitchFamily="34" charset="-120"/>
              </a:rPr>
              <a:t>„Czy mnie Pan/Pani słyszy?”</a:t>
            </a:r>
          </a:p>
          <a:p>
            <a:pPr algn="ctr"/>
            <a:r>
              <a:rPr lang="pl-PL" sz="2400" dirty="0">
                <a:solidFill>
                  <a:srgbClr val="1B2A56"/>
                </a:solidFill>
                <a:latin typeface="Cambria Math" panose="02040503050406030204" pitchFamily="18" charset="0"/>
                <a:ea typeface="Cambria Math" panose="02040503050406030204" pitchFamily="18" charset="0"/>
                <a:cs typeface="Calibri" pitchFamily="34" charset="-120"/>
              </a:rPr>
              <a:t>aktywne sprawdzenie zamiast czekania i zgadywania</a:t>
            </a:r>
            <a:endParaRPr lang="pl-PL" sz="2400" dirty="0">
              <a:latin typeface="Cambria Math" panose="02040503050406030204" pitchFamily="18" charset="0"/>
              <a:ea typeface="Cambria Math" panose="02040503050406030204" pitchFamily="18" charset="0"/>
            </a:endParaRPr>
          </a:p>
        </p:txBody>
      </p:sp>
      <p:sp>
        <p:nvSpPr>
          <p:cNvPr id="16" name="Text 14"/>
          <p:cNvSpPr/>
          <p:nvPr/>
        </p:nvSpPr>
        <p:spPr>
          <a:xfrm>
            <a:off x="609600" y="5795348"/>
            <a:ext cx="10972800" cy="474608"/>
          </a:xfrm>
          <a:prstGeom prst="rect">
            <a:avLst/>
          </a:prstGeom>
          <a:noFill/>
          <a:ln/>
        </p:spPr>
        <p:txBody>
          <a:bodyPr wrap="square" lIns="0" tIns="0" rIns="0" bIns="0" rtlCol="0" anchor="ctr"/>
          <a:lstStyle/>
          <a:p>
            <a:pPr algn="ctr"/>
            <a:r>
              <a:rPr lang="pl-PL" sz="1400" i="1">
                <a:solidFill>
                  <a:srgbClr val="5B6472"/>
                </a:solidFill>
                <a:latin typeface="Calibri" pitchFamily="34" charset="0"/>
                <a:ea typeface="Calibri" pitchFamily="34" charset="-122"/>
                <a:cs typeface="Calibri" pitchFamily="34" charset="-120"/>
              </a:rPr>
              <a:t>Krótka pauza przed odpowiedzią ogranicza nakładanie się głosów przy opóźnieniach transmisji. </a:t>
            </a:r>
          </a:p>
          <a:p>
            <a:pPr algn="ctr"/>
            <a:r>
              <a:rPr lang="pl-PL" sz="1400" i="1">
                <a:solidFill>
                  <a:srgbClr val="5B6472"/>
                </a:solidFill>
                <a:latin typeface="Calibri" pitchFamily="34" charset="0"/>
                <a:ea typeface="Calibri" pitchFamily="34" charset="-122"/>
                <a:cs typeface="Calibri" pitchFamily="34" charset="-120"/>
              </a:rPr>
              <a:t>Nazwanie zakłócenia wprost zapobiega odczytaniu go jako dystansu emocjonalnego terapeuty.</a:t>
            </a:r>
          </a:p>
        </p:txBody>
      </p:sp>
    </p:spTree>
    <p:extLst>
      <p:ext uri="{BB962C8B-B14F-4D97-AF65-F5344CB8AC3E}">
        <p14:creationId xmlns:p14="http://schemas.microsoft.com/office/powerpoint/2010/main" val="398102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400" b="1">
                <a:solidFill>
                  <a:srgbClr val="FFFFFF"/>
                </a:solidFill>
                <a:latin typeface="Cambria" pitchFamily="34" charset="0"/>
                <a:ea typeface="Cambria" pitchFamily="34" charset="-122"/>
                <a:cs typeface="Cambria" pitchFamily="34" charset="-120"/>
              </a:rPr>
              <a:t>PRACA Z CIAŁEM I EMOCJAMI ONLINE</a:t>
            </a:r>
            <a:endParaRPr lang="en-US" sz="2400"/>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pl-PL" sz="1533" i="1">
                <a:solidFill>
                  <a:srgbClr val="B7C6E6"/>
                </a:solidFill>
                <a:latin typeface="Calibri" pitchFamily="34" charset="0"/>
                <a:ea typeface="Calibri" pitchFamily="34" charset="-122"/>
                <a:cs typeface="Calibri" pitchFamily="34" charset="-120"/>
              </a:rPr>
              <a:t>Zakres obserwacji jest węższy, a więc pewność interpretacji też</a:t>
            </a:r>
          </a:p>
        </p:txBody>
      </p:sp>
      <p:sp>
        <p:nvSpPr>
          <p:cNvPr id="5" name="Shape 3"/>
          <p:cNvSpPr/>
          <p:nvPr/>
        </p:nvSpPr>
        <p:spPr>
          <a:xfrm>
            <a:off x="609600" y="1706880"/>
            <a:ext cx="5181600" cy="3230880"/>
          </a:xfrm>
          <a:prstGeom prst="roundRect">
            <a:avLst>
              <a:gd name="adj" fmla="val 2642"/>
            </a:avLst>
          </a:prstGeom>
          <a:solidFill>
            <a:srgbClr val="DFF3EC"/>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609600" y="1706880"/>
            <a:ext cx="5181600" cy="609600"/>
          </a:xfrm>
          <a:prstGeom prst="roundRect">
            <a:avLst>
              <a:gd name="adj" fmla="val 14000"/>
            </a:avLst>
          </a:prstGeom>
          <a:solidFill>
            <a:srgbClr val="1E9E78"/>
          </a:solidFill>
          <a:ln w="12700">
            <a:solidFill>
              <a:srgbClr val="1E9E78"/>
            </a:solidFill>
            <a:prstDash val="solid"/>
          </a:ln>
        </p:spPr>
      </p:sp>
      <p:sp>
        <p:nvSpPr>
          <p:cNvPr id="7" name="Text 5"/>
          <p:cNvSpPr/>
          <p:nvPr/>
        </p:nvSpPr>
        <p:spPr>
          <a:xfrm>
            <a:off x="609600" y="1706880"/>
            <a:ext cx="5181600" cy="609600"/>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WIDOCZNE W KADRZE</a:t>
            </a:r>
            <a:endParaRPr lang="en-US" sz="2000"/>
          </a:p>
        </p:txBody>
      </p:sp>
      <p:sp>
        <p:nvSpPr>
          <p:cNvPr id="8" name="Text 6"/>
          <p:cNvSpPr/>
          <p:nvPr/>
        </p:nvSpPr>
        <p:spPr>
          <a:xfrm>
            <a:off x="764700" y="2560320"/>
            <a:ext cx="1341120" cy="609600"/>
          </a:xfrm>
          <a:prstGeom prst="rect">
            <a:avLst/>
          </a:prstGeom>
          <a:noFill/>
          <a:ln/>
        </p:spPr>
        <p:txBody>
          <a:bodyPr wrap="square" lIns="0" tIns="0" rIns="0" bIns="0" rtlCol="0" anchor="ctr"/>
          <a:lstStyle/>
          <a:p>
            <a:r>
              <a:rPr lang="en-US" sz="2000" b="1">
                <a:solidFill>
                  <a:srgbClr val="1B2A56"/>
                </a:solidFill>
                <a:latin typeface="Calibri" pitchFamily="34" charset="0"/>
                <a:ea typeface="Calibri" pitchFamily="34" charset="-122"/>
                <a:cs typeface="Calibri" pitchFamily="34" charset="-120"/>
              </a:rPr>
              <a:t>Oddech:</a:t>
            </a:r>
            <a:endParaRPr lang="en-US" sz="2000"/>
          </a:p>
        </p:txBody>
      </p:sp>
      <p:sp>
        <p:nvSpPr>
          <p:cNvPr id="9" name="Text 7"/>
          <p:cNvSpPr/>
          <p:nvPr/>
        </p:nvSpPr>
        <p:spPr>
          <a:xfrm>
            <a:off x="2170176" y="2560320"/>
            <a:ext cx="3621024" cy="670560"/>
          </a:xfrm>
          <a:prstGeom prst="rect">
            <a:avLst/>
          </a:prstGeom>
          <a:noFill/>
          <a:ln/>
        </p:spPr>
        <p:txBody>
          <a:bodyPr wrap="square" lIns="0" tIns="0" rIns="0" bIns="0" rtlCol="0" anchor="ctr"/>
          <a:lstStyle/>
          <a:p>
            <a:r>
              <a:rPr lang="en-US">
                <a:solidFill>
                  <a:srgbClr val="5B6472"/>
                </a:solidFill>
                <a:latin typeface="Calibri" pitchFamily="34" charset="0"/>
                <a:ea typeface="Calibri" pitchFamily="34" charset="-122"/>
                <a:cs typeface="Calibri" pitchFamily="34" charset="-120"/>
              </a:rPr>
              <a:t>przyspieszenie, spłycenie przy poruszającym temacie</a:t>
            </a:r>
            <a:endParaRPr lang="en-US"/>
          </a:p>
        </p:txBody>
      </p:sp>
      <p:sp>
        <p:nvSpPr>
          <p:cNvPr id="10" name="Text 8"/>
          <p:cNvSpPr/>
          <p:nvPr/>
        </p:nvSpPr>
        <p:spPr>
          <a:xfrm>
            <a:off x="764700" y="3316224"/>
            <a:ext cx="1341120" cy="609600"/>
          </a:xfrm>
          <a:prstGeom prst="rect">
            <a:avLst/>
          </a:prstGeom>
          <a:noFill/>
          <a:ln/>
        </p:spPr>
        <p:txBody>
          <a:bodyPr wrap="square" lIns="0" tIns="0" rIns="0" bIns="0" rtlCol="0" anchor="ctr"/>
          <a:lstStyle/>
          <a:p>
            <a:r>
              <a:rPr lang="en-US" sz="2000" b="1">
                <a:solidFill>
                  <a:srgbClr val="1B2A56"/>
                </a:solidFill>
                <a:latin typeface="Calibri" pitchFamily="34" charset="0"/>
                <a:ea typeface="Calibri" pitchFamily="34" charset="-122"/>
                <a:cs typeface="Calibri" pitchFamily="34" charset="-120"/>
              </a:rPr>
              <a:t>Głos:</a:t>
            </a:r>
            <a:endParaRPr lang="en-US" sz="2000"/>
          </a:p>
        </p:txBody>
      </p:sp>
      <p:sp>
        <p:nvSpPr>
          <p:cNvPr id="11" name="Text 9"/>
          <p:cNvSpPr/>
          <p:nvPr/>
        </p:nvSpPr>
        <p:spPr>
          <a:xfrm>
            <a:off x="2170176" y="3316224"/>
            <a:ext cx="3621024" cy="670560"/>
          </a:xfrm>
          <a:prstGeom prst="rect">
            <a:avLst/>
          </a:prstGeom>
          <a:noFill/>
          <a:ln/>
        </p:spPr>
        <p:txBody>
          <a:bodyPr wrap="square" lIns="0" tIns="0" rIns="0" bIns="0" rtlCol="0" anchor="ctr"/>
          <a:lstStyle/>
          <a:p>
            <a:r>
              <a:rPr lang="en-US">
                <a:solidFill>
                  <a:srgbClr val="5B6472"/>
                </a:solidFill>
                <a:latin typeface="Calibri" pitchFamily="34" charset="0"/>
                <a:ea typeface="Calibri" pitchFamily="34" charset="-122"/>
                <a:cs typeface="Calibri" pitchFamily="34" charset="-120"/>
              </a:rPr>
              <a:t>ton, tempo, drżenie, zmiany głośności</a:t>
            </a:r>
            <a:endParaRPr lang="en-US"/>
          </a:p>
        </p:txBody>
      </p:sp>
      <p:sp>
        <p:nvSpPr>
          <p:cNvPr id="12" name="Text 10"/>
          <p:cNvSpPr/>
          <p:nvPr/>
        </p:nvSpPr>
        <p:spPr>
          <a:xfrm>
            <a:off x="764700" y="4072128"/>
            <a:ext cx="1341120" cy="609600"/>
          </a:xfrm>
          <a:prstGeom prst="rect">
            <a:avLst/>
          </a:prstGeom>
          <a:noFill/>
          <a:ln/>
        </p:spPr>
        <p:txBody>
          <a:bodyPr wrap="square" lIns="0" tIns="0" rIns="0" bIns="0" rtlCol="0" anchor="ctr"/>
          <a:lstStyle/>
          <a:p>
            <a:r>
              <a:rPr lang="en-US" sz="2000" b="1">
                <a:solidFill>
                  <a:srgbClr val="1B2A56"/>
                </a:solidFill>
                <a:latin typeface="Calibri" pitchFamily="34" charset="0"/>
                <a:ea typeface="Calibri" pitchFamily="34" charset="-122"/>
                <a:cs typeface="Calibri" pitchFamily="34" charset="-120"/>
              </a:rPr>
              <a:t>Mimika:</a:t>
            </a:r>
            <a:endParaRPr lang="en-US" sz="2000"/>
          </a:p>
        </p:txBody>
      </p:sp>
      <p:sp>
        <p:nvSpPr>
          <p:cNvPr id="13" name="Text 11"/>
          <p:cNvSpPr/>
          <p:nvPr/>
        </p:nvSpPr>
        <p:spPr>
          <a:xfrm>
            <a:off x="2170176" y="4072128"/>
            <a:ext cx="3621024" cy="670560"/>
          </a:xfrm>
          <a:prstGeom prst="rect">
            <a:avLst/>
          </a:prstGeom>
          <a:noFill/>
          <a:ln/>
        </p:spPr>
        <p:txBody>
          <a:bodyPr wrap="square" lIns="0" tIns="0" rIns="0" bIns="0" rtlCol="0" anchor="ctr"/>
          <a:lstStyle/>
          <a:p>
            <a:r>
              <a:rPr lang="en-US">
                <a:solidFill>
                  <a:srgbClr val="5B6472"/>
                </a:solidFill>
                <a:latin typeface="Calibri" pitchFamily="34" charset="0"/>
                <a:ea typeface="Calibri" pitchFamily="34" charset="-122"/>
                <a:cs typeface="Calibri" pitchFamily="34" charset="-120"/>
              </a:rPr>
              <a:t>z zastrzeżeniem ograniczeń jakości obrazu</a:t>
            </a:r>
            <a:endParaRPr lang="en-US"/>
          </a:p>
        </p:txBody>
      </p:sp>
      <p:sp>
        <p:nvSpPr>
          <p:cNvPr id="14" name="Shape 12"/>
          <p:cNvSpPr/>
          <p:nvPr/>
        </p:nvSpPr>
        <p:spPr>
          <a:xfrm>
            <a:off x="6400800" y="1706880"/>
            <a:ext cx="5181600" cy="3230880"/>
          </a:xfrm>
          <a:prstGeom prst="roundRect">
            <a:avLst>
              <a:gd name="adj" fmla="val 2642"/>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15" name="Shape 13"/>
          <p:cNvSpPr/>
          <p:nvPr/>
        </p:nvSpPr>
        <p:spPr>
          <a:xfrm>
            <a:off x="6400800" y="1706880"/>
            <a:ext cx="5181600" cy="609600"/>
          </a:xfrm>
          <a:prstGeom prst="roundRect">
            <a:avLst>
              <a:gd name="adj" fmla="val 14000"/>
            </a:avLst>
          </a:prstGeom>
          <a:solidFill>
            <a:srgbClr val="5B6472"/>
          </a:solidFill>
          <a:ln w="12700">
            <a:solidFill>
              <a:srgbClr val="5B6472"/>
            </a:solidFill>
            <a:prstDash val="solid"/>
          </a:ln>
        </p:spPr>
      </p:sp>
      <p:sp>
        <p:nvSpPr>
          <p:cNvPr id="16" name="Text 14"/>
          <p:cNvSpPr/>
          <p:nvPr/>
        </p:nvSpPr>
        <p:spPr>
          <a:xfrm>
            <a:off x="6400800" y="1706880"/>
            <a:ext cx="5181600" cy="609600"/>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NIEWIDOCZNE</a:t>
            </a:r>
            <a:endParaRPr lang="en-US" sz="2000"/>
          </a:p>
        </p:txBody>
      </p:sp>
      <p:sp>
        <p:nvSpPr>
          <p:cNvPr id="17" name="Text 15"/>
          <p:cNvSpPr/>
          <p:nvPr/>
        </p:nvSpPr>
        <p:spPr>
          <a:xfrm>
            <a:off x="6565327" y="2560320"/>
            <a:ext cx="1341120" cy="609600"/>
          </a:xfrm>
          <a:prstGeom prst="rect">
            <a:avLst/>
          </a:prstGeom>
          <a:noFill/>
          <a:ln/>
        </p:spPr>
        <p:txBody>
          <a:bodyPr wrap="square" lIns="0" tIns="0" rIns="0" bIns="0" rtlCol="0" anchor="ctr"/>
          <a:lstStyle/>
          <a:p>
            <a:r>
              <a:rPr lang="en-US" sz="2000" b="1">
                <a:solidFill>
                  <a:srgbClr val="5B6472"/>
                </a:solidFill>
                <a:latin typeface="Calibri" pitchFamily="34" charset="0"/>
                <a:ea typeface="Calibri" pitchFamily="34" charset="-122"/>
                <a:cs typeface="Calibri" pitchFamily="34" charset="-120"/>
              </a:rPr>
              <a:t>Dłonie:</a:t>
            </a:r>
            <a:endParaRPr lang="en-US" sz="2000"/>
          </a:p>
        </p:txBody>
      </p:sp>
      <p:sp>
        <p:nvSpPr>
          <p:cNvPr id="18" name="Text 16"/>
          <p:cNvSpPr/>
          <p:nvPr/>
        </p:nvSpPr>
        <p:spPr>
          <a:xfrm>
            <a:off x="7985760" y="2513185"/>
            <a:ext cx="2883345" cy="670560"/>
          </a:xfrm>
          <a:prstGeom prst="rect">
            <a:avLst/>
          </a:prstGeom>
          <a:noFill/>
          <a:ln/>
        </p:spPr>
        <p:txBody>
          <a:bodyPr wrap="square" lIns="0" tIns="0" rIns="0" bIns="0" rtlCol="0" anchor="ctr"/>
          <a:lstStyle/>
          <a:p>
            <a:r>
              <a:rPr lang="pl-PL" dirty="0">
                <a:solidFill>
                  <a:srgbClr val="8B95A6"/>
                </a:solidFill>
                <a:latin typeface="Calibri" pitchFamily="34" charset="0"/>
                <a:ea typeface="Calibri" pitchFamily="34" charset="-122"/>
                <a:cs typeface="Calibri" pitchFamily="34" charset="-120"/>
              </a:rPr>
              <a:t>napięcie, zaciskanie pięści poza kadrem?</a:t>
            </a:r>
          </a:p>
        </p:txBody>
      </p:sp>
      <p:sp>
        <p:nvSpPr>
          <p:cNvPr id="19" name="Text 17"/>
          <p:cNvSpPr/>
          <p:nvPr/>
        </p:nvSpPr>
        <p:spPr>
          <a:xfrm>
            <a:off x="6565327" y="3316224"/>
            <a:ext cx="1341120" cy="609600"/>
          </a:xfrm>
          <a:prstGeom prst="rect">
            <a:avLst/>
          </a:prstGeom>
          <a:noFill/>
          <a:ln/>
        </p:spPr>
        <p:txBody>
          <a:bodyPr wrap="square" lIns="0" tIns="0" rIns="0" bIns="0" rtlCol="0" anchor="ctr"/>
          <a:lstStyle/>
          <a:p>
            <a:r>
              <a:rPr lang="en-US" sz="2000" b="1">
                <a:solidFill>
                  <a:srgbClr val="5B6472"/>
                </a:solidFill>
                <a:latin typeface="Calibri" pitchFamily="34" charset="0"/>
                <a:ea typeface="Calibri" pitchFamily="34" charset="-122"/>
                <a:cs typeface="Calibri" pitchFamily="34" charset="-120"/>
              </a:rPr>
              <a:t>Postawa:</a:t>
            </a:r>
            <a:endParaRPr lang="en-US" sz="2000"/>
          </a:p>
        </p:txBody>
      </p:sp>
      <p:sp>
        <p:nvSpPr>
          <p:cNvPr id="20" name="Text 18"/>
          <p:cNvSpPr/>
          <p:nvPr/>
        </p:nvSpPr>
        <p:spPr>
          <a:xfrm>
            <a:off x="7985760" y="3278516"/>
            <a:ext cx="3326405" cy="670560"/>
          </a:xfrm>
          <a:prstGeom prst="rect">
            <a:avLst/>
          </a:prstGeom>
          <a:noFill/>
          <a:ln/>
        </p:spPr>
        <p:txBody>
          <a:bodyPr wrap="square" lIns="0" tIns="0" rIns="0" bIns="0" rtlCol="0" anchor="ctr"/>
          <a:lstStyle/>
          <a:p>
            <a:r>
              <a:rPr lang="pl-PL">
                <a:solidFill>
                  <a:srgbClr val="8B95A6"/>
                </a:solidFill>
                <a:latin typeface="Calibri" pitchFamily="34" charset="0"/>
                <a:ea typeface="Calibri" pitchFamily="34" charset="-122"/>
                <a:cs typeface="Calibri" pitchFamily="34" charset="-120"/>
              </a:rPr>
              <a:t>nogi, ułożenie ciała poza widocznym obszarem?</a:t>
            </a:r>
          </a:p>
        </p:txBody>
      </p:sp>
      <p:sp>
        <p:nvSpPr>
          <p:cNvPr id="21" name="Text 19"/>
          <p:cNvSpPr/>
          <p:nvPr/>
        </p:nvSpPr>
        <p:spPr>
          <a:xfrm>
            <a:off x="6565327" y="4072128"/>
            <a:ext cx="1341120" cy="609600"/>
          </a:xfrm>
          <a:prstGeom prst="rect">
            <a:avLst/>
          </a:prstGeom>
          <a:noFill/>
          <a:ln/>
        </p:spPr>
        <p:txBody>
          <a:bodyPr wrap="square" lIns="0" tIns="0" rIns="0" bIns="0" rtlCol="0" anchor="ctr"/>
          <a:lstStyle/>
          <a:p>
            <a:r>
              <a:rPr lang="en-US" sz="2000" b="1">
                <a:solidFill>
                  <a:srgbClr val="5B6472"/>
                </a:solidFill>
                <a:latin typeface="Calibri" pitchFamily="34" charset="0"/>
                <a:ea typeface="Calibri" pitchFamily="34" charset="-122"/>
                <a:cs typeface="Calibri" pitchFamily="34" charset="-120"/>
              </a:rPr>
              <a:t>Otoczenie:</a:t>
            </a:r>
            <a:endParaRPr lang="en-US" sz="2000"/>
          </a:p>
        </p:txBody>
      </p:sp>
      <p:sp>
        <p:nvSpPr>
          <p:cNvPr id="22" name="Text 20"/>
          <p:cNvSpPr/>
          <p:nvPr/>
        </p:nvSpPr>
        <p:spPr>
          <a:xfrm>
            <a:off x="7985760" y="4072128"/>
            <a:ext cx="3326405" cy="670560"/>
          </a:xfrm>
          <a:prstGeom prst="rect">
            <a:avLst/>
          </a:prstGeom>
          <a:noFill/>
          <a:ln/>
        </p:spPr>
        <p:txBody>
          <a:bodyPr wrap="square" lIns="0" tIns="0" rIns="0" bIns="0" rtlCol="0" anchor="ctr"/>
          <a:lstStyle/>
          <a:p>
            <a:r>
              <a:rPr lang="pl-PL">
                <a:solidFill>
                  <a:srgbClr val="8B95A6"/>
                </a:solidFill>
                <a:latin typeface="Calibri" pitchFamily="34" charset="0"/>
                <a:ea typeface="Calibri" pitchFamily="34" charset="-122"/>
                <a:cs typeface="Calibri" pitchFamily="34" charset="-120"/>
              </a:rPr>
              <a:t>kontekst pomieszczenia i osoby poza kadrem?</a:t>
            </a:r>
          </a:p>
        </p:txBody>
      </p:sp>
      <p:sp>
        <p:nvSpPr>
          <p:cNvPr id="23" name="Shape 21"/>
          <p:cNvSpPr/>
          <p:nvPr/>
        </p:nvSpPr>
        <p:spPr>
          <a:xfrm>
            <a:off x="609600" y="5242560"/>
            <a:ext cx="10972800" cy="1341120"/>
          </a:xfrm>
          <a:prstGeom prst="roundRect">
            <a:avLst>
              <a:gd name="adj" fmla="val 7692"/>
            </a:avLst>
          </a:prstGeom>
          <a:solidFill>
            <a:srgbClr val="EAF0FB"/>
          </a:solidFill>
          <a:ln w="12700">
            <a:solidFill>
              <a:srgbClr val="EAF0FB"/>
            </a:solidFill>
            <a:prstDash val="solid"/>
          </a:ln>
        </p:spPr>
        <p:txBody>
          <a:bodyPr anchor="ctr"/>
          <a:lstStyle/>
          <a:p>
            <a:pPr algn="ctr"/>
            <a:r>
              <a:rPr lang="pl-PL" sz="2800" b="1">
                <a:solidFill>
                  <a:srgbClr val="1B2A56"/>
                </a:solidFill>
                <a:latin typeface="Calibri" pitchFamily="34" charset="0"/>
                <a:ea typeface="Calibri" pitchFamily="34" charset="-122"/>
                <a:cs typeface="Calibri" pitchFamily="34" charset="-120"/>
              </a:rPr>
              <a:t>„Zauważyłem/-</a:t>
            </a:r>
            <a:r>
              <a:rPr lang="pl-PL" sz="2800" b="1" err="1">
                <a:solidFill>
                  <a:srgbClr val="1B2A56"/>
                </a:solidFill>
                <a:latin typeface="Calibri" pitchFamily="34" charset="0"/>
                <a:ea typeface="Calibri" pitchFamily="34" charset="-122"/>
                <a:cs typeface="Calibri" pitchFamily="34" charset="-120"/>
              </a:rPr>
              <a:t>am</a:t>
            </a:r>
            <a:r>
              <a:rPr lang="pl-PL" sz="2800" b="1">
                <a:solidFill>
                  <a:srgbClr val="1B2A56"/>
                </a:solidFill>
                <a:latin typeface="Calibri" pitchFamily="34" charset="0"/>
                <a:ea typeface="Calibri" pitchFamily="34" charset="-122"/>
                <a:cs typeface="Calibri" pitchFamily="34" charset="-120"/>
              </a:rPr>
              <a:t>, że głos się zmienił - co się teraz dzieje w ciele?” </a:t>
            </a:r>
          </a:p>
          <a:p>
            <a:pPr algn="ctr"/>
            <a:r>
              <a:rPr lang="pl-PL" sz="2800" i="1">
                <a:solidFill>
                  <a:srgbClr val="1B2A56"/>
                </a:solidFill>
                <a:latin typeface="Calibri" pitchFamily="34" charset="0"/>
                <a:ea typeface="Calibri" pitchFamily="34" charset="-122"/>
                <a:cs typeface="Calibri" pitchFamily="34" charset="-120"/>
              </a:rPr>
              <a:t>gdy obserwacja jest niepewna, pytamy</a:t>
            </a:r>
            <a:endParaRPr lang="pl-PL" sz="2800" i="1"/>
          </a:p>
        </p:txBody>
      </p:sp>
    </p:spTree>
    <p:extLst>
      <p:ext uri="{BB962C8B-B14F-4D97-AF65-F5344CB8AC3E}">
        <p14:creationId xmlns:p14="http://schemas.microsoft.com/office/powerpoint/2010/main" val="3536049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667" b="1">
                <a:solidFill>
                  <a:srgbClr val="FFFFFF"/>
                </a:solidFill>
                <a:latin typeface="Cambria" pitchFamily="34" charset="0"/>
                <a:ea typeface="Cambria" pitchFamily="34" charset="-122"/>
                <a:cs typeface="Cambria" pitchFamily="34" charset="-120"/>
              </a:rPr>
              <a:t>WIDEOTERAPIA</a:t>
            </a:r>
            <a:endParaRPr lang="en-US" sz="2667"/>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533" i="1">
                <a:solidFill>
                  <a:srgbClr val="B7C6E6"/>
                </a:solidFill>
                <a:latin typeface="Calibri" pitchFamily="34" charset="0"/>
                <a:ea typeface="Calibri" pitchFamily="34" charset="-122"/>
                <a:cs typeface="Calibri" pitchFamily="34" charset="-120"/>
              </a:rPr>
              <a:t>Najbliższa kontaktowi </a:t>
            </a:r>
            <a:r>
              <a:rPr lang="en-US" sz="1533" i="1" err="1">
                <a:solidFill>
                  <a:srgbClr val="B7C6E6"/>
                </a:solidFill>
                <a:latin typeface="Calibri" pitchFamily="34" charset="0"/>
                <a:ea typeface="Calibri" pitchFamily="34" charset="-122"/>
                <a:cs typeface="Calibri" pitchFamily="34" charset="-120"/>
              </a:rPr>
              <a:t>stacjonarnemu</a:t>
            </a:r>
            <a:r>
              <a:rPr lang="en-US" sz="1533" i="1">
                <a:solidFill>
                  <a:srgbClr val="B7C6E6"/>
                </a:solidFill>
                <a:latin typeface="Calibri" pitchFamily="34" charset="0"/>
                <a:ea typeface="Calibri" pitchFamily="34" charset="-122"/>
                <a:cs typeface="Calibri" pitchFamily="34" charset="-120"/>
              </a:rPr>
              <a:t> - i najbardziej wymagająca technicznie</a:t>
            </a:r>
            <a:endParaRPr lang="en-US" sz="1533"/>
          </a:p>
        </p:txBody>
      </p:sp>
      <p:sp>
        <p:nvSpPr>
          <p:cNvPr id="5" name="Shape 3"/>
          <p:cNvSpPr/>
          <p:nvPr/>
        </p:nvSpPr>
        <p:spPr>
          <a:xfrm>
            <a:off x="609600" y="1645920"/>
            <a:ext cx="5242560" cy="609600"/>
          </a:xfrm>
          <a:prstGeom prst="roundRect">
            <a:avLst>
              <a:gd name="adj" fmla="val 14000"/>
            </a:avLst>
          </a:prstGeom>
          <a:solidFill>
            <a:srgbClr val="1E9E78"/>
          </a:solidFill>
          <a:ln w="12700">
            <a:solidFill>
              <a:srgbClr val="1E9E78"/>
            </a:solidFill>
            <a:prstDash val="solid"/>
          </a:ln>
        </p:spPr>
      </p:sp>
      <p:sp>
        <p:nvSpPr>
          <p:cNvPr id="6" name="Text 4"/>
          <p:cNvSpPr/>
          <p:nvPr/>
        </p:nvSpPr>
        <p:spPr>
          <a:xfrm>
            <a:off x="609600" y="1645920"/>
            <a:ext cx="5242560" cy="609600"/>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ZALETY</a:t>
            </a:r>
            <a:endParaRPr lang="en-US" sz="2000"/>
          </a:p>
        </p:txBody>
      </p:sp>
      <p:sp>
        <p:nvSpPr>
          <p:cNvPr id="7" name="Shape 5"/>
          <p:cNvSpPr/>
          <p:nvPr/>
        </p:nvSpPr>
        <p:spPr>
          <a:xfrm>
            <a:off x="609600" y="2316480"/>
            <a:ext cx="5242560" cy="2865120"/>
          </a:xfrm>
          <a:prstGeom prst="roundRect">
            <a:avLst>
              <a:gd name="adj" fmla="val 2979"/>
            </a:avLst>
          </a:prstGeom>
          <a:solidFill>
            <a:srgbClr val="DFF3EC"/>
          </a:solidFill>
          <a:ln w="12700">
            <a:solidFill>
              <a:srgbClr val="DCE2EC"/>
            </a:solidFill>
            <a:prstDash val="solid"/>
          </a:ln>
        </p:spPr>
      </p:sp>
      <p:sp>
        <p:nvSpPr>
          <p:cNvPr id="8" name="Shape 6"/>
          <p:cNvSpPr/>
          <p:nvPr/>
        </p:nvSpPr>
        <p:spPr>
          <a:xfrm>
            <a:off x="877824" y="2657856"/>
            <a:ext cx="146304" cy="146304"/>
          </a:xfrm>
          <a:prstGeom prst="ellipse">
            <a:avLst/>
          </a:prstGeom>
          <a:solidFill>
            <a:srgbClr val="1E9E78"/>
          </a:solidFill>
          <a:ln w="12700">
            <a:solidFill>
              <a:srgbClr val="1E9E78"/>
            </a:solidFill>
            <a:prstDash val="solid"/>
          </a:ln>
        </p:spPr>
      </p:sp>
      <p:sp>
        <p:nvSpPr>
          <p:cNvPr id="9" name="Text 7"/>
          <p:cNvSpPr/>
          <p:nvPr/>
        </p:nvSpPr>
        <p:spPr>
          <a:xfrm>
            <a:off x="1158240" y="2560320"/>
            <a:ext cx="4511040" cy="731520"/>
          </a:xfrm>
          <a:prstGeom prst="rect">
            <a:avLst/>
          </a:prstGeom>
          <a:noFill/>
          <a:ln/>
        </p:spPr>
        <p:txBody>
          <a:bodyPr wrap="square" lIns="0" tIns="0" rIns="0" bIns="0" rtlCol="0" anchor="ctr"/>
          <a:lstStyle/>
          <a:p>
            <a:r>
              <a:rPr lang="pl-PL" sz="2000" dirty="0" smtClean="0">
                <a:solidFill>
                  <a:srgbClr val="1B2A56"/>
                </a:solidFill>
                <a:latin typeface="Calibri" pitchFamily="34" charset="0"/>
                <a:ea typeface="Calibri" pitchFamily="34" charset="-122"/>
                <a:cs typeface="Calibri" pitchFamily="34" charset="-120"/>
              </a:rPr>
              <a:t>Dostęp do mimiki i części mowy ciała</a:t>
            </a:r>
            <a:endParaRPr lang="pl-PL" sz="2000" dirty="0"/>
          </a:p>
        </p:txBody>
      </p:sp>
      <p:sp>
        <p:nvSpPr>
          <p:cNvPr id="10" name="Shape 8"/>
          <p:cNvSpPr/>
          <p:nvPr/>
        </p:nvSpPr>
        <p:spPr>
          <a:xfrm>
            <a:off x="877824" y="3511296"/>
            <a:ext cx="146304" cy="146304"/>
          </a:xfrm>
          <a:prstGeom prst="ellipse">
            <a:avLst/>
          </a:prstGeom>
          <a:solidFill>
            <a:srgbClr val="1E9E78"/>
          </a:solidFill>
          <a:ln w="12700">
            <a:solidFill>
              <a:srgbClr val="1E9E78"/>
            </a:solidFill>
            <a:prstDash val="solid"/>
          </a:ln>
        </p:spPr>
      </p:sp>
      <p:sp>
        <p:nvSpPr>
          <p:cNvPr id="11" name="Text 9"/>
          <p:cNvSpPr/>
          <p:nvPr/>
        </p:nvSpPr>
        <p:spPr>
          <a:xfrm>
            <a:off x="1158240" y="3413760"/>
            <a:ext cx="4511040" cy="731520"/>
          </a:xfrm>
          <a:prstGeom prst="rect">
            <a:avLst/>
          </a:prstGeom>
          <a:noFill/>
          <a:ln/>
        </p:spPr>
        <p:txBody>
          <a:bodyPr wrap="square" lIns="0" tIns="0" rIns="0" bIns="0" rtlCol="0" anchor="ctr"/>
          <a:lstStyle/>
          <a:p>
            <a:r>
              <a:rPr lang="pl-PL" sz="2000" dirty="0" smtClean="0">
                <a:solidFill>
                  <a:srgbClr val="1B2A56"/>
                </a:solidFill>
                <a:latin typeface="Calibri" pitchFamily="34" charset="0"/>
                <a:ea typeface="Calibri" pitchFamily="34" charset="-122"/>
                <a:cs typeface="Calibri" pitchFamily="34" charset="-120"/>
              </a:rPr>
              <a:t>Możliwość obserwacji reakcji w czasie rzeczywistym</a:t>
            </a:r>
            <a:endParaRPr lang="pl-PL" sz="2000" dirty="0"/>
          </a:p>
        </p:txBody>
      </p:sp>
      <p:sp>
        <p:nvSpPr>
          <p:cNvPr id="12" name="Shape 10"/>
          <p:cNvSpPr/>
          <p:nvPr/>
        </p:nvSpPr>
        <p:spPr>
          <a:xfrm>
            <a:off x="877824" y="4364736"/>
            <a:ext cx="146304" cy="146304"/>
          </a:xfrm>
          <a:prstGeom prst="ellipse">
            <a:avLst/>
          </a:prstGeom>
          <a:solidFill>
            <a:srgbClr val="1E9E78"/>
          </a:solidFill>
          <a:ln w="12700">
            <a:solidFill>
              <a:srgbClr val="1E9E78"/>
            </a:solidFill>
            <a:prstDash val="solid"/>
          </a:ln>
        </p:spPr>
      </p:sp>
      <p:sp>
        <p:nvSpPr>
          <p:cNvPr id="13" name="Text 11"/>
          <p:cNvSpPr/>
          <p:nvPr/>
        </p:nvSpPr>
        <p:spPr>
          <a:xfrm>
            <a:off x="1158240" y="4267200"/>
            <a:ext cx="4511040" cy="731520"/>
          </a:xfrm>
          <a:prstGeom prst="rect">
            <a:avLst/>
          </a:prstGeom>
          <a:noFill/>
          <a:ln/>
        </p:spPr>
        <p:txBody>
          <a:bodyPr wrap="square" lIns="0" tIns="0" rIns="0" bIns="0" rtlCol="0" anchor="ctr"/>
          <a:lstStyle/>
          <a:p>
            <a:r>
              <a:rPr lang="pl-PL" sz="2000" dirty="0" smtClean="0">
                <a:solidFill>
                  <a:srgbClr val="1B2A56"/>
                </a:solidFill>
                <a:latin typeface="Calibri" pitchFamily="34" charset="0"/>
                <a:ea typeface="Calibri" pitchFamily="34" charset="-122"/>
                <a:cs typeface="Calibri" pitchFamily="34" charset="-120"/>
              </a:rPr>
              <a:t>Najbliższy odpowiednik kontaktu twarzą w twarz</a:t>
            </a:r>
            <a:endParaRPr lang="pl-PL" sz="2000" dirty="0"/>
          </a:p>
        </p:txBody>
      </p:sp>
      <p:sp>
        <p:nvSpPr>
          <p:cNvPr id="14" name="Shape 12"/>
          <p:cNvSpPr/>
          <p:nvPr/>
        </p:nvSpPr>
        <p:spPr>
          <a:xfrm>
            <a:off x="6339840" y="1645920"/>
            <a:ext cx="5242560" cy="609600"/>
          </a:xfrm>
          <a:prstGeom prst="roundRect">
            <a:avLst>
              <a:gd name="adj" fmla="val 14000"/>
            </a:avLst>
          </a:prstGeom>
          <a:solidFill>
            <a:srgbClr val="C0392B"/>
          </a:solidFill>
          <a:ln w="12700">
            <a:solidFill>
              <a:srgbClr val="C0392B"/>
            </a:solidFill>
            <a:prstDash val="solid"/>
          </a:ln>
        </p:spPr>
      </p:sp>
      <p:sp>
        <p:nvSpPr>
          <p:cNvPr id="15" name="Text 13"/>
          <p:cNvSpPr/>
          <p:nvPr/>
        </p:nvSpPr>
        <p:spPr>
          <a:xfrm>
            <a:off x="6339840" y="1645920"/>
            <a:ext cx="5242560" cy="609600"/>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OGRANICZENIA</a:t>
            </a:r>
            <a:endParaRPr lang="en-US" sz="2000"/>
          </a:p>
        </p:txBody>
      </p:sp>
      <p:sp>
        <p:nvSpPr>
          <p:cNvPr id="16" name="Shape 14"/>
          <p:cNvSpPr/>
          <p:nvPr/>
        </p:nvSpPr>
        <p:spPr>
          <a:xfrm>
            <a:off x="6339840" y="2316480"/>
            <a:ext cx="5242560" cy="2865120"/>
          </a:xfrm>
          <a:prstGeom prst="roundRect">
            <a:avLst>
              <a:gd name="adj" fmla="val 2979"/>
            </a:avLst>
          </a:prstGeom>
          <a:solidFill>
            <a:srgbClr val="FBE7E5"/>
          </a:solidFill>
          <a:ln w="12700">
            <a:solidFill>
              <a:srgbClr val="DCE2EC"/>
            </a:solidFill>
            <a:prstDash val="solid"/>
          </a:ln>
        </p:spPr>
      </p:sp>
      <p:sp>
        <p:nvSpPr>
          <p:cNvPr id="17" name="Shape 15"/>
          <p:cNvSpPr/>
          <p:nvPr/>
        </p:nvSpPr>
        <p:spPr>
          <a:xfrm>
            <a:off x="6608064" y="2657856"/>
            <a:ext cx="146304" cy="146304"/>
          </a:xfrm>
          <a:prstGeom prst="ellipse">
            <a:avLst/>
          </a:prstGeom>
          <a:solidFill>
            <a:srgbClr val="C0392B"/>
          </a:solidFill>
          <a:ln w="12700">
            <a:solidFill>
              <a:srgbClr val="C0392B"/>
            </a:solidFill>
            <a:prstDash val="solid"/>
          </a:ln>
        </p:spPr>
      </p:sp>
      <p:sp>
        <p:nvSpPr>
          <p:cNvPr id="18" name="Text 16"/>
          <p:cNvSpPr/>
          <p:nvPr/>
        </p:nvSpPr>
        <p:spPr>
          <a:xfrm>
            <a:off x="6888480" y="2560320"/>
            <a:ext cx="4511040" cy="731520"/>
          </a:xfrm>
          <a:prstGeom prst="rect">
            <a:avLst/>
          </a:prstGeom>
          <a:noFill/>
          <a:ln/>
        </p:spPr>
        <p:txBody>
          <a:bodyPr wrap="square" lIns="0" tIns="0" rIns="0" bIns="0" rtlCol="0" anchor="ctr"/>
          <a:lstStyle/>
          <a:p>
            <a:r>
              <a:rPr lang="pl-PL" sz="2000" dirty="0" smtClean="0">
                <a:solidFill>
                  <a:srgbClr val="1B2A56"/>
                </a:solidFill>
                <a:latin typeface="Calibri" pitchFamily="34" charset="0"/>
                <a:ea typeface="Calibri" pitchFamily="34" charset="-122"/>
                <a:cs typeface="Calibri" pitchFamily="34" charset="-120"/>
              </a:rPr>
              <a:t>Zmęczenie poznawcze ("Zoom </a:t>
            </a:r>
            <a:r>
              <a:rPr lang="pl-PL" sz="2000" dirty="0" err="1" smtClean="0">
                <a:solidFill>
                  <a:srgbClr val="1B2A56"/>
                </a:solidFill>
                <a:latin typeface="Calibri" pitchFamily="34" charset="0"/>
                <a:ea typeface="Calibri" pitchFamily="34" charset="-122"/>
                <a:cs typeface="Calibri" pitchFamily="34" charset="-120"/>
              </a:rPr>
              <a:t>fatigue</a:t>
            </a:r>
            <a:r>
              <a:rPr lang="pl-PL" sz="2000" dirty="0" smtClean="0">
                <a:solidFill>
                  <a:srgbClr val="1B2A56"/>
                </a:solidFill>
                <a:latin typeface="Calibri" pitchFamily="34" charset="0"/>
                <a:ea typeface="Calibri" pitchFamily="34" charset="-122"/>
                <a:cs typeface="Calibri" pitchFamily="34" charset="-120"/>
              </a:rPr>
              <a:t>")</a:t>
            </a:r>
            <a:endParaRPr lang="pl-PL" sz="2000" dirty="0"/>
          </a:p>
        </p:txBody>
      </p:sp>
      <p:sp>
        <p:nvSpPr>
          <p:cNvPr id="19" name="Shape 17"/>
          <p:cNvSpPr/>
          <p:nvPr/>
        </p:nvSpPr>
        <p:spPr>
          <a:xfrm>
            <a:off x="6608064" y="3511296"/>
            <a:ext cx="146304" cy="146304"/>
          </a:xfrm>
          <a:prstGeom prst="ellipse">
            <a:avLst/>
          </a:prstGeom>
          <a:solidFill>
            <a:srgbClr val="C0392B"/>
          </a:solidFill>
          <a:ln w="12700">
            <a:solidFill>
              <a:srgbClr val="C0392B"/>
            </a:solidFill>
            <a:prstDash val="solid"/>
          </a:ln>
        </p:spPr>
      </p:sp>
      <p:sp>
        <p:nvSpPr>
          <p:cNvPr id="20" name="Text 18"/>
          <p:cNvSpPr/>
          <p:nvPr/>
        </p:nvSpPr>
        <p:spPr>
          <a:xfrm>
            <a:off x="6888480" y="3413760"/>
            <a:ext cx="4511040" cy="731520"/>
          </a:xfrm>
          <a:prstGeom prst="rect">
            <a:avLst/>
          </a:prstGeom>
          <a:noFill/>
          <a:ln/>
        </p:spPr>
        <p:txBody>
          <a:bodyPr wrap="square" lIns="0" tIns="0" rIns="0" bIns="0" rtlCol="0" anchor="ctr"/>
          <a:lstStyle/>
          <a:p>
            <a:r>
              <a:rPr lang="pl-PL" sz="2000" dirty="0" smtClean="0">
                <a:solidFill>
                  <a:srgbClr val="1B2A56"/>
                </a:solidFill>
                <a:latin typeface="Calibri" pitchFamily="34" charset="0"/>
                <a:ea typeface="Calibri" pitchFamily="34" charset="-122"/>
                <a:cs typeface="Calibri" pitchFamily="34" charset="-120"/>
              </a:rPr>
              <a:t>Ekspozycja domowego otoczenia klienta</a:t>
            </a:r>
            <a:endParaRPr lang="pl-PL" sz="2000" dirty="0"/>
          </a:p>
        </p:txBody>
      </p:sp>
      <p:sp>
        <p:nvSpPr>
          <p:cNvPr id="21" name="Shape 19"/>
          <p:cNvSpPr/>
          <p:nvPr/>
        </p:nvSpPr>
        <p:spPr>
          <a:xfrm>
            <a:off x="6608064" y="4364736"/>
            <a:ext cx="146304" cy="146304"/>
          </a:xfrm>
          <a:prstGeom prst="ellipse">
            <a:avLst/>
          </a:prstGeom>
          <a:solidFill>
            <a:srgbClr val="C0392B"/>
          </a:solidFill>
          <a:ln w="12700">
            <a:solidFill>
              <a:srgbClr val="C0392B"/>
            </a:solidFill>
            <a:prstDash val="solid"/>
          </a:ln>
        </p:spPr>
      </p:sp>
      <p:sp>
        <p:nvSpPr>
          <p:cNvPr id="22" name="Text 20"/>
          <p:cNvSpPr/>
          <p:nvPr/>
        </p:nvSpPr>
        <p:spPr>
          <a:xfrm>
            <a:off x="6888480" y="4267200"/>
            <a:ext cx="4511040" cy="731520"/>
          </a:xfrm>
          <a:prstGeom prst="rect">
            <a:avLst/>
          </a:prstGeom>
          <a:noFill/>
          <a:ln/>
        </p:spPr>
        <p:txBody>
          <a:bodyPr wrap="square" lIns="0" tIns="0" rIns="0" bIns="0" rtlCol="0" anchor="ctr"/>
          <a:lstStyle/>
          <a:p>
            <a:r>
              <a:rPr lang="pl-PL" sz="2000" dirty="0" smtClean="0">
                <a:solidFill>
                  <a:srgbClr val="1B2A56"/>
                </a:solidFill>
                <a:latin typeface="Calibri" pitchFamily="34" charset="0"/>
                <a:ea typeface="Calibri" pitchFamily="34" charset="-122"/>
                <a:cs typeface="Calibri" pitchFamily="34" charset="-120"/>
              </a:rPr>
              <a:t>Silna zależność od jakości połączenia</a:t>
            </a:r>
            <a:endParaRPr lang="pl-PL" sz="2000" dirty="0"/>
          </a:p>
        </p:txBody>
      </p:sp>
      <p:sp>
        <p:nvSpPr>
          <p:cNvPr id="23" name="Shape 21"/>
          <p:cNvSpPr/>
          <p:nvPr/>
        </p:nvSpPr>
        <p:spPr>
          <a:xfrm>
            <a:off x="609600" y="5669280"/>
            <a:ext cx="10972800" cy="731520"/>
          </a:xfrm>
          <a:prstGeom prst="roundRect">
            <a:avLst>
              <a:gd name="adj" fmla="val 10000"/>
            </a:avLst>
          </a:prstGeom>
          <a:solidFill>
            <a:srgbClr val="EAF0FB"/>
          </a:solidFill>
          <a:ln w="12700">
            <a:solidFill>
              <a:srgbClr val="EAF0FB"/>
            </a:solidFill>
            <a:prstDash val="solid"/>
          </a:ln>
        </p:spPr>
      </p:sp>
      <p:sp>
        <p:nvSpPr>
          <p:cNvPr id="24" name="Text 22"/>
          <p:cNvSpPr/>
          <p:nvPr/>
        </p:nvSpPr>
        <p:spPr>
          <a:xfrm>
            <a:off x="609600" y="5742432"/>
            <a:ext cx="10972800" cy="585216"/>
          </a:xfrm>
          <a:prstGeom prst="rect">
            <a:avLst/>
          </a:prstGeom>
          <a:noFill/>
          <a:ln/>
        </p:spPr>
        <p:txBody>
          <a:bodyPr wrap="square" lIns="0" tIns="0" rIns="0" bIns="0" rtlCol="0" anchor="ctr"/>
          <a:lstStyle/>
          <a:p>
            <a:pPr algn="ctr"/>
            <a:r>
              <a:rPr lang="pl-PL" sz="2000" dirty="0" smtClean="0">
                <a:solidFill>
                  <a:srgbClr val="1B2A56"/>
                </a:solidFill>
                <a:latin typeface="Calibri" pitchFamily="34" charset="0"/>
                <a:ea typeface="Calibri" pitchFamily="34" charset="-122"/>
                <a:cs typeface="Calibri" pitchFamily="34" charset="-120"/>
              </a:rPr>
              <a:t>Wymaga najwyższych standardów przygotowania technicznego ze wszystkich modalności</a:t>
            </a:r>
            <a:endParaRPr lang="pl-PL" sz="2000" dirty="0"/>
          </a:p>
        </p:txBody>
      </p:sp>
      <p:sp>
        <p:nvSpPr>
          <p:cNvPr id="25" name="Text 23"/>
          <p:cNvSpPr/>
          <p:nvPr/>
        </p:nvSpPr>
        <p:spPr>
          <a:xfrm>
            <a:off x="9265920" y="6583680"/>
            <a:ext cx="2316480" cy="243840"/>
          </a:xfrm>
          <a:prstGeom prst="rect">
            <a:avLst/>
          </a:prstGeom>
          <a:noFill/>
          <a:ln/>
        </p:spPr>
        <p:txBody>
          <a:bodyPr wrap="square" lIns="0" tIns="0" rIns="0" bIns="0" rtlCol="0" anchor="ctr"/>
          <a:lstStyle/>
          <a:p>
            <a:pPr algn="r"/>
            <a:r>
              <a:rPr lang="en-US" sz="1067">
                <a:solidFill>
                  <a:srgbClr val="8B95A6"/>
                </a:solidFill>
                <a:latin typeface="Calibri" pitchFamily="34" charset="0"/>
                <a:ea typeface="Calibri" pitchFamily="34" charset="-122"/>
                <a:cs typeface="Calibri" pitchFamily="34" charset="-120"/>
              </a:rPr>
              <a:t>27  ·  Sekcja III</a:t>
            </a:r>
            <a:endParaRPr lang="en-US" sz="1067"/>
          </a:p>
        </p:txBody>
      </p:sp>
    </p:spTree>
    <p:extLst>
      <p:ext uri="{BB962C8B-B14F-4D97-AF65-F5344CB8AC3E}">
        <p14:creationId xmlns:p14="http://schemas.microsoft.com/office/powerpoint/2010/main" val="1468225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800" b="1">
                <a:solidFill>
                  <a:srgbClr val="FFFFFF"/>
                </a:solidFill>
                <a:latin typeface="Cambria"/>
                <a:ea typeface="Cambria"/>
                <a:cs typeface="Cambria" pitchFamily="34" charset="-120"/>
              </a:rPr>
              <a:t>TERAPIA TEKSTOWA</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pl-PL" sz="1600" i="1">
                <a:solidFill>
                  <a:srgbClr val="B7C6E6"/>
                </a:solidFill>
                <a:latin typeface="Calibri"/>
                <a:ea typeface="Calibri"/>
                <a:cs typeface="Calibri"/>
              </a:rPr>
              <a:t>Większa refleksyjność, mniejszy dostęp do tonu</a:t>
            </a:r>
            <a:endParaRPr lang="pl-PL" sz="1600">
              <a:latin typeface="Calibri"/>
              <a:ea typeface="Calibri"/>
              <a:cs typeface="Calibri"/>
            </a:endParaRPr>
          </a:p>
        </p:txBody>
      </p:sp>
      <p:sp>
        <p:nvSpPr>
          <p:cNvPr id="5" name="Shape 3"/>
          <p:cNvSpPr/>
          <p:nvPr/>
        </p:nvSpPr>
        <p:spPr>
          <a:xfrm>
            <a:off x="609600" y="1645920"/>
            <a:ext cx="4937760" cy="4267200"/>
          </a:xfrm>
          <a:prstGeom prst="roundRect">
            <a:avLst>
              <a:gd name="adj" fmla="val 2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609600" y="1645920"/>
            <a:ext cx="4937760" cy="487680"/>
          </a:xfrm>
          <a:prstGeom prst="rect">
            <a:avLst/>
          </a:prstGeom>
          <a:solidFill>
            <a:srgbClr val="EEF1F5"/>
          </a:solidFill>
          <a:ln w="12700">
            <a:solidFill>
              <a:srgbClr val="EEF1F5"/>
            </a:solidFill>
            <a:prstDash val="solid"/>
          </a:ln>
        </p:spPr>
      </p:sp>
      <p:sp>
        <p:nvSpPr>
          <p:cNvPr id="7" name="Text 5"/>
          <p:cNvSpPr/>
          <p:nvPr/>
        </p:nvSpPr>
        <p:spPr>
          <a:xfrm>
            <a:off x="792480" y="1645920"/>
            <a:ext cx="4572000" cy="487680"/>
          </a:xfrm>
          <a:prstGeom prst="rect">
            <a:avLst/>
          </a:prstGeom>
          <a:noFill/>
          <a:ln/>
        </p:spPr>
        <p:txBody>
          <a:bodyPr wrap="square" lIns="0" tIns="0" rIns="0" bIns="0" rtlCol="0" anchor="ctr"/>
          <a:lstStyle/>
          <a:p>
            <a:r>
              <a:rPr lang="pl-PL" sz="1600">
                <a:solidFill>
                  <a:srgbClr val="5B6472"/>
                </a:solidFill>
                <a:latin typeface="Calibri"/>
                <a:ea typeface="Calibri"/>
                <a:cs typeface="Calibri"/>
              </a:rPr>
              <a:t>podgląd rozmowy tekstowej</a:t>
            </a:r>
            <a:endParaRPr lang="pl-PL" sz="1600">
              <a:latin typeface="Calibri"/>
              <a:ea typeface="Calibri"/>
              <a:cs typeface="Calibri"/>
            </a:endParaRPr>
          </a:p>
        </p:txBody>
      </p:sp>
      <p:sp>
        <p:nvSpPr>
          <p:cNvPr id="8" name="Shape 6"/>
          <p:cNvSpPr/>
          <p:nvPr/>
        </p:nvSpPr>
        <p:spPr>
          <a:xfrm>
            <a:off x="853440" y="2377440"/>
            <a:ext cx="3048000" cy="755904"/>
          </a:xfrm>
          <a:prstGeom prst="roundRect">
            <a:avLst>
              <a:gd name="adj" fmla="val 16129"/>
            </a:avLst>
          </a:prstGeom>
          <a:solidFill>
            <a:srgbClr val="AFC6E8"/>
          </a:solidFill>
          <a:ln w="12700">
            <a:solidFill>
              <a:srgbClr val="AFC6E8"/>
            </a:solidFill>
            <a:prstDash val="solid"/>
          </a:ln>
        </p:spPr>
      </p:sp>
      <p:sp>
        <p:nvSpPr>
          <p:cNvPr id="9" name="Text 7"/>
          <p:cNvSpPr/>
          <p:nvPr/>
        </p:nvSpPr>
        <p:spPr>
          <a:xfrm>
            <a:off x="1036320" y="2401824"/>
            <a:ext cx="2682240" cy="707136"/>
          </a:xfrm>
          <a:prstGeom prst="rect">
            <a:avLst/>
          </a:prstGeom>
          <a:noFill/>
          <a:ln/>
        </p:spPr>
        <p:txBody>
          <a:bodyPr wrap="square" lIns="0" tIns="0" rIns="0" bIns="0" rtlCol="0" anchor="ctr"/>
          <a:lstStyle/>
          <a:p>
            <a:r>
              <a:rPr lang="pl-PL" sz="1600" b="1">
                <a:solidFill>
                  <a:srgbClr val="1B2A56"/>
                </a:solidFill>
                <a:latin typeface="Calibri"/>
                <a:ea typeface="Calibri"/>
                <a:cs typeface="Calibri"/>
              </a:rPr>
              <a:t>Klient</a:t>
            </a:r>
            <a:r>
              <a:rPr lang="pl-PL" sz="1600">
                <a:solidFill>
                  <a:srgbClr val="1B2A56"/>
                </a:solidFill>
                <a:latin typeface="Calibri"/>
                <a:ea typeface="Calibri"/>
                <a:cs typeface="Calibri"/>
              </a:rPr>
              <a:t>: „OK. Jasne. Zrobię to.”</a:t>
            </a:r>
            <a:endParaRPr lang="pl-PL" sz="1600">
              <a:latin typeface="Calibri"/>
              <a:ea typeface="Calibri"/>
              <a:cs typeface="Calibri"/>
            </a:endParaRPr>
          </a:p>
        </p:txBody>
      </p:sp>
      <p:sp>
        <p:nvSpPr>
          <p:cNvPr id="10" name="Shape 8"/>
          <p:cNvSpPr/>
          <p:nvPr/>
        </p:nvSpPr>
        <p:spPr>
          <a:xfrm>
            <a:off x="1889760" y="3316224"/>
            <a:ext cx="3474720" cy="1158240"/>
          </a:xfrm>
          <a:prstGeom prst="roundRect">
            <a:avLst>
              <a:gd name="adj" fmla="val 10526"/>
            </a:avLst>
          </a:prstGeom>
          <a:solidFill>
            <a:srgbClr val="1B2A56"/>
          </a:solidFill>
          <a:ln w="12700">
            <a:solidFill>
              <a:srgbClr val="1B2A56"/>
            </a:solidFill>
            <a:prstDash val="solid"/>
          </a:ln>
        </p:spPr>
      </p:sp>
      <p:sp>
        <p:nvSpPr>
          <p:cNvPr id="11" name="Text 9"/>
          <p:cNvSpPr/>
          <p:nvPr/>
        </p:nvSpPr>
        <p:spPr>
          <a:xfrm>
            <a:off x="2072640" y="3340608"/>
            <a:ext cx="3108960" cy="1097280"/>
          </a:xfrm>
          <a:prstGeom prst="rect">
            <a:avLst/>
          </a:prstGeom>
          <a:noFill/>
          <a:ln/>
        </p:spPr>
        <p:txBody>
          <a:bodyPr wrap="square" lIns="0" tIns="0" rIns="0" bIns="0" rtlCol="0" anchor="ctr"/>
          <a:lstStyle/>
          <a:p>
            <a:r>
              <a:rPr lang="pl-PL" sz="1400" b="1">
                <a:solidFill>
                  <a:srgbClr val="FFFFFF"/>
                </a:solidFill>
                <a:latin typeface="Calibri"/>
                <a:ea typeface="Calibri"/>
                <a:cs typeface="Calibri"/>
              </a:rPr>
              <a:t>Terapeuta</a:t>
            </a:r>
            <a:r>
              <a:rPr lang="pl-PL" sz="1400">
                <a:solidFill>
                  <a:srgbClr val="FFFFFF"/>
                </a:solidFill>
                <a:latin typeface="Calibri"/>
                <a:ea typeface="Calibri"/>
                <a:cs typeface="Calibri"/>
              </a:rPr>
              <a:t>: „Jak to brzmiało, kiedy </a:t>
            </a:r>
            <a:br>
              <a:rPr lang="pl-PL" sz="1400">
                <a:solidFill>
                  <a:srgbClr val="FFFFFF"/>
                </a:solidFill>
                <a:latin typeface="Calibri"/>
                <a:ea typeface="Calibri"/>
                <a:cs typeface="Calibri"/>
              </a:rPr>
            </a:br>
            <a:r>
              <a:rPr lang="pl-PL" sz="1400">
                <a:solidFill>
                  <a:srgbClr val="FFFFFF"/>
                </a:solidFill>
                <a:latin typeface="Calibri"/>
                <a:ea typeface="Calibri"/>
                <a:cs typeface="Calibri"/>
              </a:rPr>
              <a:t>Pan/Pani to pisał/a - spokojnie, </a:t>
            </a:r>
            <a:r>
              <a:rPr lang="pl-PL" sz="1400">
                <a:latin typeface="Calibri" pitchFamily="34" charset="0"/>
                <a:ea typeface="Calibri" pitchFamily="34" charset="-122"/>
                <a:cs typeface="Calibri" pitchFamily="34" charset="-120"/>
              </a:rPr>
              <a:t/>
            </a:r>
            <a:br>
              <a:rPr lang="pl-PL" sz="1400">
                <a:latin typeface="Calibri" pitchFamily="34" charset="0"/>
                <a:ea typeface="Calibri" pitchFamily="34" charset="-122"/>
                <a:cs typeface="Calibri" pitchFamily="34" charset="-120"/>
              </a:rPr>
            </a:br>
            <a:r>
              <a:rPr lang="pl-PL" sz="1400">
                <a:solidFill>
                  <a:srgbClr val="FFFFFF"/>
                </a:solidFill>
                <a:latin typeface="Calibri"/>
                <a:ea typeface="Calibri"/>
                <a:cs typeface="Calibri"/>
              </a:rPr>
              <a:t>czy z napięciem?”</a:t>
            </a:r>
          </a:p>
        </p:txBody>
      </p:sp>
      <p:sp>
        <p:nvSpPr>
          <p:cNvPr id="12" name="Text 10"/>
          <p:cNvSpPr/>
          <p:nvPr/>
        </p:nvSpPr>
        <p:spPr>
          <a:xfrm>
            <a:off x="853440" y="5004526"/>
            <a:ext cx="4450080" cy="670560"/>
          </a:xfrm>
          <a:prstGeom prst="rect">
            <a:avLst/>
          </a:prstGeom>
          <a:noFill/>
          <a:ln/>
        </p:spPr>
        <p:txBody>
          <a:bodyPr wrap="square" lIns="0" tIns="0" rIns="0" bIns="0" rtlCol="0" anchor="ctr"/>
          <a:lstStyle/>
          <a:p>
            <a:pPr algn="ctr"/>
            <a:r>
              <a:rPr lang="pl-PL" i="1" dirty="0">
                <a:solidFill>
                  <a:srgbClr val="8B95A6"/>
                </a:solidFill>
                <a:latin typeface="Calibri"/>
                <a:ea typeface="Calibri"/>
                <a:cs typeface="Calibri"/>
              </a:rPr>
              <a:t>ten sam zestaw słów: </a:t>
            </a:r>
            <a:br>
              <a:rPr lang="pl-PL" i="1" dirty="0">
                <a:solidFill>
                  <a:srgbClr val="8B95A6"/>
                </a:solidFill>
                <a:latin typeface="Calibri"/>
                <a:ea typeface="Calibri"/>
                <a:cs typeface="Calibri"/>
              </a:rPr>
            </a:br>
            <a:r>
              <a:rPr lang="pl-PL" i="1" dirty="0">
                <a:solidFill>
                  <a:srgbClr val="8B95A6"/>
                </a:solidFill>
                <a:latin typeface="Calibri"/>
                <a:ea typeface="Calibri"/>
                <a:cs typeface="Calibri"/>
              </a:rPr>
              <a:t>żart, sarkazm czy szczery niepokój?</a:t>
            </a:r>
            <a:endParaRPr lang="pl-PL" dirty="0">
              <a:latin typeface="Calibri"/>
              <a:ea typeface="Calibri"/>
              <a:cs typeface="Calibri"/>
            </a:endParaRPr>
          </a:p>
        </p:txBody>
      </p:sp>
      <p:sp>
        <p:nvSpPr>
          <p:cNvPr id="13" name="Shape 11"/>
          <p:cNvSpPr/>
          <p:nvPr/>
        </p:nvSpPr>
        <p:spPr>
          <a:xfrm>
            <a:off x="5913120" y="1645920"/>
            <a:ext cx="5669280" cy="512064"/>
          </a:xfrm>
          <a:prstGeom prst="roundRect">
            <a:avLst>
              <a:gd name="adj" fmla="val 16667"/>
            </a:avLst>
          </a:prstGeom>
          <a:solidFill>
            <a:srgbClr val="1E9E78"/>
          </a:solidFill>
          <a:ln w="12700">
            <a:solidFill>
              <a:srgbClr val="1E9E78"/>
            </a:solidFill>
            <a:prstDash val="solid"/>
          </a:ln>
        </p:spPr>
      </p:sp>
      <p:sp>
        <p:nvSpPr>
          <p:cNvPr id="14" name="Text 12"/>
          <p:cNvSpPr/>
          <p:nvPr/>
        </p:nvSpPr>
        <p:spPr>
          <a:xfrm>
            <a:off x="5913120" y="1645920"/>
            <a:ext cx="5669280" cy="512064"/>
          </a:xfrm>
          <a:prstGeom prst="rect">
            <a:avLst/>
          </a:prstGeom>
          <a:noFill/>
          <a:ln/>
        </p:spPr>
        <p:txBody>
          <a:bodyPr wrap="square" lIns="0" tIns="0" rIns="0" bIns="0" rtlCol="0" anchor="ctr"/>
          <a:lstStyle/>
          <a:p>
            <a:pPr algn="ctr"/>
            <a:r>
              <a:rPr lang="en-US" sz="2800" b="1">
                <a:solidFill>
                  <a:srgbClr val="FFFFFF"/>
                </a:solidFill>
                <a:latin typeface="Calibri" pitchFamily="34" charset="0"/>
                <a:ea typeface="Calibri" pitchFamily="34" charset="-122"/>
                <a:cs typeface="Calibri" pitchFamily="34" charset="-120"/>
              </a:rPr>
              <a:t>ZALETY</a:t>
            </a:r>
            <a:endParaRPr lang="en-US" sz="2800"/>
          </a:p>
        </p:txBody>
      </p:sp>
      <p:sp>
        <p:nvSpPr>
          <p:cNvPr id="15" name="Shape 13"/>
          <p:cNvSpPr/>
          <p:nvPr/>
        </p:nvSpPr>
        <p:spPr>
          <a:xfrm>
            <a:off x="5913120" y="2218944"/>
            <a:ext cx="5669280" cy="1280160"/>
          </a:xfrm>
          <a:prstGeom prst="roundRect">
            <a:avLst>
              <a:gd name="adj" fmla="val 6667"/>
            </a:avLst>
          </a:prstGeom>
          <a:solidFill>
            <a:srgbClr val="DFF3EC"/>
          </a:solidFill>
          <a:ln w="12700">
            <a:solidFill>
              <a:srgbClr val="DCE2EC"/>
            </a:solidFill>
            <a:prstDash val="solid"/>
          </a:ln>
        </p:spPr>
      </p:sp>
      <p:sp>
        <p:nvSpPr>
          <p:cNvPr id="16" name="Text 14"/>
          <p:cNvSpPr/>
          <p:nvPr/>
        </p:nvSpPr>
        <p:spPr>
          <a:xfrm>
            <a:off x="6156960" y="2316480"/>
            <a:ext cx="5181600" cy="1097280"/>
          </a:xfrm>
          <a:prstGeom prst="rect">
            <a:avLst/>
          </a:prstGeom>
          <a:noFill/>
          <a:ln/>
        </p:spPr>
        <p:txBody>
          <a:bodyPr wrap="square" lIns="0" tIns="0" rIns="0" bIns="0" rtlCol="0" anchor="ctr"/>
          <a:lstStyle/>
          <a:p>
            <a:pPr marL="456565" indent="-456565">
              <a:spcAft>
                <a:spcPts val="533"/>
              </a:spcAft>
              <a:buSzPct val="100000"/>
              <a:buChar char="•"/>
            </a:pPr>
            <a:r>
              <a:rPr lang="pl-PL">
                <a:solidFill>
                  <a:srgbClr val="1B2A56"/>
                </a:solidFill>
                <a:latin typeface="Calibri"/>
                <a:ea typeface="Calibri"/>
                <a:cs typeface="Calibri"/>
              </a:rPr>
              <a:t>Większa refleksyjność przed odpowiedzią</a:t>
            </a:r>
            <a:endParaRPr lang="pl-PL">
              <a:latin typeface="Calibri"/>
              <a:ea typeface="Calibri"/>
              <a:cs typeface="Calibri"/>
            </a:endParaRPr>
          </a:p>
          <a:p>
            <a:pPr marL="456565" indent="-456565">
              <a:spcAft>
                <a:spcPts val="533"/>
              </a:spcAft>
              <a:buSzPct val="100000"/>
              <a:buChar char="•"/>
            </a:pPr>
            <a:r>
              <a:rPr lang="pl-PL">
                <a:solidFill>
                  <a:srgbClr val="1B2A56"/>
                </a:solidFill>
                <a:latin typeface="Calibri"/>
                <a:ea typeface="Calibri"/>
                <a:cs typeface="Calibri"/>
              </a:rPr>
              <a:t>Trwały zapis rozmowy dostępny do ponownego odczytania</a:t>
            </a:r>
            <a:endParaRPr lang="pl-PL">
              <a:latin typeface="Calibri"/>
              <a:ea typeface="Calibri"/>
              <a:cs typeface="Calibri"/>
            </a:endParaRPr>
          </a:p>
        </p:txBody>
      </p:sp>
      <p:sp>
        <p:nvSpPr>
          <p:cNvPr id="17" name="Shape 15"/>
          <p:cNvSpPr/>
          <p:nvPr/>
        </p:nvSpPr>
        <p:spPr>
          <a:xfrm>
            <a:off x="5913120" y="3657600"/>
            <a:ext cx="5669280" cy="512064"/>
          </a:xfrm>
          <a:prstGeom prst="roundRect">
            <a:avLst>
              <a:gd name="adj" fmla="val 16667"/>
            </a:avLst>
          </a:prstGeom>
          <a:solidFill>
            <a:srgbClr val="C0392B"/>
          </a:solidFill>
          <a:ln w="12700">
            <a:solidFill>
              <a:srgbClr val="C0392B"/>
            </a:solidFill>
            <a:prstDash val="solid"/>
          </a:ln>
        </p:spPr>
      </p:sp>
      <p:sp>
        <p:nvSpPr>
          <p:cNvPr id="18" name="Text 16"/>
          <p:cNvSpPr/>
          <p:nvPr/>
        </p:nvSpPr>
        <p:spPr>
          <a:xfrm>
            <a:off x="5913120" y="3657600"/>
            <a:ext cx="5669280" cy="512064"/>
          </a:xfrm>
          <a:prstGeom prst="rect">
            <a:avLst/>
          </a:prstGeom>
          <a:noFill/>
          <a:ln/>
        </p:spPr>
        <p:txBody>
          <a:bodyPr wrap="square" lIns="0" tIns="0" rIns="0" bIns="0" rtlCol="0" anchor="ctr"/>
          <a:lstStyle/>
          <a:p>
            <a:pPr algn="ctr"/>
            <a:r>
              <a:rPr lang="pl-PL" sz="2800" b="1">
                <a:solidFill>
                  <a:srgbClr val="FFFFFF"/>
                </a:solidFill>
                <a:latin typeface="Calibri"/>
                <a:ea typeface="Calibri"/>
                <a:cs typeface="Calibri"/>
              </a:rPr>
              <a:t>OGRANICZENIA</a:t>
            </a:r>
            <a:endParaRPr lang="pl-PL" sz="2800">
              <a:latin typeface="Calibri"/>
              <a:ea typeface="Calibri"/>
              <a:cs typeface="Calibri"/>
            </a:endParaRPr>
          </a:p>
        </p:txBody>
      </p:sp>
      <p:sp>
        <p:nvSpPr>
          <p:cNvPr id="19" name="Shape 17"/>
          <p:cNvSpPr/>
          <p:nvPr/>
        </p:nvSpPr>
        <p:spPr>
          <a:xfrm>
            <a:off x="5913120" y="4230624"/>
            <a:ext cx="5669280" cy="1682496"/>
          </a:xfrm>
          <a:prstGeom prst="roundRect">
            <a:avLst>
              <a:gd name="adj" fmla="val 5072"/>
            </a:avLst>
          </a:prstGeom>
          <a:solidFill>
            <a:srgbClr val="FBE7E5"/>
          </a:solidFill>
          <a:ln w="12700">
            <a:solidFill>
              <a:srgbClr val="DCE2EC"/>
            </a:solidFill>
            <a:prstDash val="solid"/>
          </a:ln>
        </p:spPr>
      </p:sp>
      <p:sp>
        <p:nvSpPr>
          <p:cNvPr id="20" name="Text 18"/>
          <p:cNvSpPr/>
          <p:nvPr/>
        </p:nvSpPr>
        <p:spPr>
          <a:xfrm>
            <a:off x="6156960" y="4328160"/>
            <a:ext cx="5181600" cy="1524000"/>
          </a:xfrm>
          <a:prstGeom prst="rect">
            <a:avLst/>
          </a:prstGeom>
          <a:noFill/>
          <a:ln/>
        </p:spPr>
        <p:txBody>
          <a:bodyPr wrap="square" lIns="0" tIns="0" rIns="0" bIns="0" rtlCol="0" anchor="ctr"/>
          <a:lstStyle/>
          <a:p>
            <a:pPr marL="456565" indent="-456565">
              <a:spcAft>
                <a:spcPts val="533"/>
              </a:spcAft>
              <a:buSzPct val="100000"/>
              <a:buChar char="•"/>
            </a:pPr>
            <a:r>
              <a:rPr lang="pl-PL" dirty="0">
                <a:solidFill>
                  <a:srgbClr val="1B2A56"/>
                </a:solidFill>
                <a:latin typeface="Calibri"/>
                <a:ea typeface="Calibri"/>
                <a:cs typeface="Calibri"/>
              </a:rPr>
              <a:t>Brak tonu głosu - utrata bogatego źródła emocji</a:t>
            </a:r>
            <a:endParaRPr lang="pl-PL" dirty="0">
              <a:latin typeface="Calibri"/>
              <a:ea typeface="Calibri"/>
              <a:cs typeface="Calibri"/>
            </a:endParaRPr>
          </a:p>
          <a:p>
            <a:pPr marL="456565" indent="-456565">
              <a:spcAft>
                <a:spcPts val="533"/>
              </a:spcAft>
              <a:buSzPct val="100000"/>
              <a:buChar char="•"/>
            </a:pPr>
            <a:r>
              <a:rPr lang="pl-PL" dirty="0">
                <a:solidFill>
                  <a:srgbClr val="1B2A56"/>
                </a:solidFill>
                <a:latin typeface="Calibri"/>
                <a:ea typeface="Calibri"/>
                <a:cs typeface="Calibri"/>
              </a:rPr>
              <a:t>Naturalne opóźnienie reakcji</a:t>
            </a:r>
            <a:endParaRPr lang="pl-PL" dirty="0">
              <a:latin typeface="Calibri"/>
              <a:ea typeface="Calibri"/>
              <a:cs typeface="Calibri"/>
            </a:endParaRPr>
          </a:p>
          <a:p>
            <a:pPr marL="456565" indent="-456565">
              <a:spcAft>
                <a:spcPts val="533"/>
              </a:spcAft>
              <a:buSzPct val="100000"/>
              <a:buChar char="•"/>
            </a:pPr>
            <a:r>
              <a:rPr lang="pl-PL" dirty="0">
                <a:solidFill>
                  <a:srgbClr val="1B2A56"/>
                </a:solidFill>
                <a:latin typeface="Calibri"/>
                <a:ea typeface="Calibri"/>
                <a:cs typeface="Calibri"/>
              </a:rPr>
              <a:t>Wyższe ryzyko błędnej interpretacji intencji</a:t>
            </a:r>
            <a:endParaRPr lang="pl-PL" dirty="0">
              <a:latin typeface="Calibri"/>
              <a:ea typeface="Calibri"/>
              <a:cs typeface="Calibri"/>
            </a:endParaRPr>
          </a:p>
        </p:txBody>
      </p:sp>
      <p:sp>
        <p:nvSpPr>
          <p:cNvPr id="21" name="Text 19"/>
          <p:cNvSpPr/>
          <p:nvPr/>
        </p:nvSpPr>
        <p:spPr>
          <a:xfrm>
            <a:off x="609600" y="6059424"/>
            <a:ext cx="10972800" cy="426720"/>
          </a:xfrm>
          <a:prstGeom prst="rect">
            <a:avLst/>
          </a:prstGeom>
          <a:noFill/>
          <a:ln/>
        </p:spPr>
        <p:txBody>
          <a:bodyPr wrap="square" lIns="0" tIns="0" rIns="0" bIns="0" rtlCol="0" anchor="ctr"/>
          <a:lstStyle/>
          <a:p>
            <a:r>
              <a:rPr lang="pl-PL" i="1" dirty="0">
                <a:solidFill>
                  <a:srgbClr val="5B6472"/>
                </a:solidFill>
                <a:latin typeface="Calibri"/>
                <a:ea typeface="Calibri"/>
                <a:cs typeface="Calibri"/>
              </a:rPr>
              <a:t>Wymaga szczególnej precyzji języka i częstszej klaryfikacji - nawet w prostych wymianach.</a:t>
            </a:r>
            <a:endParaRPr lang="pl-PL" dirty="0">
              <a:latin typeface="Calibri"/>
              <a:ea typeface="Calibri"/>
              <a:cs typeface="Calibri"/>
            </a:endParaRPr>
          </a:p>
        </p:txBody>
      </p:sp>
      <p:sp>
        <p:nvSpPr>
          <p:cNvPr id="22" name="Text 20"/>
          <p:cNvSpPr/>
          <p:nvPr/>
        </p:nvSpPr>
        <p:spPr>
          <a:xfrm>
            <a:off x="9265920" y="6583680"/>
            <a:ext cx="2316480" cy="243840"/>
          </a:xfrm>
          <a:prstGeom prst="rect">
            <a:avLst/>
          </a:prstGeom>
          <a:noFill/>
          <a:ln/>
        </p:spPr>
        <p:txBody>
          <a:bodyPr wrap="square" lIns="0" tIns="0" rIns="0" bIns="0" rtlCol="0" anchor="ctr"/>
          <a:lstStyle/>
          <a:p>
            <a:pPr algn="r"/>
            <a:r>
              <a:rPr lang="en-US" sz="1067">
                <a:solidFill>
                  <a:srgbClr val="8B95A6"/>
                </a:solidFill>
                <a:latin typeface="Calibri" pitchFamily="34" charset="0"/>
                <a:ea typeface="Calibri" pitchFamily="34" charset="-122"/>
                <a:cs typeface="Calibri" pitchFamily="34" charset="-120"/>
              </a:rPr>
              <a:t>28  ·  Sekcja III</a:t>
            </a:r>
            <a:endParaRPr lang="en-US" sz="1067"/>
          </a:p>
        </p:txBody>
      </p:sp>
    </p:spTree>
    <p:extLst>
      <p:ext uri="{BB962C8B-B14F-4D97-AF65-F5344CB8AC3E}">
        <p14:creationId xmlns:p14="http://schemas.microsoft.com/office/powerpoint/2010/main" val="26351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800" b="1">
                <a:solidFill>
                  <a:srgbClr val="FFFFFF"/>
                </a:solidFill>
                <a:latin typeface="Cambria"/>
                <a:ea typeface="Cambria"/>
                <a:cs typeface="Cambria" pitchFamily="34" charset="-120"/>
              </a:rPr>
              <a:t>INTERWENCJE ASYNCHRONICZNE</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pl-PL" sz="1600" i="1">
                <a:solidFill>
                  <a:srgbClr val="B7C6E6"/>
                </a:solidFill>
                <a:latin typeface="Calibri"/>
                <a:ea typeface="Calibri"/>
                <a:cs typeface="Calibri"/>
              </a:rPr>
              <a:t>Wypełnienie przestrzeni między sesjami - nie ich zastąpienie</a:t>
            </a:r>
            <a:endParaRPr lang="pl-PL" sz="1600">
              <a:latin typeface="Calibri"/>
              <a:ea typeface="Calibri"/>
              <a:cs typeface="Calibri"/>
            </a:endParaRPr>
          </a:p>
        </p:txBody>
      </p:sp>
      <p:sp>
        <p:nvSpPr>
          <p:cNvPr id="5" name="Shape 3"/>
          <p:cNvSpPr/>
          <p:nvPr/>
        </p:nvSpPr>
        <p:spPr>
          <a:xfrm>
            <a:off x="1828800" y="3352800"/>
            <a:ext cx="8534400" cy="0"/>
          </a:xfrm>
          <a:prstGeom prst="line">
            <a:avLst/>
          </a:prstGeom>
          <a:noFill/>
          <a:ln w="19050">
            <a:solidFill>
              <a:srgbClr val="DCE2EC"/>
            </a:solidFill>
            <a:prstDash val="dash"/>
          </a:ln>
        </p:spPr>
      </p:sp>
      <p:sp>
        <p:nvSpPr>
          <p:cNvPr id="6" name="Shape 4"/>
          <p:cNvSpPr/>
          <p:nvPr/>
        </p:nvSpPr>
        <p:spPr>
          <a:xfrm>
            <a:off x="717539" y="2773681"/>
            <a:ext cx="1111261" cy="1085667"/>
          </a:xfrm>
          <a:prstGeom prst="ellipse">
            <a:avLst/>
          </a:prstGeom>
          <a:solidFill>
            <a:srgbClr val="1B2A56"/>
          </a:solidFill>
          <a:ln w="12700">
            <a:solidFill>
              <a:srgbClr val="1B2A56"/>
            </a:solidFill>
            <a:prstDash val="solid"/>
          </a:ln>
        </p:spPr>
        <p:txBody>
          <a:bodyPr anchor="ctr"/>
          <a:lstStyle/>
          <a:p>
            <a:pPr algn="ctr"/>
            <a:r>
              <a:rPr lang="en-US" b="1">
                <a:solidFill>
                  <a:srgbClr val="FFFFFF"/>
                </a:solidFill>
                <a:latin typeface="Cambria" pitchFamily="34" charset="0"/>
                <a:ea typeface="Cambria" pitchFamily="34" charset="-122"/>
                <a:cs typeface="Cambria" pitchFamily="34" charset="-120"/>
              </a:rPr>
              <a:t>SESJA 1</a:t>
            </a:r>
            <a:endParaRPr lang="en-US"/>
          </a:p>
        </p:txBody>
      </p:sp>
      <p:sp>
        <p:nvSpPr>
          <p:cNvPr id="9" name="Text 7"/>
          <p:cNvSpPr/>
          <p:nvPr/>
        </p:nvSpPr>
        <p:spPr>
          <a:xfrm>
            <a:off x="9875520" y="2682240"/>
            <a:ext cx="1767840" cy="1341120"/>
          </a:xfrm>
          <a:prstGeom prst="rect">
            <a:avLst/>
          </a:prstGeom>
          <a:noFill/>
          <a:ln/>
        </p:spPr>
        <p:txBody>
          <a:bodyPr wrap="square" lIns="0" tIns="0" rIns="0" bIns="0" rtlCol="0" anchor="ctr"/>
          <a:lstStyle/>
          <a:p>
            <a:pPr algn="ctr"/>
            <a:r>
              <a:rPr lang="en-US" sz="2000" b="1">
                <a:solidFill>
                  <a:srgbClr val="FFFFFF"/>
                </a:solidFill>
                <a:latin typeface="Cambria" pitchFamily="34" charset="0"/>
                <a:ea typeface="Cambria" pitchFamily="34" charset="-122"/>
                <a:cs typeface="Cambria" pitchFamily="34" charset="-120"/>
              </a:rPr>
              <a:t>SESJA 2</a:t>
            </a:r>
            <a:endParaRPr lang="en-US" sz="2000"/>
          </a:p>
        </p:txBody>
      </p:sp>
      <p:sp>
        <p:nvSpPr>
          <p:cNvPr id="10" name="Shape 8"/>
          <p:cNvSpPr/>
          <p:nvPr/>
        </p:nvSpPr>
        <p:spPr>
          <a:xfrm>
            <a:off x="2225040" y="2743200"/>
            <a:ext cx="1402080" cy="1219200"/>
          </a:xfrm>
          <a:prstGeom prst="roundRect">
            <a:avLst>
              <a:gd name="adj" fmla="val 8000"/>
            </a:avLst>
          </a:prstGeom>
          <a:solidFill>
            <a:srgbClr val="3D63B3"/>
          </a:solidFill>
          <a:ln w="12700">
            <a:solidFill>
              <a:srgbClr val="3D63B3"/>
            </a:solidFill>
            <a:prstDash val="solid"/>
          </a:ln>
        </p:spPr>
      </p:sp>
      <p:sp>
        <p:nvSpPr>
          <p:cNvPr id="11" name="Text 9"/>
          <p:cNvSpPr/>
          <p:nvPr/>
        </p:nvSpPr>
        <p:spPr>
          <a:xfrm>
            <a:off x="2298192" y="2791968"/>
            <a:ext cx="1255776" cy="1121664"/>
          </a:xfrm>
          <a:prstGeom prst="rect">
            <a:avLst/>
          </a:prstGeom>
          <a:noFill/>
          <a:ln/>
        </p:spPr>
        <p:txBody>
          <a:bodyPr wrap="square" lIns="0" tIns="0" rIns="0" bIns="0" rtlCol="0" anchor="ctr"/>
          <a:lstStyle/>
          <a:p>
            <a:pPr algn="ctr"/>
            <a:r>
              <a:rPr lang="pl-PL" sz="1600" b="1">
                <a:solidFill>
                  <a:srgbClr val="FFFFFF"/>
                </a:solidFill>
                <a:latin typeface="Calibri"/>
                <a:ea typeface="Calibri"/>
                <a:cs typeface="Calibri"/>
              </a:rPr>
              <a:t>Wiadomość</a:t>
            </a:r>
            <a:endParaRPr lang="pl-PL" sz="1600">
              <a:latin typeface="Calibri"/>
              <a:ea typeface="Calibri"/>
              <a:cs typeface="Calibri"/>
            </a:endParaRPr>
          </a:p>
          <a:p>
            <a:pPr algn="ctr"/>
            <a:r>
              <a:rPr lang="pl-PL" sz="1600" b="1">
                <a:solidFill>
                  <a:srgbClr val="FFFFFF"/>
                </a:solidFill>
                <a:latin typeface="Calibri"/>
                <a:ea typeface="Calibri"/>
                <a:cs typeface="Calibri"/>
              </a:rPr>
              <a:t>terapeutyczna</a:t>
            </a:r>
            <a:endParaRPr lang="pl-PL" sz="1600">
              <a:latin typeface="Calibri"/>
              <a:ea typeface="Calibri"/>
              <a:cs typeface="Calibri"/>
            </a:endParaRPr>
          </a:p>
        </p:txBody>
      </p:sp>
      <p:sp>
        <p:nvSpPr>
          <p:cNvPr id="12" name="Shape 10"/>
          <p:cNvSpPr/>
          <p:nvPr/>
        </p:nvSpPr>
        <p:spPr>
          <a:xfrm>
            <a:off x="3834384" y="2743200"/>
            <a:ext cx="1402080" cy="1219200"/>
          </a:xfrm>
          <a:prstGeom prst="roundRect">
            <a:avLst>
              <a:gd name="adj" fmla="val 8000"/>
            </a:avLst>
          </a:prstGeom>
          <a:solidFill>
            <a:srgbClr val="1E9E78"/>
          </a:solidFill>
          <a:ln w="12700">
            <a:solidFill>
              <a:srgbClr val="1E9E78"/>
            </a:solidFill>
            <a:prstDash val="solid"/>
          </a:ln>
        </p:spPr>
      </p:sp>
      <p:sp>
        <p:nvSpPr>
          <p:cNvPr id="13" name="Text 11"/>
          <p:cNvSpPr/>
          <p:nvPr/>
        </p:nvSpPr>
        <p:spPr>
          <a:xfrm>
            <a:off x="3907536" y="2791968"/>
            <a:ext cx="1255776" cy="1121664"/>
          </a:xfrm>
          <a:prstGeom prst="rect">
            <a:avLst/>
          </a:prstGeom>
          <a:noFill/>
          <a:ln/>
        </p:spPr>
        <p:txBody>
          <a:bodyPr wrap="square" lIns="0" tIns="0" rIns="0" bIns="0" rtlCol="0" anchor="ctr"/>
          <a:lstStyle/>
          <a:p>
            <a:pPr algn="ctr"/>
            <a:r>
              <a:rPr lang="pl-PL" sz="1600" b="1">
                <a:solidFill>
                  <a:srgbClr val="FFFFFF"/>
                </a:solidFill>
                <a:latin typeface="Calibri"/>
                <a:ea typeface="Calibri"/>
                <a:cs typeface="Calibri"/>
              </a:rPr>
              <a:t>Komentarz do</a:t>
            </a:r>
            <a:endParaRPr lang="pl-PL" sz="1600">
              <a:latin typeface="Calibri"/>
              <a:ea typeface="Calibri"/>
              <a:cs typeface="Calibri"/>
            </a:endParaRPr>
          </a:p>
          <a:p>
            <a:pPr algn="ctr"/>
            <a:r>
              <a:rPr lang="pl-PL" sz="1600" b="1">
                <a:solidFill>
                  <a:srgbClr val="FFFFFF"/>
                </a:solidFill>
                <a:latin typeface="Calibri"/>
                <a:ea typeface="Calibri"/>
                <a:cs typeface="Calibri"/>
              </a:rPr>
              <a:t>dzienniczka</a:t>
            </a:r>
            <a:endParaRPr lang="pl-PL" sz="1600">
              <a:latin typeface="Calibri"/>
              <a:ea typeface="Calibri"/>
              <a:cs typeface="Calibri"/>
            </a:endParaRPr>
          </a:p>
        </p:txBody>
      </p:sp>
      <p:sp>
        <p:nvSpPr>
          <p:cNvPr id="14" name="Shape 12"/>
          <p:cNvSpPr/>
          <p:nvPr/>
        </p:nvSpPr>
        <p:spPr>
          <a:xfrm>
            <a:off x="5443728" y="2743200"/>
            <a:ext cx="1402080" cy="1219200"/>
          </a:xfrm>
          <a:prstGeom prst="roundRect">
            <a:avLst>
              <a:gd name="adj" fmla="val 8000"/>
            </a:avLst>
          </a:prstGeom>
          <a:solidFill>
            <a:srgbClr val="3D63B3"/>
          </a:solidFill>
          <a:ln w="12700">
            <a:solidFill>
              <a:srgbClr val="3D63B3"/>
            </a:solidFill>
            <a:prstDash val="solid"/>
          </a:ln>
        </p:spPr>
      </p:sp>
      <p:sp>
        <p:nvSpPr>
          <p:cNvPr id="15" name="Text 13"/>
          <p:cNvSpPr/>
          <p:nvPr/>
        </p:nvSpPr>
        <p:spPr>
          <a:xfrm>
            <a:off x="5443728" y="2791968"/>
            <a:ext cx="1402080" cy="1121664"/>
          </a:xfrm>
          <a:prstGeom prst="rect">
            <a:avLst/>
          </a:prstGeom>
          <a:noFill/>
          <a:ln/>
        </p:spPr>
        <p:txBody>
          <a:bodyPr wrap="square" lIns="0" tIns="0" rIns="0" bIns="0" rtlCol="0" anchor="ctr"/>
          <a:lstStyle/>
          <a:p>
            <a:pPr algn="ctr"/>
            <a:r>
              <a:rPr lang="pl-PL" sz="1600" b="1">
                <a:solidFill>
                  <a:srgbClr val="FFFFFF"/>
                </a:solidFill>
                <a:latin typeface="Calibri"/>
                <a:ea typeface="Calibri"/>
                <a:cs typeface="Calibri"/>
              </a:rPr>
              <a:t>Moduł</a:t>
            </a:r>
            <a:endParaRPr lang="pl-PL" sz="1600">
              <a:latin typeface="Calibri"/>
              <a:ea typeface="Calibri"/>
              <a:cs typeface="Calibri"/>
            </a:endParaRPr>
          </a:p>
          <a:p>
            <a:pPr algn="ctr"/>
            <a:r>
              <a:rPr lang="pl-PL" sz="1400" b="1">
                <a:solidFill>
                  <a:srgbClr val="FFFFFF"/>
                </a:solidFill>
                <a:latin typeface="Calibri"/>
                <a:ea typeface="Calibri"/>
                <a:cs typeface="Calibri"/>
              </a:rPr>
              <a:t>psychoedukacyjny</a:t>
            </a:r>
            <a:endParaRPr lang="pl-PL" sz="1400">
              <a:latin typeface="Calibri"/>
              <a:ea typeface="Calibri"/>
              <a:cs typeface="Calibri"/>
            </a:endParaRPr>
          </a:p>
        </p:txBody>
      </p:sp>
      <p:sp>
        <p:nvSpPr>
          <p:cNvPr id="16" name="Shape 14"/>
          <p:cNvSpPr/>
          <p:nvPr/>
        </p:nvSpPr>
        <p:spPr>
          <a:xfrm>
            <a:off x="7053072" y="2743200"/>
            <a:ext cx="1402080" cy="1219200"/>
          </a:xfrm>
          <a:prstGeom prst="roundRect">
            <a:avLst>
              <a:gd name="adj" fmla="val 8000"/>
            </a:avLst>
          </a:prstGeom>
          <a:solidFill>
            <a:srgbClr val="1E9E78"/>
          </a:solidFill>
          <a:ln w="12700">
            <a:solidFill>
              <a:srgbClr val="1E9E78"/>
            </a:solidFill>
            <a:prstDash val="solid"/>
          </a:ln>
        </p:spPr>
      </p:sp>
      <p:sp>
        <p:nvSpPr>
          <p:cNvPr id="17" name="Text 15"/>
          <p:cNvSpPr/>
          <p:nvPr/>
        </p:nvSpPr>
        <p:spPr>
          <a:xfrm>
            <a:off x="7126224" y="2791968"/>
            <a:ext cx="1255776" cy="1121664"/>
          </a:xfrm>
          <a:prstGeom prst="rect">
            <a:avLst/>
          </a:prstGeom>
          <a:noFill/>
          <a:ln/>
        </p:spPr>
        <p:txBody>
          <a:bodyPr wrap="square" lIns="0" tIns="0" rIns="0" bIns="0" rtlCol="0" anchor="ctr"/>
          <a:lstStyle/>
          <a:p>
            <a:pPr algn="ctr"/>
            <a:r>
              <a:rPr lang="pl-PL" sz="1600" b="1">
                <a:solidFill>
                  <a:srgbClr val="FFFFFF"/>
                </a:solidFill>
                <a:latin typeface="Calibri"/>
                <a:ea typeface="Calibri"/>
                <a:cs typeface="Calibri"/>
              </a:rPr>
              <a:t>Zadanie</a:t>
            </a:r>
            <a:endParaRPr lang="pl-PL" sz="1600">
              <a:latin typeface="Calibri"/>
              <a:ea typeface="Calibri"/>
              <a:cs typeface="Calibri"/>
            </a:endParaRPr>
          </a:p>
          <a:p>
            <a:pPr algn="ctr"/>
            <a:r>
              <a:rPr lang="pl-PL" sz="1600" b="1">
                <a:solidFill>
                  <a:srgbClr val="FFFFFF"/>
                </a:solidFill>
                <a:latin typeface="Calibri"/>
                <a:ea typeface="Calibri"/>
                <a:cs typeface="Calibri"/>
              </a:rPr>
              <a:t>domowe</a:t>
            </a:r>
            <a:endParaRPr lang="pl-PL" sz="1600">
              <a:latin typeface="Calibri"/>
              <a:ea typeface="Calibri"/>
              <a:cs typeface="Calibri"/>
            </a:endParaRPr>
          </a:p>
        </p:txBody>
      </p:sp>
      <p:sp>
        <p:nvSpPr>
          <p:cNvPr id="18" name="Shape 16"/>
          <p:cNvSpPr/>
          <p:nvPr/>
        </p:nvSpPr>
        <p:spPr>
          <a:xfrm>
            <a:off x="8662416" y="2743200"/>
            <a:ext cx="1402080" cy="1219200"/>
          </a:xfrm>
          <a:prstGeom prst="roundRect">
            <a:avLst>
              <a:gd name="adj" fmla="val 8000"/>
            </a:avLst>
          </a:prstGeom>
          <a:solidFill>
            <a:srgbClr val="3D63B3"/>
          </a:solidFill>
          <a:ln w="12700">
            <a:solidFill>
              <a:srgbClr val="3D63B3"/>
            </a:solidFill>
            <a:prstDash val="solid"/>
          </a:ln>
        </p:spPr>
      </p:sp>
      <p:sp>
        <p:nvSpPr>
          <p:cNvPr id="19" name="Text 17"/>
          <p:cNvSpPr/>
          <p:nvPr/>
        </p:nvSpPr>
        <p:spPr>
          <a:xfrm>
            <a:off x="8735568" y="2791968"/>
            <a:ext cx="1255776" cy="1121664"/>
          </a:xfrm>
          <a:prstGeom prst="rect">
            <a:avLst/>
          </a:prstGeom>
          <a:noFill/>
          <a:ln/>
        </p:spPr>
        <p:txBody>
          <a:bodyPr wrap="square" lIns="0" tIns="0" rIns="0" bIns="0" rtlCol="0" anchor="ctr"/>
          <a:lstStyle/>
          <a:p>
            <a:pPr algn="ctr"/>
            <a:r>
              <a:rPr lang="en-US" sz="2000" b="1">
                <a:solidFill>
                  <a:srgbClr val="FFFFFF"/>
                </a:solidFill>
                <a:latin typeface="Calibri"/>
                <a:ea typeface="Calibri"/>
                <a:cs typeface="Calibri"/>
              </a:rPr>
              <a:t>Feedback</a:t>
            </a:r>
            <a:endParaRPr lang="en-US" sz="2000">
              <a:latin typeface="Calibri"/>
              <a:ea typeface="Calibri"/>
              <a:cs typeface="Calibri"/>
            </a:endParaRPr>
          </a:p>
        </p:txBody>
      </p:sp>
      <p:sp>
        <p:nvSpPr>
          <p:cNvPr id="20" name="Text 18"/>
          <p:cNvSpPr/>
          <p:nvPr/>
        </p:nvSpPr>
        <p:spPr>
          <a:xfrm>
            <a:off x="2816351" y="4389120"/>
            <a:ext cx="6883829" cy="365760"/>
          </a:xfrm>
          <a:prstGeom prst="rect">
            <a:avLst/>
          </a:prstGeom>
          <a:noFill/>
          <a:ln/>
        </p:spPr>
        <p:txBody>
          <a:bodyPr wrap="square" lIns="0" tIns="0" rIns="0" bIns="0" rtlCol="0" anchor="ctr"/>
          <a:lstStyle/>
          <a:p>
            <a:pPr algn="ctr"/>
            <a:r>
              <a:rPr lang="pl-PL" sz="2400" i="1" dirty="0" smtClean="0">
                <a:solidFill>
                  <a:srgbClr val="8B95A6"/>
                </a:solidFill>
                <a:latin typeface="Calibri" pitchFamily="34" charset="0"/>
                <a:ea typeface="Calibri" pitchFamily="34" charset="-122"/>
                <a:cs typeface="Calibri" pitchFamily="34" charset="-120"/>
              </a:rPr>
              <a:t>przestrzeń między sesjami</a:t>
            </a:r>
            <a:endParaRPr lang="pl-PL" sz="2400" dirty="0"/>
          </a:p>
        </p:txBody>
      </p:sp>
      <p:sp>
        <p:nvSpPr>
          <p:cNvPr id="21" name="Shape 19"/>
          <p:cNvSpPr/>
          <p:nvPr/>
        </p:nvSpPr>
        <p:spPr>
          <a:xfrm>
            <a:off x="609600" y="5486400"/>
            <a:ext cx="10972800" cy="731520"/>
          </a:xfrm>
          <a:prstGeom prst="roundRect">
            <a:avLst>
              <a:gd name="adj" fmla="val 10000"/>
            </a:avLst>
          </a:prstGeom>
          <a:solidFill>
            <a:srgbClr val="EAF0FB"/>
          </a:solidFill>
          <a:ln w="12700">
            <a:solidFill>
              <a:srgbClr val="EAF0FB"/>
            </a:solidFill>
            <a:prstDash val="solid"/>
          </a:ln>
        </p:spPr>
        <p:txBody>
          <a:bodyPr anchor="ctr"/>
          <a:lstStyle/>
          <a:p>
            <a:pPr algn="ctr"/>
            <a:r>
              <a:rPr lang="pl-PL" sz="2000" dirty="0">
                <a:solidFill>
                  <a:srgbClr val="1B2A56"/>
                </a:solidFill>
                <a:latin typeface="Calibri" pitchFamily="34" charset="0"/>
                <a:ea typeface="Calibri" pitchFamily="34" charset="-122"/>
                <a:cs typeface="Calibri" pitchFamily="34" charset="-120"/>
              </a:rPr>
              <a:t>Funkcja to podtrzymanie kontinuum procesu, ale bez rozmywania granic dostępności terapeuty</a:t>
            </a:r>
            <a:endParaRPr lang="pl-PL" sz="2000" dirty="0"/>
          </a:p>
        </p:txBody>
      </p:sp>
      <p:sp>
        <p:nvSpPr>
          <p:cNvPr id="23" name="Text 21"/>
          <p:cNvSpPr/>
          <p:nvPr/>
        </p:nvSpPr>
        <p:spPr>
          <a:xfrm>
            <a:off x="9265920" y="6583680"/>
            <a:ext cx="2316480" cy="243840"/>
          </a:xfrm>
          <a:prstGeom prst="rect">
            <a:avLst/>
          </a:prstGeom>
          <a:noFill/>
          <a:ln/>
        </p:spPr>
        <p:txBody>
          <a:bodyPr wrap="square" lIns="0" tIns="0" rIns="0" bIns="0" rtlCol="0" anchor="ctr"/>
          <a:lstStyle/>
          <a:p>
            <a:pPr algn="r"/>
            <a:r>
              <a:rPr lang="en-US" sz="1067">
                <a:solidFill>
                  <a:srgbClr val="8B95A6"/>
                </a:solidFill>
                <a:latin typeface="Calibri" pitchFamily="34" charset="0"/>
                <a:ea typeface="Calibri" pitchFamily="34" charset="-122"/>
                <a:cs typeface="Calibri" pitchFamily="34" charset="-120"/>
              </a:rPr>
              <a:t>29  ·  Sekcja III</a:t>
            </a:r>
            <a:endParaRPr lang="en-US" sz="1067"/>
          </a:p>
        </p:txBody>
      </p:sp>
      <p:sp>
        <p:nvSpPr>
          <p:cNvPr id="24" name="Shape 4"/>
          <p:cNvSpPr/>
          <p:nvPr/>
        </p:nvSpPr>
        <p:spPr>
          <a:xfrm>
            <a:off x="10363200" y="2926079"/>
            <a:ext cx="1212538" cy="853439"/>
          </a:xfrm>
          <a:prstGeom prst="ellipse">
            <a:avLst/>
          </a:prstGeom>
          <a:solidFill>
            <a:srgbClr val="1B2A56"/>
          </a:solidFill>
          <a:ln w="12700">
            <a:solidFill>
              <a:srgbClr val="1B2A56"/>
            </a:solidFill>
            <a:prstDash val="solid"/>
          </a:ln>
        </p:spPr>
        <p:txBody>
          <a:bodyPr anchor="ctr"/>
          <a:lstStyle/>
          <a:p>
            <a:pPr algn="ctr"/>
            <a:r>
              <a:rPr lang="en-US" b="1">
                <a:solidFill>
                  <a:srgbClr val="FFFFFF"/>
                </a:solidFill>
                <a:latin typeface="Cambria" pitchFamily="34" charset="0"/>
                <a:ea typeface="Cambria" pitchFamily="34" charset="-122"/>
                <a:cs typeface="Cambria" pitchFamily="34" charset="-120"/>
              </a:rPr>
              <a:t>SESJA </a:t>
            </a:r>
            <a:r>
              <a:rPr lang="pl-PL" b="1">
                <a:solidFill>
                  <a:srgbClr val="FFFFFF"/>
                </a:solidFill>
                <a:latin typeface="Cambria" pitchFamily="34" charset="0"/>
                <a:ea typeface="Cambria" pitchFamily="34" charset="-122"/>
                <a:cs typeface="Cambria" pitchFamily="34" charset="-120"/>
              </a:rPr>
              <a:t>2</a:t>
            </a:r>
            <a:endParaRPr lang="en-US"/>
          </a:p>
        </p:txBody>
      </p:sp>
    </p:spTree>
    <p:extLst>
      <p:ext uri="{BB962C8B-B14F-4D97-AF65-F5344CB8AC3E}">
        <p14:creationId xmlns:p14="http://schemas.microsoft.com/office/powerpoint/2010/main" val="3786528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800" b="1">
                <a:solidFill>
                  <a:srgbClr val="FFFFFF"/>
                </a:solidFill>
                <a:latin typeface="Cambria"/>
                <a:ea typeface="Cambria"/>
                <a:cs typeface="Cambria" pitchFamily="34" charset="-120"/>
              </a:rPr>
              <a:t>MIKROINTERWENCJA TEKSTOWA</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pl-PL" sz="1600" i="1">
                <a:solidFill>
                  <a:srgbClr val="B7C6E6"/>
                </a:solidFill>
                <a:latin typeface="Calibri"/>
                <a:ea typeface="Calibri"/>
                <a:cs typeface="Calibri"/>
              </a:rPr>
              <a:t>Projektowanie odpowiedzi terapeutycznej w kanale tekstowym</a:t>
            </a:r>
            <a:endParaRPr lang="pl-PL" sz="1600">
              <a:latin typeface="Calibri"/>
              <a:ea typeface="Calibri"/>
              <a:cs typeface="Calibri"/>
            </a:endParaRPr>
          </a:p>
        </p:txBody>
      </p:sp>
      <p:sp>
        <p:nvSpPr>
          <p:cNvPr id="5" name="Shape 3"/>
          <p:cNvSpPr/>
          <p:nvPr/>
        </p:nvSpPr>
        <p:spPr>
          <a:xfrm>
            <a:off x="609600" y="1548384"/>
            <a:ext cx="2255520" cy="414528"/>
          </a:xfrm>
          <a:prstGeom prst="roundRect">
            <a:avLst>
              <a:gd name="adj" fmla="val 50000"/>
            </a:avLst>
          </a:prstGeom>
          <a:solidFill>
            <a:srgbClr val="C97D32"/>
          </a:solidFill>
          <a:ln w="12700">
            <a:solidFill>
              <a:srgbClr val="C97D32"/>
            </a:solidFill>
            <a:prstDash val="solid"/>
          </a:ln>
        </p:spPr>
      </p:sp>
      <p:sp>
        <p:nvSpPr>
          <p:cNvPr id="6" name="Text 4"/>
          <p:cNvSpPr/>
          <p:nvPr/>
        </p:nvSpPr>
        <p:spPr>
          <a:xfrm>
            <a:off x="609600" y="1548384"/>
            <a:ext cx="2255520" cy="414528"/>
          </a:xfrm>
          <a:prstGeom prst="rect">
            <a:avLst/>
          </a:prstGeom>
          <a:noFill/>
          <a:ln/>
        </p:spPr>
        <p:txBody>
          <a:bodyPr wrap="square" lIns="0" tIns="0" rIns="0" bIns="0" rtlCol="0" anchor="ctr"/>
          <a:lstStyle/>
          <a:p>
            <a:pPr algn="ctr"/>
            <a:r>
              <a:rPr lang="en-US" sz="1600" b="1">
                <a:solidFill>
                  <a:srgbClr val="FFFFFF"/>
                </a:solidFill>
                <a:latin typeface="Calibri"/>
                <a:ea typeface="Calibri"/>
                <a:cs typeface="Calibri"/>
              </a:rPr>
              <a:t>ĆWICZENIE 1</a:t>
            </a:r>
            <a:endParaRPr lang="en-US" sz="1600">
              <a:latin typeface="Calibri"/>
              <a:ea typeface="Calibri"/>
              <a:cs typeface="Calibri"/>
            </a:endParaRPr>
          </a:p>
        </p:txBody>
      </p:sp>
      <p:sp>
        <p:nvSpPr>
          <p:cNvPr id="7" name="Shape 5"/>
          <p:cNvSpPr/>
          <p:nvPr/>
        </p:nvSpPr>
        <p:spPr>
          <a:xfrm>
            <a:off x="609600" y="2133600"/>
            <a:ext cx="6949440" cy="4206240"/>
          </a:xfrm>
          <a:prstGeom prst="roundRect">
            <a:avLst>
              <a:gd name="adj" fmla="val 2319"/>
            </a:avLst>
          </a:prstGeom>
          <a:solidFill>
            <a:srgbClr val="FFFFFF"/>
          </a:solidFill>
          <a:ln w="19050">
            <a:solidFill>
              <a:srgbClr val="C97D32"/>
            </a:solidFill>
            <a:prstDash val="dash"/>
          </a:ln>
        </p:spPr>
      </p:sp>
      <p:sp>
        <p:nvSpPr>
          <p:cNvPr id="8" name="Text 6"/>
          <p:cNvSpPr/>
          <p:nvPr/>
        </p:nvSpPr>
        <p:spPr>
          <a:xfrm>
            <a:off x="853440" y="2316480"/>
            <a:ext cx="6461760" cy="365760"/>
          </a:xfrm>
          <a:prstGeom prst="rect">
            <a:avLst/>
          </a:prstGeom>
          <a:noFill/>
          <a:ln/>
        </p:spPr>
        <p:txBody>
          <a:bodyPr wrap="square" lIns="0" tIns="0" rIns="0" bIns="0" rtlCol="0" anchor="ctr"/>
          <a:lstStyle/>
          <a:p>
            <a:r>
              <a:rPr lang="pl-PL" sz="2000" b="1">
                <a:solidFill>
                  <a:srgbClr val="1B2A56"/>
                </a:solidFill>
                <a:latin typeface="Calibri"/>
                <a:ea typeface="Calibri"/>
                <a:cs typeface="Calibri"/>
              </a:rPr>
              <a:t>Materiał</a:t>
            </a:r>
            <a:endParaRPr lang="pl-PL" sz="2000">
              <a:latin typeface="Calibri"/>
              <a:ea typeface="Calibri"/>
              <a:cs typeface="Calibri"/>
            </a:endParaRPr>
          </a:p>
        </p:txBody>
      </p:sp>
      <p:sp>
        <p:nvSpPr>
          <p:cNvPr id="9" name="Text 7"/>
          <p:cNvSpPr/>
          <p:nvPr/>
        </p:nvSpPr>
        <p:spPr>
          <a:xfrm>
            <a:off x="853440" y="2686885"/>
            <a:ext cx="6461760" cy="487680"/>
          </a:xfrm>
          <a:prstGeom prst="rect">
            <a:avLst/>
          </a:prstGeom>
          <a:noFill/>
          <a:ln/>
        </p:spPr>
        <p:txBody>
          <a:bodyPr wrap="square" lIns="0" tIns="0" rIns="0" bIns="0" rtlCol="0" anchor="ctr"/>
          <a:lstStyle/>
          <a:p>
            <a:r>
              <a:rPr lang="pl-PL">
                <a:latin typeface="Cambria Math"/>
                <a:ea typeface="Cambria Math"/>
                <a:cs typeface="Calibri"/>
              </a:rPr>
              <a:t>krótka wiadomość klienta przesłana między sesjami </a:t>
            </a:r>
          </a:p>
          <a:p>
            <a:r>
              <a:rPr lang="pl-PL">
                <a:latin typeface="Cambria Math"/>
                <a:ea typeface="Cambria Math"/>
                <a:cs typeface="Calibri"/>
              </a:rPr>
              <a:t>(np. o trudnym dniu i narastającym niepokoju).</a:t>
            </a:r>
          </a:p>
        </p:txBody>
      </p:sp>
      <p:sp>
        <p:nvSpPr>
          <p:cNvPr id="10" name="Text 8"/>
          <p:cNvSpPr/>
          <p:nvPr/>
        </p:nvSpPr>
        <p:spPr>
          <a:xfrm>
            <a:off x="853440" y="3391139"/>
            <a:ext cx="6461760" cy="365760"/>
          </a:xfrm>
          <a:prstGeom prst="rect">
            <a:avLst/>
          </a:prstGeom>
          <a:noFill/>
          <a:ln/>
        </p:spPr>
        <p:txBody>
          <a:bodyPr wrap="square" lIns="0" tIns="0" rIns="0" bIns="0" rtlCol="0" anchor="ctr"/>
          <a:lstStyle/>
          <a:p>
            <a:r>
              <a:rPr lang="pl-PL" sz="2000" b="1">
                <a:solidFill>
                  <a:srgbClr val="1B2A56"/>
                </a:solidFill>
                <a:latin typeface="Calibri"/>
                <a:ea typeface="Calibri"/>
                <a:cs typeface="Calibri"/>
              </a:rPr>
              <a:t>Zadanie: </a:t>
            </a:r>
            <a:r>
              <a:rPr lang="pl-PL" sz="2000">
                <a:solidFill>
                  <a:srgbClr val="1B2A56"/>
                </a:solidFill>
                <a:latin typeface="Calibri"/>
                <a:ea typeface="Calibri"/>
                <a:cs typeface="Calibri"/>
              </a:rPr>
              <a:t>zaprojektuj odpowiedź uwzględniającą</a:t>
            </a:r>
          </a:p>
        </p:txBody>
      </p:sp>
      <p:sp>
        <p:nvSpPr>
          <p:cNvPr id="11" name="Shape 9"/>
          <p:cNvSpPr/>
          <p:nvPr/>
        </p:nvSpPr>
        <p:spPr>
          <a:xfrm>
            <a:off x="914400" y="3904334"/>
            <a:ext cx="219456" cy="219456"/>
          </a:xfrm>
          <a:prstGeom prst="rect">
            <a:avLst/>
          </a:prstGeom>
          <a:solidFill>
            <a:srgbClr val="FFFFFF"/>
          </a:solidFill>
          <a:ln w="19050">
            <a:solidFill>
              <a:srgbClr val="C97D32"/>
            </a:solidFill>
            <a:prstDash val="solid"/>
          </a:ln>
        </p:spPr>
      </p:sp>
      <p:sp>
        <p:nvSpPr>
          <p:cNvPr id="12" name="Text 10"/>
          <p:cNvSpPr/>
          <p:nvPr/>
        </p:nvSpPr>
        <p:spPr>
          <a:xfrm>
            <a:off x="1255776" y="3737429"/>
            <a:ext cx="2696755" cy="706845"/>
          </a:xfrm>
          <a:prstGeom prst="rect">
            <a:avLst/>
          </a:prstGeom>
          <a:noFill/>
          <a:ln/>
        </p:spPr>
        <p:txBody>
          <a:bodyPr wrap="square" lIns="0" tIns="0" rIns="0" bIns="0" rtlCol="0" anchor="ctr"/>
          <a:lstStyle/>
          <a:p>
            <a:r>
              <a:rPr lang="en-US" err="1">
                <a:solidFill>
                  <a:srgbClr val="1B2A56"/>
                </a:solidFill>
                <a:latin typeface="Calibri"/>
                <a:ea typeface="Calibri"/>
                <a:cs typeface="Calibri"/>
              </a:rPr>
              <a:t>Walidację</a:t>
            </a:r>
            <a:r>
              <a:rPr lang="en-US">
                <a:solidFill>
                  <a:srgbClr val="1B2A56"/>
                </a:solidFill>
                <a:latin typeface="Calibri"/>
                <a:ea typeface="Calibri"/>
                <a:cs typeface="Calibri"/>
              </a:rPr>
              <a:t> </a:t>
            </a:r>
            <a:r>
              <a:rPr lang="en-US" err="1">
                <a:solidFill>
                  <a:srgbClr val="1B2A56"/>
                </a:solidFill>
                <a:latin typeface="Calibri"/>
                <a:ea typeface="Calibri"/>
                <a:cs typeface="Calibri"/>
              </a:rPr>
              <a:t>stanu</a:t>
            </a:r>
            <a:r>
              <a:rPr lang="en-US">
                <a:solidFill>
                  <a:srgbClr val="1B2A56"/>
                </a:solidFill>
                <a:latin typeface="Calibri"/>
                <a:ea typeface="Calibri"/>
                <a:cs typeface="Calibri"/>
              </a:rPr>
              <a:t> </a:t>
            </a:r>
            <a:r>
              <a:rPr lang="en-US" err="1">
                <a:solidFill>
                  <a:srgbClr val="1B2A56"/>
                </a:solidFill>
                <a:latin typeface="Calibri"/>
                <a:ea typeface="Calibri"/>
                <a:cs typeface="Calibri"/>
              </a:rPr>
              <a:t>emocjonalnego</a:t>
            </a:r>
            <a:endParaRPr lang="en-US" err="1">
              <a:latin typeface="Calibri"/>
              <a:ea typeface="Calibri"/>
              <a:cs typeface="Calibri"/>
            </a:endParaRPr>
          </a:p>
        </p:txBody>
      </p:sp>
      <p:sp>
        <p:nvSpPr>
          <p:cNvPr id="13" name="Shape 11"/>
          <p:cNvSpPr/>
          <p:nvPr/>
        </p:nvSpPr>
        <p:spPr>
          <a:xfrm>
            <a:off x="4267200" y="3904334"/>
            <a:ext cx="219456" cy="219456"/>
          </a:xfrm>
          <a:prstGeom prst="rect">
            <a:avLst/>
          </a:prstGeom>
          <a:solidFill>
            <a:srgbClr val="FFFFFF"/>
          </a:solidFill>
          <a:ln w="19050">
            <a:solidFill>
              <a:srgbClr val="C97D32"/>
            </a:solidFill>
            <a:prstDash val="solid"/>
          </a:ln>
        </p:spPr>
      </p:sp>
      <p:sp>
        <p:nvSpPr>
          <p:cNvPr id="14" name="Text 12"/>
          <p:cNvSpPr/>
          <p:nvPr/>
        </p:nvSpPr>
        <p:spPr>
          <a:xfrm>
            <a:off x="4608576" y="3788229"/>
            <a:ext cx="2987040" cy="670560"/>
          </a:xfrm>
          <a:prstGeom prst="rect">
            <a:avLst/>
          </a:prstGeom>
          <a:noFill/>
          <a:ln/>
        </p:spPr>
        <p:txBody>
          <a:bodyPr wrap="square" lIns="0" tIns="0" rIns="0" bIns="0" rtlCol="0" anchor="ctr"/>
          <a:lstStyle/>
          <a:p>
            <a:r>
              <a:rPr lang="en-US" err="1">
                <a:solidFill>
                  <a:srgbClr val="1B2A56"/>
                </a:solidFill>
                <a:latin typeface="Calibri"/>
                <a:ea typeface="Calibri"/>
                <a:cs typeface="Calibri"/>
              </a:rPr>
              <a:t>Klaryfikację</a:t>
            </a:r>
            <a:r>
              <a:rPr lang="en-US">
                <a:solidFill>
                  <a:srgbClr val="1B2A56"/>
                </a:solidFill>
                <a:latin typeface="Calibri"/>
                <a:ea typeface="Calibri"/>
                <a:cs typeface="Calibri"/>
              </a:rPr>
              <a:t> </a:t>
            </a:r>
            <a:r>
              <a:rPr lang="en-US" err="1">
                <a:solidFill>
                  <a:srgbClr val="1B2A56"/>
                </a:solidFill>
                <a:latin typeface="Calibri"/>
                <a:ea typeface="Calibri"/>
                <a:cs typeface="Calibri"/>
              </a:rPr>
              <a:t>niejasnych</a:t>
            </a:r>
            <a:r>
              <a:rPr lang="en-US">
                <a:solidFill>
                  <a:srgbClr val="1B2A56"/>
                </a:solidFill>
                <a:latin typeface="Calibri"/>
                <a:ea typeface="Calibri"/>
                <a:cs typeface="Calibri"/>
              </a:rPr>
              <a:t> </a:t>
            </a:r>
            <a:r>
              <a:rPr lang="en-US" err="1">
                <a:solidFill>
                  <a:srgbClr val="1B2A56"/>
                </a:solidFill>
                <a:latin typeface="Calibri"/>
                <a:ea typeface="Calibri"/>
                <a:cs typeface="Calibri"/>
              </a:rPr>
              <a:t>elementów</a:t>
            </a:r>
            <a:endParaRPr lang="en-US" err="1">
              <a:latin typeface="Calibri"/>
              <a:ea typeface="Calibri"/>
              <a:cs typeface="Calibri"/>
            </a:endParaRPr>
          </a:p>
        </p:txBody>
      </p:sp>
      <p:sp>
        <p:nvSpPr>
          <p:cNvPr id="15" name="Shape 13"/>
          <p:cNvSpPr/>
          <p:nvPr/>
        </p:nvSpPr>
        <p:spPr>
          <a:xfrm>
            <a:off x="914400" y="4660238"/>
            <a:ext cx="219456" cy="219456"/>
          </a:xfrm>
          <a:prstGeom prst="rect">
            <a:avLst/>
          </a:prstGeom>
          <a:solidFill>
            <a:srgbClr val="FFFFFF"/>
          </a:solidFill>
          <a:ln w="19050">
            <a:solidFill>
              <a:srgbClr val="C97D32"/>
            </a:solidFill>
            <a:prstDash val="solid"/>
          </a:ln>
        </p:spPr>
      </p:sp>
      <p:sp>
        <p:nvSpPr>
          <p:cNvPr id="16" name="Text 14"/>
          <p:cNvSpPr/>
          <p:nvPr/>
        </p:nvSpPr>
        <p:spPr>
          <a:xfrm>
            <a:off x="1255776" y="4471561"/>
            <a:ext cx="2987040" cy="670560"/>
          </a:xfrm>
          <a:prstGeom prst="rect">
            <a:avLst/>
          </a:prstGeom>
          <a:noFill/>
          <a:ln/>
        </p:spPr>
        <p:txBody>
          <a:bodyPr wrap="square" lIns="0" tIns="0" rIns="0" bIns="0" rtlCol="0" anchor="ctr"/>
          <a:lstStyle/>
          <a:p>
            <a:r>
              <a:rPr lang="en-US" err="1">
                <a:solidFill>
                  <a:srgbClr val="1B2A56"/>
                </a:solidFill>
                <a:latin typeface="Calibri"/>
                <a:ea typeface="Calibri"/>
                <a:cs typeface="Calibri"/>
              </a:rPr>
              <a:t>Pytanie</a:t>
            </a:r>
            <a:r>
              <a:rPr lang="en-US">
                <a:solidFill>
                  <a:srgbClr val="1B2A56"/>
                </a:solidFill>
                <a:latin typeface="Calibri"/>
                <a:ea typeface="Calibri"/>
                <a:cs typeface="Calibri"/>
              </a:rPr>
              <a:t> </a:t>
            </a:r>
            <a:r>
              <a:rPr lang="en-US" err="1">
                <a:solidFill>
                  <a:srgbClr val="1B2A56"/>
                </a:solidFill>
                <a:latin typeface="Calibri"/>
                <a:ea typeface="Calibri"/>
                <a:cs typeface="Calibri"/>
              </a:rPr>
              <a:t>otwarte</a:t>
            </a:r>
            <a:r>
              <a:rPr lang="en-US">
                <a:solidFill>
                  <a:srgbClr val="1B2A56"/>
                </a:solidFill>
                <a:latin typeface="Calibri"/>
                <a:ea typeface="Calibri"/>
                <a:cs typeface="Calibri"/>
              </a:rPr>
              <a:t> </a:t>
            </a:r>
            <a:r>
              <a:rPr lang="pl-PL">
                <a:latin typeface="Calibri" pitchFamily="34" charset="0"/>
                <a:ea typeface="Calibri" pitchFamily="34" charset="-122"/>
                <a:cs typeface="Calibri" pitchFamily="34" charset="-120"/>
              </a:rPr>
              <a:t/>
            </a:r>
            <a:br>
              <a:rPr lang="pl-PL">
                <a:latin typeface="Calibri" pitchFamily="34" charset="0"/>
                <a:ea typeface="Calibri" pitchFamily="34" charset="-122"/>
                <a:cs typeface="Calibri" pitchFamily="34" charset="-120"/>
              </a:rPr>
            </a:br>
            <a:r>
              <a:rPr lang="en-US" err="1">
                <a:solidFill>
                  <a:srgbClr val="1B2A56"/>
                </a:solidFill>
                <a:latin typeface="Calibri"/>
                <a:ea typeface="Calibri"/>
                <a:cs typeface="Calibri"/>
              </a:rPr>
              <a:t>rozwijające</a:t>
            </a:r>
            <a:r>
              <a:rPr lang="en-US">
                <a:solidFill>
                  <a:srgbClr val="1B2A56"/>
                </a:solidFill>
                <a:latin typeface="Calibri"/>
                <a:ea typeface="Calibri"/>
                <a:cs typeface="Calibri"/>
              </a:rPr>
              <a:t> </a:t>
            </a:r>
            <a:r>
              <a:rPr lang="en-US" err="1">
                <a:solidFill>
                  <a:srgbClr val="1B2A56"/>
                </a:solidFill>
                <a:latin typeface="Calibri"/>
                <a:ea typeface="Calibri"/>
                <a:cs typeface="Calibri"/>
              </a:rPr>
              <a:t>refleksję</a:t>
            </a:r>
            <a:endParaRPr lang="en-US" err="1">
              <a:latin typeface="Calibri"/>
              <a:ea typeface="Calibri"/>
              <a:cs typeface="Calibri"/>
            </a:endParaRPr>
          </a:p>
        </p:txBody>
      </p:sp>
      <p:sp>
        <p:nvSpPr>
          <p:cNvPr id="17" name="Shape 15"/>
          <p:cNvSpPr/>
          <p:nvPr/>
        </p:nvSpPr>
        <p:spPr>
          <a:xfrm>
            <a:off x="4267200" y="4660238"/>
            <a:ext cx="219456" cy="219456"/>
          </a:xfrm>
          <a:prstGeom prst="rect">
            <a:avLst/>
          </a:prstGeom>
          <a:solidFill>
            <a:srgbClr val="FFFFFF"/>
          </a:solidFill>
          <a:ln w="19050">
            <a:solidFill>
              <a:srgbClr val="C97D32"/>
            </a:solidFill>
            <a:prstDash val="solid"/>
          </a:ln>
        </p:spPr>
      </p:sp>
      <p:sp>
        <p:nvSpPr>
          <p:cNvPr id="19" name="Shape 17"/>
          <p:cNvSpPr/>
          <p:nvPr/>
        </p:nvSpPr>
        <p:spPr>
          <a:xfrm>
            <a:off x="914400" y="5416142"/>
            <a:ext cx="219456" cy="219456"/>
          </a:xfrm>
          <a:prstGeom prst="rect">
            <a:avLst/>
          </a:prstGeom>
          <a:solidFill>
            <a:srgbClr val="FFFFFF"/>
          </a:solidFill>
          <a:ln w="19050">
            <a:solidFill>
              <a:srgbClr val="C97D32"/>
            </a:solidFill>
            <a:prstDash val="solid"/>
          </a:ln>
        </p:spPr>
      </p:sp>
      <p:sp>
        <p:nvSpPr>
          <p:cNvPr id="18" name="Text 16"/>
          <p:cNvSpPr/>
          <p:nvPr/>
        </p:nvSpPr>
        <p:spPr>
          <a:xfrm>
            <a:off x="4608576" y="4457047"/>
            <a:ext cx="2987040" cy="670560"/>
          </a:xfrm>
          <a:prstGeom prst="rect">
            <a:avLst/>
          </a:prstGeom>
          <a:noFill/>
          <a:ln/>
        </p:spPr>
        <p:txBody>
          <a:bodyPr wrap="square" lIns="0" tIns="0" rIns="0" bIns="0" rtlCol="0" anchor="ctr"/>
          <a:lstStyle/>
          <a:p>
            <a:r>
              <a:rPr lang="en-US" err="1">
                <a:solidFill>
                  <a:srgbClr val="1B2A56"/>
                </a:solidFill>
                <a:latin typeface="Calibri"/>
                <a:ea typeface="Calibri"/>
                <a:cs typeface="Calibri"/>
              </a:rPr>
              <a:t>Ostrożnie</a:t>
            </a:r>
            <a:r>
              <a:rPr lang="en-US">
                <a:solidFill>
                  <a:srgbClr val="1B2A56"/>
                </a:solidFill>
                <a:latin typeface="Calibri"/>
                <a:ea typeface="Calibri"/>
                <a:cs typeface="Calibri"/>
              </a:rPr>
              <a:t> </a:t>
            </a:r>
            <a:r>
              <a:rPr lang="en-US" err="1">
                <a:solidFill>
                  <a:srgbClr val="1B2A56"/>
                </a:solidFill>
                <a:latin typeface="Calibri"/>
                <a:ea typeface="Calibri"/>
                <a:cs typeface="Calibri"/>
              </a:rPr>
              <a:t>sformułowaną</a:t>
            </a:r>
            <a:r>
              <a:rPr lang="en-US">
                <a:solidFill>
                  <a:srgbClr val="1B2A56"/>
                </a:solidFill>
                <a:latin typeface="Calibri"/>
                <a:ea typeface="Calibri"/>
                <a:cs typeface="Calibri"/>
              </a:rPr>
              <a:t> </a:t>
            </a:r>
            <a:r>
              <a:rPr lang="pl-PL">
                <a:latin typeface="Calibri" pitchFamily="34" charset="0"/>
                <a:ea typeface="Calibri" pitchFamily="34" charset="-122"/>
                <a:cs typeface="Calibri" pitchFamily="34" charset="-120"/>
              </a:rPr>
              <a:t/>
            </a:r>
            <a:br>
              <a:rPr lang="pl-PL">
                <a:latin typeface="Calibri" pitchFamily="34" charset="0"/>
                <a:ea typeface="Calibri" pitchFamily="34" charset="-122"/>
                <a:cs typeface="Calibri" pitchFamily="34" charset="-120"/>
              </a:rPr>
            </a:br>
            <a:r>
              <a:rPr lang="en-US" err="1">
                <a:solidFill>
                  <a:srgbClr val="1B2A56"/>
                </a:solidFill>
                <a:latin typeface="Calibri"/>
                <a:ea typeface="Calibri"/>
                <a:cs typeface="Calibri"/>
              </a:rPr>
              <a:t>hipotezę</a:t>
            </a:r>
            <a:r>
              <a:rPr lang="en-US">
                <a:solidFill>
                  <a:srgbClr val="1B2A56"/>
                </a:solidFill>
                <a:latin typeface="Calibri"/>
                <a:ea typeface="Calibri"/>
                <a:cs typeface="Calibri"/>
              </a:rPr>
              <a:t> </a:t>
            </a:r>
            <a:r>
              <a:rPr lang="en-US" err="1">
                <a:solidFill>
                  <a:srgbClr val="1B2A56"/>
                </a:solidFill>
                <a:latin typeface="Calibri"/>
                <a:ea typeface="Calibri"/>
                <a:cs typeface="Calibri"/>
              </a:rPr>
              <a:t>roboczą</a:t>
            </a:r>
            <a:endParaRPr lang="en-US" err="1">
              <a:latin typeface="Calibri"/>
              <a:ea typeface="Calibri"/>
              <a:cs typeface="Calibri"/>
            </a:endParaRPr>
          </a:p>
        </p:txBody>
      </p:sp>
      <p:sp>
        <p:nvSpPr>
          <p:cNvPr id="20" name="Text 18"/>
          <p:cNvSpPr/>
          <p:nvPr/>
        </p:nvSpPr>
        <p:spPr>
          <a:xfrm>
            <a:off x="1255776" y="5227465"/>
            <a:ext cx="2987040" cy="670560"/>
          </a:xfrm>
          <a:prstGeom prst="rect">
            <a:avLst/>
          </a:prstGeom>
          <a:noFill/>
          <a:ln/>
        </p:spPr>
        <p:txBody>
          <a:bodyPr wrap="square" lIns="0" tIns="0" rIns="0" bIns="0" rtlCol="0" anchor="ctr"/>
          <a:lstStyle/>
          <a:p>
            <a:r>
              <a:rPr lang="en-US" err="1">
                <a:solidFill>
                  <a:srgbClr val="1B2A56"/>
                </a:solidFill>
                <a:latin typeface="Calibri"/>
                <a:ea typeface="Calibri"/>
                <a:cs typeface="Calibri"/>
              </a:rPr>
              <a:t>Restrukturyzację</a:t>
            </a:r>
            <a:r>
              <a:rPr lang="en-US">
                <a:solidFill>
                  <a:srgbClr val="1B2A56"/>
                </a:solidFill>
                <a:latin typeface="Calibri"/>
                <a:ea typeface="Calibri"/>
                <a:cs typeface="Calibri"/>
              </a:rPr>
              <a:t> </a:t>
            </a:r>
            <a:r>
              <a:rPr lang="en-US" err="1">
                <a:solidFill>
                  <a:srgbClr val="1B2A56"/>
                </a:solidFill>
                <a:latin typeface="Calibri"/>
                <a:ea typeface="Calibri"/>
                <a:cs typeface="Calibri"/>
              </a:rPr>
              <a:t>poznawczą</a:t>
            </a:r>
            <a:r>
              <a:rPr lang="en-US">
                <a:solidFill>
                  <a:srgbClr val="1B2A56"/>
                </a:solidFill>
                <a:latin typeface="Calibri"/>
                <a:ea typeface="Calibri"/>
                <a:cs typeface="Calibri"/>
              </a:rPr>
              <a:t> </a:t>
            </a:r>
            <a:r>
              <a:rPr lang="pl-PL">
                <a:latin typeface="Calibri" pitchFamily="34" charset="0"/>
                <a:ea typeface="Calibri" pitchFamily="34" charset="-122"/>
                <a:cs typeface="Calibri" pitchFamily="34" charset="-120"/>
              </a:rPr>
              <a:t/>
            </a:r>
            <a:br>
              <a:rPr lang="pl-PL">
                <a:latin typeface="Calibri" pitchFamily="34" charset="0"/>
                <a:ea typeface="Calibri" pitchFamily="34" charset="-122"/>
                <a:cs typeface="Calibri" pitchFamily="34" charset="-120"/>
              </a:rPr>
            </a:br>
            <a:r>
              <a:rPr lang="en-US">
                <a:solidFill>
                  <a:srgbClr val="1B2A56"/>
                </a:solidFill>
                <a:latin typeface="Calibri"/>
                <a:ea typeface="Calibri"/>
                <a:cs typeface="Calibri"/>
              </a:rPr>
              <a:t>(</a:t>
            </a:r>
            <a:r>
              <a:rPr lang="en-US" err="1">
                <a:solidFill>
                  <a:srgbClr val="1B2A56"/>
                </a:solidFill>
                <a:latin typeface="Calibri"/>
                <a:ea typeface="Calibri"/>
                <a:cs typeface="Calibri"/>
              </a:rPr>
              <a:t>jeśli</a:t>
            </a:r>
            <a:r>
              <a:rPr lang="en-US">
                <a:solidFill>
                  <a:srgbClr val="1B2A56"/>
                </a:solidFill>
                <a:latin typeface="Calibri"/>
                <a:ea typeface="Calibri"/>
                <a:cs typeface="Calibri"/>
              </a:rPr>
              <a:t> </a:t>
            </a:r>
            <a:r>
              <a:rPr lang="en-US" err="1">
                <a:solidFill>
                  <a:srgbClr val="1B2A56"/>
                </a:solidFill>
                <a:latin typeface="Calibri"/>
                <a:ea typeface="Calibri"/>
                <a:cs typeface="Calibri"/>
              </a:rPr>
              <a:t>adekwatna</a:t>
            </a:r>
            <a:r>
              <a:rPr lang="en-US">
                <a:solidFill>
                  <a:srgbClr val="1B2A56"/>
                </a:solidFill>
                <a:latin typeface="Calibri"/>
                <a:ea typeface="Calibri"/>
                <a:cs typeface="Calibri"/>
              </a:rPr>
              <a:t>)</a:t>
            </a:r>
            <a:endParaRPr lang="en-US">
              <a:latin typeface="Calibri"/>
              <a:ea typeface="Calibri"/>
              <a:cs typeface="Calibri"/>
            </a:endParaRPr>
          </a:p>
        </p:txBody>
      </p:sp>
      <p:sp>
        <p:nvSpPr>
          <p:cNvPr id="21" name="Shape 19"/>
          <p:cNvSpPr/>
          <p:nvPr/>
        </p:nvSpPr>
        <p:spPr>
          <a:xfrm>
            <a:off x="4267200" y="5416142"/>
            <a:ext cx="219456" cy="219456"/>
          </a:xfrm>
          <a:prstGeom prst="rect">
            <a:avLst/>
          </a:prstGeom>
          <a:solidFill>
            <a:srgbClr val="FFFFFF"/>
          </a:solidFill>
          <a:ln w="19050">
            <a:solidFill>
              <a:srgbClr val="C97D32"/>
            </a:solidFill>
            <a:prstDash val="solid"/>
          </a:ln>
        </p:spPr>
      </p:sp>
      <p:sp>
        <p:nvSpPr>
          <p:cNvPr id="23" name="Shape 21"/>
          <p:cNvSpPr/>
          <p:nvPr/>
        </p:nvSpPr>
        <p:spPr>
          <a:xfrm>
            <a:off x="7802880" y="2133600"/>
            <a:ext cx="3779520" cy="4206240"/>
          </a:xfrm>
          <a:prstGeom prst="roundRect">
            <a:avLst>
              <a:gd name="adj" fmla="val 2258"/>
            </a:avLst>
          </a:prstGeom>
          <a:solidFill>
            <a:srgbClr val="F7E8D6"/>
          </a:solidFill>
          <a:ln w="12700">
            <a:solidFill>
              <a:srgbClr val="DCE2EC"/>
            </a:solidFill>
            <a:prstDash val="solid"/>
          </a:ln>
        </p:spPr>
      </p:sp>
      <p:sp>
        <p:nvSpPr>
          <p:cNvPr id="22" name="Text 20"/>
          <p:cNvSpPr/>
          <p:nvPr/>
        </p:nvSpPr>
        <p:spPr>
          <a:xfrm>
            <a:off x="4608576" y="5212951"/>
            <a:ext cx="2987040" cy="670560"/>
          </a:xfrm>
          <a:prstGeom prst="rect">
            <a:avLst/>
          </a:prstGeom>
          <a:noFill/>
          <a:ln/>
        </p:spPr>
        <p:txBody>
          <a:bodyPr wrap="square" lIns="0" tIns="0" rIns="0" bIns="0" rtlCol="0" anchor="ctr"/>
          <a:lstStyle/>
          <a:p>
            <a:r>
              <a:rPr lang="en-US" err="1">
                <a:solidFill>
                  <a:srgbClr val="1B2A56"/>
                </a:solidFill>
                <a:latin typeface="Calibri"/>
                <a:ea typeface="Calibri"/>
                <a:cs typeface="Calibri"/>
              </a:rPr>
              <a:t>Propozycję</a:t>
            </a:r>
            <a:r>
              <a:rPr lang="en-US">
                <a:solidFill>
                  <a:srgbClr val="1B2A56"/>
                </a:solidFill>
                <a:latin typeface="Calibri"/>
                <a:ea typeface="Calibri"/>
                <a:cs typeface="Calibri"/>
              </a:rPr>
              <a:t> </a:t>
            </a:r>
            <a:r>
              <a:rPr lang="en-US" err="1">
                <a:solidFill>
                  <a:srgbClr val="1B2A56"/>
                </a:solidFill>
                <a:latin typeface="Calibri"/>
                <a:ea typeface="Calibri"/>
                <a:cs typeface="Calibri"/>
              </a:rPr>
              <a:t>zadania</a:t>
            </a:r>
            <a:r>
              <a:rPr lang="en-US">
                <a:solidFill>
                  <a:srgbClr val="1B2A56"/>
                </a:solidFill>
                <a:latin typeface="Calibri"/>
                <a:ea typeface="Calibri"/>
                <a:cs typeface="Calibri"/>
              </a:rPr>
              <a:t> </a:t>
            </a:r>
            <a:r>
              <a:rPr lang="pl-PL">
                <a:latin typeface="Calibri" pitchFamily="34" charset="0"/>
                <a:ea typeface="Calibri" pitchFamily="34" charset="-122"/>
                <a:cs typeface="Calibri" pitchFamily="34" charset="-120"/>
              </a:rPr>
              <a:t/>
            </a:r>
            <a:br>
              <a:rPr lang="pl-PL">
                <a:latin typeface="Calibri" pitchFamily="34" charset="0"/>
                <a:ea typeface="Calibri" pitchFamily="34" charset="-122"/>
                <a:cs typeface="Calibri" pitchFamily="34" charset="-120"/>
              </a:rPr>
            </a:br>
            <a:r>
              <a:rPr lang="en-US" err="1">
                <a:solidFill>
                  <a:srgbClr val="1B2A56"/>
                </a:solidFill>
                <a:latin typeface="Calibri"/>
                <a:ea typeface="Calibri"/>
                <a:cs typeface="Calibri"/>
              </a:rPr>
              <a:t>lub</a:t>
            </a:r>
            <a:r>
              <a:rPr lang="en-US">
                <a:solidFill>
                  <a:srgbClr val="1B2A56"/>
                </a:solidFill>
                <a:latin typeface="Calibri"/>
                <a:ea typeface="Calibri"/>
                <a:cs typeface="Calibri"/>
              </a:rPr>
              <a:t> </a:t>
            </a:r>
            <a:r>
              <a:rPr lang="en-US" err="1">
                <a:solidFill>
                  <a:srgbClr val="1B2A56"/>
                </a:solidFill>
                <a:latin typeface="Calibri"/>
                <a:ea typeface="Calibri"/>
                <a:cs typeface="Calibri"/>
              </a:rPr>
              <a:t>kroku</a:t>
            </a:r>
            <a:r>
              <a:rPr lang="en-US">
                <a:solidFill>
                  <a:srgbClr val="1B2A56"/>
                </a:solidFill>
                <a:latin typeface="Calibri"/>
                <a:ea typeface="Calibri"/>
                <a:cs typeface="Calibri"/>
              </a:rPr>
              <a:t> do </a:t>
            </a:r>
            <a:r>
              <a:rPr lang="en-US" err="1">
                <a:solidFill>
                  <a:srgbClr val="1B2A56"/>
                </a:solidFill>
                <a:latin typeface="Calibri"/>
                <a:ea typeface="Calibri"/>
                <a:cs typeface="Calibri"/>
              </a:rPr>
              <a:t>sesji</a:t>
            </a:r>
            <a:endParaRPr lang="en-US" err="1">
              <a:latin typeface="Calibri"/>
              <a:ea typeface="Calibri"/>
              <a:cs typeface="Calibri"/>
            </a:endParaRPr>
          </a:p>
        </p:txBody>
      </p:sp>
      <p:sp>
        <p:nvSpPr>
          <p:cNvPr id="24" name="Text 22"/>
          <p:cNvSpPr/>
          <p:nvPr/>
        </p:nvSpPr>
        <p:spPr>
          <a:xfrm>
            <a:off x="8046720" y="2377440"/>
            <a:ext cx="3291840" cy="426720"/>
          </a:xfrm>
          <a:prstGeom prst="rect">
            <a:avLst/>
          </a:prstGeom>
          <a:noFill/>
          <a:ln/>
        </p:spPr>
        <p:txBody>
          <a:bodyPr wrap="square" lIns="0" tIns="0" rIns="0" bIns="0" rtlCol="0" anchor="ctr"/>
          <a:lstStyle/>
          <a:p>
            <a:r>
              <a:rPr lang="pl-PL" sz="2400" b="1">
                <a:solidFill>
                  <a:srgbClr val="1B2A56"/>
                </a:solidFill>
                <a:latin typeface="Cambria"/>
                <a:ea typeface="Cambria"/>
                <a:cs typeface="Cambria" pitchFamily="34" charset="-120"/>
              </a:rPr>
              <a:t>Format pracy</a:t>
            </a:r>
            <a:endParaRPr lang="pl-PL" sz="2400">
              <a:latin typeface="Cambria"/>
              <a:ea typeface="Cambria"/>
              <a:cs typeface="Calibri"/>
            </a:endParaRPr>
          </a:p>
        </p:txBody>
      </p:sp>
      <p:sp>
        <p:nvSpPr>
          <p:cNvPr id="25" name="Text 23"/>
          <p:cNvSpPr/>
          <p:nvPr/>
        </p:nvSpPr>
        <p:spPr>
          <a:xfrm>
            <a:off x="8046720" y="2865120"/>
            <a:ext cx="3291840" cy="731520"/>
          </a:xfrm>
          <a:prstGeom prst="rect">
            <a:avLst/>
          </a:prstGeom>
          <a:noFill/>
          <a:ln/>
        </p:spPr>
        <p:txBody>
          <a:bodyPr wrap="square" lIns="0" tIns="0" rIns="0" bIns="0" rtlCol="0" anchor="ctr"/>
          <a:lstStyle/>
          <a:p>
            <a:r>
              <a:rPr lang="pl-PL" sz="2000" i="1">
                <a:latin typeface="Calibri"/>
                <a:ea typeface="Calibri"/>
                <a:cs typeface="Calibri"/>
              </a:rPr>
              <a:t>Indywidualnie lub w parach, następnie dyskusja grupowa.</a:t>
            </a:r>
          </a:p>
        </p:txBody>
      </p:sp>
      <p:sp>
        <p:nvSpPr>
          <p:cNvPr id="26" name="Shape 24"/>
          <p:cNvSpPr/>
          <p:nvPr/>
        </p:nvSpPr>
        <p:spPr>
          <a:xfrm>
            <a:off x="8046720" y="3718559"/>
            <a:ext cx="3291840" cy="45719"/>
          </a:xfrm>
          <a:prstGeom prst="rect">
            <a:avLst/>
          </a:prstGeom>
          <a:solidFill>
            <a:schemeClr val="tx1">
              <a:lumMod val="85000"/>
              <a:lumOff val="15000"/>
            </a:schemeClr>
          </a:solidFill>
          <a:ln w="12700">
            <a:solidFill>
              <a:schemeClr val="tx1"/>
            </a:solidFill>
            <a:prstDash val="solid"/>
          </a:ln>
        </p:spPr>
      </p:sp>
      <p:sp>
        <p:nvSpPr>
          <p:cNvPr id="27" name="Text 25"/>
          <p:cNvSpPr/>
          <p:nvPr/>
        </p:nvSpPr>
        <p:spPr>
          <a:xfrm>
            <a:off x="8046720" y="4383024"/>
            <a:ext cx="3291840" cy="365760"/>
          </a:xfrm>
          <a:prstGeom prst="rect">
            <a:avLst/>
          </a:prstGeom>
          <a:noFill/>
          <a:ln/>
        </p:spPr>
        <p:txBody>
          <a:bodyPr wrap="square" lIns="0" tIns="0" rIns="0" bIns="0" rtlCol="0" anchor="ctr"/>
          <a:lstStyle/>
          <a:p>
            <a:r>
              <a:rPr lang="pl-PL" sz="2400" b="1">
                <a:solidFill>
                  <a:srgbClr val="C97D32"/>
                </a:solidFill>
                <a:latin typeface="Calibri"/>
                <a:ea typeface="Calibri"/>
                <a:cs typeface="Calibri"/>
              </a:rPr>
              <a:t>Pytanie kontrolne</a:t>
            </a:r>
            <a:endParaRPr lang="pl-PL" sz="2400">
              <a:latin typeface="Calibri"/>
              <a:ea typeface="Calibri"/>
              <a:cs typeface="Calibri"/>
            </a:endParaRPr>
          </a:p>
        </p:txBody>
      </p:sp>
      <p:sp>
        <p:nvSpPr>
          <p:cNvPr id="28" name="Text 26"/>
          <p:cNvSpPr/>
          <p:nvPr/>
        </p:nvSpPr>
        <p:spPr>
          <a:xfrm>
            <a:off x="8046720" y="4328160"/>
            <a:ext cx="3291840" cy="1828800"/>
          </a:xfrm>
          <a:prstGeom prst="rect">
            <a:avLst/>
          </a:prstGeom>
          <a:noFill/>
          <a:ln/>
        </p:spPr>
        <p:txBody>
          <a:bodyPr wrap="square" lIns="0" tIns="0" rIns="0" bIns="0" rtlCol="0" anchor="ctr"/>
          <a:lstStyle/>
          <a:p>
            <a:r>
              <a:rPr lang="pl-PL" sz="2000" i="1">
                <a:solidFill>
                  <a:srgbClr val="1B2A56"/>
                </a:solidFill>
                <a:latin typeface="Calibri"/>
                <a:ea typeface="Calibri"/>
                <a:cs typeface="Calibri"/>
              </a:rPr>
              <a:t>Czy każde słowo w tej krótkiej wiadomości pracuje na rzecz relacji i procesu?</a:t>
            </a:r>
            <a:endParaRPr lang="pl-PL" sz="2000">
              <a:latin typeface="Calibri"/>
              <a:ea typeface="Calibri"/>
              <a:cs typeface="Calibri"/>
            </a:endParaRPr>
          </a:p>
        </p:txBody>
      </p:sp>
      <p:sp>
        <p:nvSpPr>
          <p:cNvPr id="29" name="Text 27"/>
          <p:cNvSpPr/>
          <p:nvPr/>
        </p:nvSpPr>
        <p:spPr>
          <a:xfrm>
            <a:off x="9265920" y="6583680"/>
            <a:ext cx="2316480" cy="243840"/>
          </a:xfrm>
          <a:prstGeom prst="rect">
            <a:avLst/>
          </a:prstGeom>
          <a:noFill/>
          <a:ln/>
        </p:spPr>
        <p:txBody>
          <a:bodyPr wrap="square" lIns="0" tIns="0" rIns="0" bIns="0" rtlCol="0" anchor="ctr"/>
          <a:lstStyle/>
          <a:p>
            <a:pPr algn="r"/>
            <a:r>
              <a:rPr lang="en-US" sz="1067">
                <a:solidFill>
                  <a:srgbClr val="8B95A6"/>
                </a:solidFill>
                <a:latin typeface="Calibri" pitchFamily="34" charset="0"/>
                <a:ea typeface="Calibri" pitchFamily="34" charset="-122"/>
                <a:cs typeface="Calibri" pitchFamily="34" charset="-120"/>
              </a:rPr>
              <a:t>30  ·  Sekcja III</a:t>
            </a:r>
            <a:endParaRPr lang="en-US" sz="1067"/>
          </a:p>
        </p:txBody>
      </p:sp>
    </p:spTree>
    <p:extLst>
      <p:ext uri="{BB962C8B-B14F-4D97-AF65-F5344CB8AC3E}">
        <p14:creationId xmlns:p14="http://schemas.microsoft.com/office/powerpoint/2010/main" val="169146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400" b="1">
                <a:solidFill>
                  <a:srgbClr val="FFFFFF"/>
                </a:solidFill>
                <a:latin typeface="Cambria" pitchFamily="34" charset="0"/>
                <a:ea typeface="Cambria" pitchFamily="34" charset="-122"/>
                <a:cs typeface="Cambria" pitchFamily="34" charset="-120"/>
              </a:rPr>
              <a:t>E-CBT JAKO NAJLEPIEJ ZBADANY OBSZAR</a:t>
            </a:r>
            <a:endParaRPr lang="en-US" sz="2400"/>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600" i="1" err="1">
                <a:solidFill>
                  <a:srgbClr val="B7C6E6"/>
                </a:solidFill>
                <a:latin typeface="Calibri"/>
                <a:ea typeface="Calibri"/>
                <a:cs typeface="Calibri"/>
              </a:rPr>
              <a:t>Cyfrowa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terapia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poznawczo-behawioralna</a:t>
            </a:r>
            <a:endParaRPr lang="en-US" sz="1600" err="1">
              <a:latin typeface="Calibri"/>
              <a:ea typeface="Calibri"/>
              <a:cs typeface="Calibri"/>
            </a:endParaRPr>
          </a:p>
        </p:txBody>
      </p:sp>
      <p:sp>
        <p:nvSpPr>
          <p:cNvPr id="6" name="Text 4"/>
          <p:cNvSpPr/>
          <p:nvPr/>
        </p:nvSpPr>
        <p:spPr>
          <a:xfrm>
            <a:off x="609600" y="1548384"/>
            <a:ext cx="1889760" cy="390144"/>
          </a:xfrm>
          <a:prstGeom prst="rect">
            <a:avLst/>
          </a:prstGeom>
          <a:noFill/>
          <a:ln/>
        </p:spPr>
        <p:txBody>
          <a:bodyPr wrap="square" lIns="0" tIns="0" rIns="0" bIns="0" rtlCol="0" anchor="ctr"/>
          <a:lstStyle/>
          <a:p>
            <a:pPr algn="ctr"/>
            <a:r>
              <a:rPr lang="en-US" sz="1267" b="1">
                <a:solidFill>
                  <a:srgbClr val="FFFFFF"/>
                </a:solidFill>
                <a:latin typeface="Calibri" pitchFamily="34" charset="0"/>
                <a:ea typeface="Calibri" pitchFamily="34" charset="-122"/>
                <a:cs typeface="Calibri" pitchFamily="34" charset="-120"/>
              </a:rPr>
              <a:t>SEKCJA IV</a:t>
            </a:r>
            <a:endParaRPr lang="en-US" sz="1267"/>
          </a:p>
        </p:txBody>
      </p:sp>
      <p:sp>
        <p:nvSpPr>
          <p:cNvPr id="9" name="Shape 7"/>
          <p:cNvSpPr/>
          <p:nvPr/>
        </p:nvSpPr>
        <p:spPr>
          <a:xfrm flipH="1" flipV="1">
            <a:off x="3722330" y="2712719"/>
            <a:ext cx="595146" cy="420623"/>
          </a:xfrm>
          <a:prstGeom prst="line">
            <a:avLst/>
          </a:prstGeom>
          <a:noFill/>
          <a:ln w="15875">
            <a:solidFill>
              <a:srgbClr val="AFC6E8"/>
            </a:solidFill>
            <a:prstDash val="dash"/>
          </a:ln>
        </p:spPr>
      </p:sp>
      <p:sp>
        <p:nvSpPr>
          <p:cNvPr id="12" name="Shape 10"/>
          <p:cNvSpPr/>
          <p:nvPr/>
        </p:nvSpPr>
        <p:spPr>
          <a:xfrm>
            <a:off x="6108192" y="2566416"/>
            <a:ext cx="0" cy="518160"/>
          </a:xfrm>
          <a:prstGeom prst="line">
            <a:avLst/>
          </a:prstGeom>
          <a:noFill/>
          <a:ln w="15875">
            <a:solidFill>
              <a:srgbClr val="AFC6E8"/>
            </a:solidFill>
            <a:prstDash val="dash"/>
          </a:ln>
        </p:spPr>
      </p:sp>
      <p:sp>
        <p:nvSpPr>
          <p:cNvPr id="15" name="Shape 13"/>
          <p:cNvSpPr/>
          <p:nvPr/>
        </p:nvSpPr>
        <p:spPr>
          <a:xfrm flipH="1">
            <a:off x="7827264" y="2767584"/>
            <a:ext cx="1269602" cy="365760"/>
          </a:xfrm>
          <a:prstGeom prst="line">
            <a:avLst/>
          </a:prstGeom>
          <a:noFill/>
          <a:ln w="15875">
            <a:solidFill>
              <a:srgbClr val="AFC6E8"/>
            </a:solidFill>
            <a:prstDash val="dash"/>
          </a:ln>
        </p:spPr>
      </p:sp>
      <p:sp>
        <p:nvSpPr>
          <p:cNvPr id="18" name="Shape 16"/>
          <p:cNvSpPr/>
          <p:nvPr/>
        </p:nvSpPr>
        <p:spPr>
          <a:xfrm flipH="1">
            <a:off x="3035430" y="3877056"/>
            <a:ext cx="1353689" cy="596399"/>
          </a:xfrm>
          <a:prstGeom prst="line">
            <a:avLst/>
          </a:prstGeom>
          <a:noFill/>
          <a:ln w="15875">
            <a:solidFill>
              <a:srgbClr val="AFC6E8"/>
            </a:solidFill>
            <a:prstDash val="dash"/>
          </a:ln>
        </p:spPr>
      </p:sp>
      <p:sp>
        <p:nvSpPr>
          <p:cNvPr id="21" name="Shape 19"/>
          <p:cNvSpPr/>
          <p:nvPr/>
        </p:nvSpPr>
        <p:spPr>
          <a:xfrm>
            <a:off x="6108192" y="3992880"/>
            <a:ext cx="0" cy="518160"/>
          </a:xfrm>
          <a:prstGeom prst="line">
            <a:avLst/>
          </a:prstGeom>
          <a:noFill/>
          <a:ln w="15875">
            <a:solidFill>
              <a:srgbClr val="AFC6E8"/>
            </a:solidFill>
            <a:prstDash val="dash"/>
          </a:ln>
        </p:spPr>
      </p:sp>
      <p:sp>
        <p:nvSpPr>
          <p:cNvPr id="24" name="Shape 22"/>
          <p:cNvSpPr/>
          <p:nvPr/>
        </p:nvSpPr>
        <p:spPr>
          <a:xfrm>
            <a:off x="7827264" y="3877056"/>
            <a:ext cx="1590113" cy="323088"/>
          </a:xfrm>
          <a:prstGeom prst="line">
            <a:avLst/>
          </a:prstGeom>
          <a:noFill/>
          <a:ln w="15875">
            <a:solidFill>
              <a:srgbClr val="AFC6E8"/>
            </a:solidFill>
            <a:prstDash val="dash"/>
          </a:ln>
        </p:spPr>
      </p:sp>
      <p:sp>
        <p:nvSpPr>
          <p:cNvPr id="27" name="Shape 25"/>
          <p:cNvSpPr/>
          <p:nvPr/>
        </p:nvSpPr>
        <p:spPr>
          <a:xfrm>
            <a:off x="1415309" y="6010656"/>
            <a:ext cx="9361382" cy="609600"/>
          </a:xfrm>
          <a:prstGeom prst="roundRect">
            <a:avLst>
              <a:gd name="adj" fmla="val 50000"/>
            </a:avLst>
          </a:prstGeom>
          <a:solidFill>
            <a:srgbClr val="1E9E78"/>
          </a:solidFill>
          <a:ln w="12700">
            <a:solidFill>
              <a:srgbClr val="1E9E78"/>
            </a:solidFill>
            <a:prstDash val="solid"/>
          </a:ln>
        </p:spPr>
        <p:txBody>
          <a:bodyPr anchor="ctr"/>
          <a:lstStyle/>
          <a:p>
            <a:pPr algn="ctr"/>
            <a:r>
              <a:rPr lang="pl-PL" sz="2400" b="1">
                <a:solidFill>
                  <a:srgbClr val="FFFFFF"/>
                </a:solidFill>
                <a:latin typeface="Calibri" pitchFamily="34" charset="0"/>
                <a:ea typeface="Calibri" pitchFamily="34" charset="-122"/>
                <a:cs typeface="Calibri" pitchFamily="34" charset="-120"/>
              </a:rPr>
              <a:t>E-CBT</a:t>
            </a:r>
            <a:r>
              <a:rPr lang="pl-PL" sz="2400">
                <a:solidFill>
                  <a:srgbClr val="FFFFFF"/>
                </a:solidFill>
                <a:latin typeface="Calibri" pitchFamily="34" charset="0"/>
                <a:ea typeface="Calibri" pitchFamily="34" charset="-122"/>
                <a:cs typeface="Calibri" pitchFamily="34" charset="-120"/>
              </a:rPr>
              <a:t> to </a:t>
            </a:r>
            <a:r>
              <a:rPr lang="pl-PL" sz="2400" b="1">
                <a:solidFill>
                  <a:srgbClr val="FFFFFF"/>
                </a:solidFill>
                <a:latin typeface="Calibri" pitchFamily="34" charset="0"/>
                <a:ea typeface="Calibri" pitchFamily="34" charset="-122"/>
                <a:cs typeface="Calibri" pitchFamily="34" charset="-120"/>
              </a:rPr>
              <a:t>najlepiej zbadany obszar </a:t>
            </a:r>
            <a:r>
              <a:rPr lang="pl-PL" sz="2400">
                <a:solidFill>
                  <a:srgbClr val="FFFFFF"/>
                </a:solidFill>
                <a:latin typeface="Calibri" pitchFamily="34" charset="0"/>
                <a:ea typeface="Calibri" pitchFamily="34" charset="-122"/>
                <a:cs typeface="Calibri" pitchFamily="34" charset="-120"/>
              </a:rPr>
              <a:t>cyfrowej pomocy psychologicznej</a:t>
            </a:r>
          </a:p>
        </p:txBody>
      </p:sp>
      <p:sp>
        <p:nvSpPr>
          <p:cNvPr id="10" name="Shape 8"/>
          <p:cNvSpPr/>
          <p:nvPr/>
        </p:nvSpPr>
        <p:spPr>
          <a:xfrm>
            <a:off x="683316" y="1889510"/>
            <a:ext cx="2958131" cy="1036320"/>
          </a:xfrm>
          <a:prstGeom prst="roundRect">
            <a:avLst>
              <a:gd name="adj" fmla="val 8235"/>
            </a:avLst>
          </a:prstGeom>
          <a:solidFill>
            <a:srgbClr val="FFFFFF"/>
          </a:solidFill>
          <a:ln w="12700">
            <a:solidFill>
              <a:schemeClr val="bg2">
                <a:lumMod val="25000"/>
              </a:schemeClr>
            </a:solidFill>
            <a:prstDash val="solid"/>
          </a:ln>
          <a:effectLst>
            <a:outerShdw blurRad="76200" dist="25400" dir="5400000" algn="bl" rotWithShape="0">
              <a:srgbClr val="000000">
                <a:alpha val="10000"/>
              </a:srgbClr>
            </a:outerShdw>
          </a:effectLst>
        </p:spPr>
        <p:txBody>
          <a:bodyPr anchor="ctr"/>
          <a:lstStyle/>
          <a:p>
            <a:pPr algn="ctr"/>
            <a:r>
              <a:rPr lang="pl-PL" sz="2400" b="1" dirty="0">
                <a:solidFill>
                  <a:srgbClr val="1B2A56"/>
                </a:solidFill>
                <a:latin typeface="Calibri" pitchFamily="34" charset="0"/>
                <a:ea typeface="Calibri" pitchFamily="34" charset="-122"/>
                <a:cs typeface="Calibri" pitchFamily="34" charset="-120"/>
              </a:rPr>
              <a:t>Moduły psychoedukacyjne</a:t>
            </a:r>
          </a:p>
        </p:txBody>
      </p:sp>
      <p:sp>
        <p:nvSpPr>
          <p:cNvPr id="13" name="Shape 11"/>
          <p:cNvSpPr/>
          <p:nvPr/>
        </p:nvSpPr>
        <p:spPr>
          <a:xfrm>
            <a:off x="4389120" y="1578864"/>
            <a:ext cx="3413760" cy="926592"/>
          </a:xfrm>
          <a:prstGeom prst="roundRect">
            <a:avLst>
              <a:gd name="adj" fmla="val 8235"/>
            </a:avLst>
          </a:prstGeom>
          <a:solidFill>
            <a:srgbClr val="FFFFFF"/>
          </a:solidFill>
          <a:ln w="12700">
            <a:solidFill>
              <a:schemeClr val="bg2">
                <a:lumMod val="25000"/>
              </a:schemeClr>
            </a:solidFill>
            <a:prstDash val="solid"/>
          </a:ln>
          <a:effectLst>
            <a:outerShdw blurRad="76200" dist="25400" dir="5400000" algn="bl" rotWithShape="0">
              <a:srgbClr val="000000">
                <a:alpha val="10000"/>
              </a:srgbClr>
            </a:outerShdw>
          </a:effectLst>
        </p:spPr>
        <p:txBody>
          <a:bodyPr anchor="ctr"/>
          <a:lstStyle/>
          <a:p>
            <a:pPr algn="ctr"/>
            <a:r>
              <a:rPr lang="pl-PL" sz="2400" b="1">
                <a:solidFill>
                  <a:srgbClr val="1B2A56"/>
                </a:solidFill>
                <a:latin typeface="Calibri" pitchFamily="34" charset="0"/>
                <a:ea typeface="Calibri" pitchFamily="34" charset="-122"/>
                <a:cs typeface="Calibri" pitchFamily="34" charset="-120"/>
              </a:rPr>
              <a:t>Restrukturyzacja poznawcza</a:t>
            </a:r>
            <a:endParaRPr lang="pl-PL" sz="2400" b="1"/>
          </a:p>
        </p:txBody>
      </p:sp>
      <p:sp>
        <p:nvSpPr>
          <p:cNvPr id="16" name="Shape 14"/>
          <p:cNvSpPr/>
          <p:nvPr/>
        </p:nvSpPr>
        <p:spPr>
          <a:xfrm>
            <a:off x="9200561" y="2079237"/>
            <a:ext cx="1857080" cy="1036320"/>
          </a:xfrm>
          <a:prstGeom prst="roundRect">
            <a:avLst>
              <a:gd name="adj" fmla="val 8235"/>
            </a:avLst>
          </a:prstGeom>
          <a:solidFill>
            <a:srgbClr val="FFFFFF"/>
          </a:solidFill>
          <a:ln w="12700">
            <a:solidFill>
              <a:schemeClr val="bg2">
                <a:lumMod val="25000"/>
              </a:schemeClr>
            </a:solidFill>
            <a:prstDash val="solid"/>
          </a:ln>
          <a:effectLst>
            <a:outerShdw blurRad="76200" dist="25400" dir="5400000" algn="bl" rotWithShape="0">
              <a:srgbClr val="000000">
                <a:alpha val="10000"/>
              </a:srgbClr>
            </a:outerShdw>
          </a:effectLst>
        </p:spPr>
        <p:txBody>
          <a:bodyPr anchor="ctr"/>
          <a:lstStyle/>
          <a:p>
            <a:pPr algn="ctr"/>
            <a:r>
              <a:rPr lang="pl-PL" sz="2400" b="1">
                <a:solidFill>
                  <a:srgbClr val="1B2A56"/>
                </a:solidFill>
                <a:latin typeface="Calibri" pitchFamily="34" charset="0"/>
                <a:ea typeface="Calibri" pitchFamily="34" charset="-122"/>
                <a:cs typeface="Calibri" pitchFamily="34" charset="-120"/>
              </a:rPr>
              <a:t>Ekspozycja</a:t>
            </a:r>
            <a:r>
              <a:rPr lang="pl-PL" sz="2400">
                <a:solidFill>
                  <a:srgbClr val="1B2A56"/>
                </a:solidFill>
                <a:latin typeface="Calibri" pitchFamily="34" charset="0"/>
                <a:ea typeface="Calibri" pitchFamily="34" charset="-122"/>
                <a:cs typeface="Calibri" pitchFamily="34" charset="-120"/>
              </a:rPr>
              <a:t> </a:t>
            </a:r>
          </a:p>
          <a:p>
            <a:pPr algn="ctr"/>
            <a:r>
              <a:rPr lang="pl-PL" sz="2400">
                <a:solidFill>
                  <a:srgbClr val="1B2A56"/>
                </a:solidFill>
                <a:latin typeface="Calibri" pitchFamily="34" charset="0"/>
                <a:ea typeface="Calibri" pitchFamily="34" charset="-122"/>
                <a:cs typeface="Calibri" pitchFamily="34" charset="-120"/>
              </a:rPr>
              <a:t>(w tym VR)</a:t>
            </a:r>
            <a:endParaRPr lang="pl-PL" sz="2400"/>
          </a:p>
        </p:txBody>
      </p:sp>
      <p:sp>
        <p:nvSpPr>
          <p:cNvPr id="19" name="Shape 17"/>
          <p:cNvSpPr/>
          <p:nvPr/>
        </p:nvSpPr>
        <p:spPr>
          <a:xfrm>
            <a:off x="739815" y="3992880"/>
            <a:ext cx="2191922" cy="1036320"/>
          </a:xfrm>
          <a:prstGeom prst="roundRect">
            <a:avLst>
              <a:gd name="adj" fmla="val 8235"/>
            </a:avLst>
          </a:prstGeom>
          <a:solidFill>
            <a:srgbClr val="FFFFFF"/>
          </a:solidFill>
          <a:ln w="12700">
            <a:solidFill>
              <a:schemeClr val="bg2">
                <a:lumMod val="25000"/>
              </a:schemeClr>
            </a:solidFill>
            <a:prstDash val="solid"/>
          </a:ln>
          <a:effectLst>
            <a:outerShdw blurRad="76200" dist="25400" dir="5400000" algn="bl" rotWithShape="0">
              <a:srgbClr val="000000">
                <a:alpha val="10000"/>
              </a:srgbClr>
            </a:outerShdw>
          </a:effectLst>
        </p:spPr>
        <p:txBody>
          <a:bodyPr anchor="ctr"/>
          <a:lstStyle/>
          <a:p>
            <a:pPr algn="ctr"/>
            <a:r>
              <a:rPr lang="pl-PL" sz="2400" b="1">
                <a:solidFill>
                  <a:srgbClr val="1B2A56"/>
                </a:solidFill>
                <a:latin typeface="Calibri" pitchFamily="34" charset="0"/>
                <a:ea typeface="Calibri" pitchFamily="34" charset="-122"/>
                <a:cs typeface="Calibri" pitchFamily="34" charset="-120"/>
              </a:rPr>
              <a:t>Aktywizacja behawioralna</a:t>
            </a:r>
            <a:endParaRPr lang="pl-PL" sz="2400" b="1"/>
          </a:p>
        </p:txBody>
      </p:sp>
      <p:sp>
        <p:nvSpPr>
          <p:cNvPr id="22" name="Shape 20"/>
          <p:cNvSpPr/>
          <p:nvPr/>
        </p:nvSpPr>
        <p:spPr>
          <a:xfrm>
            <a:off x="4389120" y="4614672"/>
            <a:ext cx="3413760" cy="932688"/>
          </a:xfrm>
          <a:prstGeom prst="roundRect">
            <a:avLst>
              <a:gd name="adj" fmla="val 8235"/>
            </a:avLst>
          </a:prstGeom>
          <a:solidFill>
            <a:srgbClr val="FFFFFF"/>
          </a:solidFill>
          <a:ln w="12700">
            <a:solidFill>
              <a:schemeClr val="bg2">
                <a:lumMod val="25000"/>
              </a:schemeClr>
            </a:solidFill>
            <a:prstDash val="solid"/>
          </a:ln>
          <a:effectLst>
            <a:outerShdw blurRad="76200" dist="25400" dir="5400000" algn="bl" rotWithShape="0">
              <a:srgbClr val="000000">
                <a:alpha val="10000"/>
              </a:srgbClr>
            </a:outerShdw>
          </a:effectLst>
        </p:spPr>
        <p:txBody>
          <a:bodyPr anchor="ctr"/>
          <a:lstStyle/>
          <a:p>
            <a:pPr algn="ctr"/>
            <a:r>
              <a:rPr lang="pl-PL" sz="2400" b="1">
                <a:solidFill>
                  <a:srgbClr val="1B2A56"/>
                </a:solidFill>
                <a:latin typeface="Calibri" pitchFamily="34" charset="0"/>
                <a:ea typeface="Calibri" pitchFamily="34" charset="-122"/>
                <a:cs typeface="Calibri" pitchFamily="34" charset="-120"/>
              </a:rPr>
              <a:t>Zadania</a:t>
            </a:r>
            <a:r>
              <a:rPr lang="pl-PL" sz="2400">
                <a:solidFill>
                  <a:srgbClr val="1B2A56"/>
                </a:solidFill>
                <a:latin typeface="Calibri" pitchFamily="34" charset="0"/>
                <a:ea typeface="Calibri" pitchFamily="34" charset="-122"/>
                <a:cs typeface="Calibri" pitchFamily="34" charset="-120"/>
              </a:rPr>
              <a:t> zintegrowane </a:t>
            </a:r>
            <a:br>
              <a:rPr lang="pl-PL" sz="2400">
                <a:solidFill>
                  <a:srgbClr val="1B2A56"/>
                </a:solidFill>
                <a:latin typeface="Calibri" pitchFamily="34" charset="0"/>
                <a:ea typeface="Calibri" pitchFamily="34" charset="-122"/>
                <a:cs typeface="Calibri" pitchFamily="34" charset="-120"/>
              </a:rPr>
            </a:br>
            <a:r>
              <a:rPr lang="pl-PL" sz="2400">
                <a:solidFill>
                  <a:srgbClr val="1B2A56"/>
                </a:solidFill>
                <a:latin typeface="Calibri" pitchFamily="34" charset="0"/>
                <a:ea typeface="Calibri" pitchFamily="34" charset="-122"/>
                <a:cs typeface="Calibri" pitchFamily="34" charset="-120"/>
              </a:rPr>
              <a:t>z platformą</a:t>
            </a:r>
            <a:endParaRPr lang="pl-PL" sz="2400"/>
          </a:p>
        </p:txBody>
      </p:sp>
      <p:sp>
        <p:nvSpPr>
          <p:cNvPr id="25" name="Shape 23"/>
          <p:cNvSpPr/>
          <p:nvPr/>
        </p:nvSpPr>
        <p:spPr>
          <a:xfrm>
            <a:off x="8358370" y="4255697"/>
            <a:ext cx="3030403" cy="1036320"/>
          </a:xfrm>
          <a:prstGeom prst="roundRect">
            <a:avLst>
              <a:gd name="adj" fmla="val 8235"/>
            </a:avLst>
          </a:prstGeom>
          <a:solidFill>
            <a:srgbClr val="FFFFFF"/>
          </a:solidFill>
          <a:ln w="12700">
            <a:solidFill>
              <a:schemeClr val="bg2">
                <a:lumMod val="25000"/>
              </a:schemeClr>
            </a:solidFill>
            <a:prstDash val="solid"/>
          </a:ln>
          <a:effectLst>
            <a:outerShdw blurRad="76200" dist="25400" dir="5400000" algn="bl" rotWithShape="0">
              <a:srgbClr val="000000">
                <a:alpha val="10000"/>
              </a:srgbClr>
            </a:outerShdw>
          </a:effectLst>
        </p:spPr>
        <p:txBody>
          <a:bodyPr anchor="ctr"/>
          <a:lstStyle/>
          <a:p>
            <a:pPr algn="ctr"/>
            <a:r>
              <a:rPr lang="pl-PL" sz="2400" b="1">
                <a:solidFill>
                  <a:srgbClr val="1B2A56"/>
                </a:solidFill>
                <a:latin typeface="Calibri" pitchFamily="34" charset="0"/>
                <a:ea typeface="Calibri" pitchFamily="34" charset="-122"/>
                <a:cs typeface="Calibri" pitchFamily="34" charset="-120"/>
              </a:rPr>
              <a:t>Monitorowanie </a:t>
            </a:r>
            <a:br>
              <a:rPr lang="pl-PL" sz="2400" b="1">
                <a:solidFill>
                  <a:srgbClr val="1B2A56"/>
                </a:solidFill>
                <a:latin typeface="Calibri" pitchFamily="34" charset="0"/>
                <a:ea typeface="Calibri" pitchFamily="34" charset="-122"/>
                <a:cs typeface="Calibri" pitchFamily="34" charset="-120"/>
              </a:rPr>
            </a:br>
            <a:r>
              <a:rPr lang="pl-PL" sz="2400" b="1">
                <a:solidFill>
                  <a:srgbClr val="1B2A56"/>
                </a:solidFill>
                <a:latin typeface="Calibri" pitchFamily="34" charset="0"/>
                <a:ea typeface="Calibri" pitchFamily="34" charset="-122"/>
                <a:cs typeface="Calibri" pitchFamily="34" charset="-120"/>
              </a:rPr>
              <a:t>objawów i adherencji</a:t>
            </a:r>
            <a:endParaRPr lang="pl-PL" sz="2400" b="1"/>
          </a:p>
        </p:txBody>
      </p:sp>
      <p:sp>
        <p:nvSpPr>
          <p:cNvPr id="7" name="Shape 5"/>
          <p:cNvSpPr/>
          <p:nvPr/>
        </p:nvSpPr>
        <p:spPr>
          <a:xfrm>
            <a:off x="4389120" y="3133344"/>
            <a:ext cx="3413760" cy="755904"/>
          </a:xfrm>
          <a:prstGeom prst="roundRect">
            <a:avLst>
              <a:gd name="adj" fmla="val 12903"/>
            </a:avLst>
          </a:prstGeom>
          <a:solidFill>
            <a:srgbClr val="1B2A56"/>
          </a:solidFill>
          <a:ln w="12700">
            <a:solidFill>
              <a:srgbClr val="1B2A56"/>
            </a:solidFill>
            <a:prstDash val="solid"/>
          </a:ln>
        </p:spPr>
        <p:txBody>
          <a:bodyPr anchor="ctr"/>
          <a:lstStyle/>
          <a:p>
            <a:pPr algn="ctr"/>
            <a:r>
              <a:rPr lang="en-US" sz="3600" b="1">
                <a:solidFill>
                  <a:srgbClr val="FFFFFF"/>
                </a:solidFill>
                <a:latin typeface="Cambria" pitchFamily="34" charset="0"/>
                <a:ea typeface="Cambria" pitchFamily="34" charset="-122"/>
                <a:cs typeface="Cambria" pitchFamily="34" charset="-120"/>
              </a:rPr>
              <a:t>e-CBT</a:t>
            </a:r>
            <a:endParaRPr lang="en-US" sz="3600"/>
          </a:p>
        </p:txBody>
      </p:sp>
    </p:spTree>
    <p:extLst>
      <p:ext uri="{BB962C8B-B14F-4D97-AF65-F5344CB8AC3E}">
        <p14:creationId xmlns:p14="http://schemas.microsoft.com/office/powerpoint/2010/main" val="2286279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800" b="1">
                <a:solidFill>
                  <a:srgbClr val="FFFFFF"/>
                </a:solidFill>
                <a:latin typeface="Cambria"/>
                <a:ea typeface="Cambria"/>
                <a:cs typeface="Cambria" pitchFamily="34" charset="-120"/>
              </a:rPr>
              <a:t>TERAPIA HYBRYDOWA (BLENDED THERAPY)</a:t>
            </a:r>
            <a:endParaRPr lang="en-US" sz="2800">
              <a:latin typeface="Calibri"/>
              <a:ea typeface="Calibri"/>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600" i="1" err="1">
                <a:solidFill>
                  <a:srgbClr val="B7C6E6"/>
                </a:solidFill>
                <a:latin typeface="Calibri"/>
                <a:ea typeface="Calibri"/>
                <a:cs typeface="Calibri"/>
              </a:rPr>
              <a:t>Oś</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główna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procesu</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wsparta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narzędziami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cyfrowymi</a:t>
            </a:r>
            <a:endParaRPr lang="en-US" sz="1600" err="1">
              <a:latin typeface="Calibri"/>
              <a:ea typeface="Calibri"/>
              <a:cs typeface="Calibri"/>
            </a:endParaRPr>
          </a:p>
        </p:txBody>
      </p:sp>
      <p:sp>
        <p:nvSpPr>
          <p:cNvPr id="5" name="Shape 3"/>
          <p:cNvSpPr/>
          <p:nvPr/>
        </p:nvSpPr>
        <p:spPr>
          <a:xfrm flipV="1">
            <a:off x="1394824" y="2592252"/>
            <a:ext cx="9816011" cy="79827"/>
          </a:xfrm>
          <a:prstGeom prst="line">
            <a:avLst/>
          </a:prstGeom>
          <a:noFill/>
          <a:ln w="19050">
            <a:solidFill>
              <a:srgbClr val="DCE2EC"/>
            </a:solidFill>
            <a:prstDash val="solid"/>
          </a:ln>
        </p:spPr>
      </p:sp>
      <p:sp>
        <p:nvSpPr>
          <p:cNvPr id="12" name="Shape 10"/>
          <p:cNvSpPr/>
          <p:nvPr/>
        </p:nvSpPr>
        <p:spPr>
          <a:xfrm>
            <a:off x="1837509" y="2094702"/>
            <a:ext cx="3297644" cy="1082184"/>
          </a:xfrm>
          <a:prstGeom prst="roundRect">
            <a:avLst>
              <a:gd name="adj" fmla="val 11905"/>
            </a:avLst>
          </a:prstGeom>
          <a:solidFill>
            <a:srgbClr val="EAF0FB"/>
          </a:solidFill>
          <a:ln w="12700">
            <a:solidFill>
              <a:srgbClr val="AFC6E8"/>
            </a:solidFill>
            <a:prstDash val="solid"/>
          </a:ln>
        </p:spPr>
      </p:sp>
      <p:sp>
        <p:nvSpPr>
          <p:cNvPr id="13" name="Text 11"/>
          <p:cNvSpPr/>
          <p:nvPr/>
        </p:nvSpPr>
        <p:spPr>
          <a:xfrm>
            <a:off x="1828801" y="2094702"/>
            <a:ext cx="3293290" cy="1082184"/>
          </a:xfrm>
          <a:prstGeom prst="rect">
            <a:avLst/>
          </a:prstGeom>
          <a:noFill/>
          <a:ln/>
        </p:spPr>
        <p:txBody>
          <a:bodyPr wrap="square" lIns="0" tIns="0" rIns="0" bIns="0" rtlCol="0" anchor="ctr"/>
          <a:lstStyle/>
          <a:p>
            <a:pPr algn="ctr"/>
            <a:r>
              <a:rPr lang="pl-PL" sz="2000" b="1">
                <a:solidFill>
                  <a:srgbClr val="2C4373"/>
                </a:solidFill>
                <a:latin typeface="Calibri"/>
                <a:ea typeface="Calibri"/>
                <a:cs typeface="Calibri"/>
              </a:rPr>
              <a:t>Aplikacja  ·  Przypomnienia  ·  Materiały  ·  Pomiar efektów</a:t>
            </a:r>
            <a:endParaRPr lang="pl-PL" sz="2000">
              <a:latin typeface="Calibri"/>
              <a:ea typeface="Calibri"/>
              <a:cs typeface="Calibri"/>
            </a:endParaRPr>
          </a:p>
        </p:txBody>
      </p:sp>
      <p:sp>
        <p:nvSpPr>
          <p:cNvPr id="14" name="Shape 12"/>
          <p:cNvSpPr/>
          <p:nvPr/>
        </p:nvSpPr>
        <p:spPr>
          <a:xfrm>
            <a:off x="6760755" y="2123730"/>
            <a:ext cx="3718560" cy="1024128"/>
          </a:xfrm>
          <a:prstGeom prst="roundRect">
            <a:avLst>
              <a:gd name="adj" fmla="val 11905"/>
            </a:avLst>
          </a:prstGeom>
          <a:solidFill>
            <a:srgbClr val="EAF0FB"/>
          </a:solidFill>
          <a:ln w="12700">
            <a:solidFill>
              <a:srgbClr val="AFC6E8"/>
            </a:solidFill>
            <a:prstDash val="solid"/>
          </a:ln>
        </p:spPr>
      </p:sp>
      <p:sp>
        <p:nvSpPr>
          <p:cNvPr id="15" name="Text 13"/>
          <p:cNvSpPr/>
          <p:nvPr/>
        </p:nvSpPr>
        <p:spPr>
          <a:xfrm>
            <a:off x="6882675" y="2123730"/>
            <a:ext cx="3474720" cy="1024128"/>
          </a:xfrm>
          <a:prstGeom prst="rect">
            <a:avLst/>
          </a:prstGeom>
          <a:noFill/>
          <a:ln/>
        </p:spPr>
        <p:txBody>
          <a:bodyPr wrap="square" lIns="0" tIns="0" rIns="0" bIns="0" rtlCol="0" anchor="ctr"/>
          <a:lstStyle/>
          <a:p>
            <a:pPr algn="ctr"/>
            <a:r>
              <a:rPr lang="pl-PL" sz="2000" b="1">
                <a:solidFill>
                  <a:srgbClr val="2C4373"/>
                </a:solidFill>
                <a:latin typeface="Calibri"/>
                <a:ea typeface="Calibri"/>
                <a:cs typeface="Calibri"/>
              </a:rPr>
              <a:t>Aplikacja  ·  Przypomnienia  ·  Materiały  ·  Pomiar efektów</a:t>
            </a:r>
            <a:endParaRPr lang="pl-PL" sz="2000">
              <a:latin typeface="Calibri"/>
              <a:ea typeface="Calibri"/>
              <a:cs typeface="Calibri"/>
            </a:endParaRPr>
          </a:p>
        </p:txBody>
      </p:sp>
      <p:sp>
        <p:nvSpPr>
          <p:cNvPr id="16" name="Text 14"/>
          <p:cNvSpPr/>
          <p:nvPr/>
        </p:nvSpPr>
        <p:spPr>
          <a:xfrm>
            <a:off x="1387566" y="3672114"/>
            <a:ext cx="9387840" cy="365760"/>
          </a:xfrm>
          <a:prstGeom prst="rect">
            <a:avLst/>
          </a:prstGeom>
          <a:noFill/>
          <a:ln/>
        </p:spPr>
        <p:txBody>
          <a:bodyPr wrap="square" lIns="0" tIns="0" rIns="0" bIns="0" rtlCol="0" anchor="ctr"/>
          <a:lstStyle/>
          <a:p>
            <a:pPr algn="ctr"/>
            <a:r>
              <a:rPr lang="pl-PL" sz="2400" i="1" dirty="0">
                <a:solidFill>
                  <a:srgbClr val="8B95A6"/>
                </a:solidFill>
                <a:latin typeface="Calibri"/>
                <a:ea typeface="Calibri"/>
                <a:cs typeface="Calibri"/>
              </a:rPr>
              <a:t>praca między sesjami - wypełniona, nie pusta</a:t>
            </a:r>
            <a:endParaRPr lang="pl-PL" sz="2400" dirty="0">
              <a:latin typeface="Calibri"/>
              <a:ea typeface="Calibri"/>
              <a:cs typeface="Calibri"/>
            </a:endParaRPr>
          </a:p>
        </p:txBody>
      </p:sp>
      <p:sp>
        <p:nvSpPr>
          <p:cNvPr id="17" name="Shape 15"/>
          <p:cNvSpPr/>
          <p:nvPr/>
        </p:nvSpPr>
        <p:spPr>
          <a:xfrm>
            <a:off x="717006" y="4281714"/>
            <a:ext cx="10728960" cy="914400"/>
          </a:xfrm>
          <a:prstGeom prst="roundRect">
            <a:avLst>
              <a:gd name="adj" fmla="val 9333"/>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txBody>
          <a:bodyPr lIns="91440" tIns="45720" rIns="91440" bIns="45720" anchor="ctr"/>
          <a:lstStyle/>
          <a:p>
            <a:pPr algn="ctr"/>
            <a:r>
              <a:rPr lang="pl-PL" sz="2000" b="1">
                <a:solidFill>
                  <a:srgbClr val="1B2A56"/>
                </a:solidFill>
                <a:latin typeface="Calibri"/>
                <a:ea typeface="Calibri"/>
                <a:cs typeface="Calibri"/>
              </a:rPr>
              <a:t>Materiały dostępne na żądanie  ·  </a:t>
            </a:r>
            <a:r>
              <a:rPr lang="pl-PL" sz="2000">
                <a:solidFill>
                  <a:srgbClr val="5B6472"/>
                </a:solidFill>
                <a:latin typeface="Calibri"/>
                <a:ea typeface="Calibri"/>
                <a:cs typeface="Calibri"/>
              </a:rPr>
              <a:t>automatyczne przypomnienia  ·  pomiar zintegrowany z procesem</a:t>
            </a:r>
            <a:endParaRPr lang="pl-PL" sz="2000">
              <a:latin typeface="Calibri"/>
              <a:ea typeface="Calibri"/>
              <a:cs typeface="Calibri"/>
            </a:endParaRPr>
          </a:p>
        </p:txBody>
      </p:sp>
      <p:sp>
        <p:nvSpPr>
          <p:cNvPr id="19" name="Shape 17"/>
          <p:cNvSpPr/>
          <p:nvPr/>
        </p:nvSpPr>
        <p:spPr>
          <a:xfrm>
            <a:off x="609600" y="6194697"/>
            <a:ext cx="10972800" cy="510903"/>
          </a:xfrm>
          <a:prstGeom prst="roundRect">
            <a:avLst>
              <a:gd name="adj" fmla="val 10909"/>
            </a:avLst>
          </a:prstGeom>
          <a:solidFill>
            <a:srgbClr val="EAF0FB"/>
          </a:solidFill>
          <a:ln w="12700">
            <a:solidFill>
              <a:srgbClr val="EAF0FB"/>
            </a:solidFill>
            <a:prstDash val="solid"/>
          </a:ln>
        </p:spPr>
        <p:txBody>
          <a:bodyPr lIns="91440" tIns="45720" rIns="91440" bIns="45720" anchor="ctr"/>
          <a:lstStyle/>
          <a:p>
            <a:pPr algn="ctr"/>
            <a:r>
              <a:rPr lang="pl-PL" sz="2400" dirty="0">
                <a:solidFill>
                  <a:srgbClr val="1B2A56"/>
                </a:solidFill>
                <a:latin typeface="Calibri"/>
                <a:ea typeface="Calibri"/>
                <a:cs typeface="Calibri"/>
              </a:rPr>
              <a:t>Model łączący siłę kontaktu bezpośredniego z konsystencją wsparcia cyfrowego</a:t>
            </a:r>
            <a:endParaRPr lang="pl-PL" sz="2400" dirty="0">
              <a:latin typeface="Calibri"/>
              <a:ea typeface="Calibri"/>
              <a:cs typeface="Calibri"/>
            </a:endParaRPr>
          </a:p>
        </p:txBody>
      </p:sp>
      <p:sp>
        <p:nvSpPr>
          <p:cNvPr id="22" name="Shape 4">
            <a:extLst>
              <a:ext uri="{FF2B5EF4-FFF2-40B4-BE49-F238E27FC236}">
                <a16:creationId xmlns:a16="http://schemas.microsoft.com/office/drawing/2014/main" id="{2CBB940C-BEFE-9D71-4D84-D9679CBDDFB0}"/>
              </a:ext>
            </a:extLst>
          </p:cNvPr>
          <p:cNvSpPr/>
          <p:nvPr/>
        </p:nvSpPr>
        <p:spPr>
          <a:xfrm>
            <a:off x="485311" y="2091510"/>
            <a:ext cx="1111261" cy="1085667"/>
          </a:xfrm>
          <a:prstGeom prst="ellipse">
            <a:avLst/>
          </a:prstGeom>
          <a:solidFill>
            <a:srgbClr val="1B2A56"/>
          </a:solidFill>
          <a:ln w="12700">
            <a:solidFill>
              <a:srgbClr val="1B2A56"/>
            </a:solidFill>
            <a:prstDash val="solid"/>
          </a:ln>
        </p:spPr>
        <p:txBody>
          <a:bodyPr anchor="ctr"/>
          <a:lstStyle/>
          <a:p>
            <a:pPr algn="ctr"/>
            <a:r>
              <a:rPr lang="en-US" b="1">
                <a:solidFill>
                  <a:srgbClr val="FFFFFF"/>
                </a:solidFill>
                <a:latin typeface="Cambria" pitchFamily="34" charset="0"/>
                <a:ea typeface="Cambria" pitchFamily="34" charset="-122"/>
                <a:cs typeface="Cambria" pitchFamily="34" charset="-120"/>
              </a:rPr>
              <a:t>SESJA 1</a:t>
            </a:r>
            <a:endParaRPr lang="en-US"/>
          </a:p>
        </p:txBody>
      </p:sp>
      <p:sp>
        <p:nvSpPr>
          <p:cNvPr id="23" name="Shape 4">
            <a:extLst>
              <a:ext uri="{FF2B5EF4-FFF2-40B4-BE49-F238E27FC236}">
                <a16:creationId xmlns:a16="http://schemas.microsoft.com/office/drawing/2014/main" id="{EFEE067D-166C-1A46-DC04-8C9DBEAE2B50}"/>
              </a:ext>
            </a:extLst>
          </p:cNvPr>
          <p:cNvSpPr/>
          <p:nvPr/>
        </p:nvSpPr>
        <p:spPr>
          <a:xfrm>
            <a:off x="5405653" y="2091510"/>
            <a:ext cx="1111261" cy="1085667"/>
          </a:xfrm>
          <a:prstGeom prst="ellipse">
            <a:avLst/>
          </a:prstGeom>
          <a:solidFill>
            <a:srgbClr val="1B2A56"/>
          </a:solidFill>
          <a:ln w="12700">
            <a:solidFill>
              <a:srgbClr val="1B2A56"/>
            </a:solidFill>
            <a:prstDash val="solid"/>
          </a:ln>
        </p:spPr>
        <p:txBody>
          <a:bodyPr lIns="91440" tIns="45720" rIns="91440" bIns="45720" anchor="ctr"/>
          <a:lstStyle/>
          <a:p>
            <a:pPr algn="ctr"/>
            <a:r>
              <a:rPr lang="en-US" b="1">
                <a:solidFill>
                  <a:srgbClr val="FFFFFF"/>
                </a:solidFill>
                <a:latin typeface="Cambria"/>
                <a:ea typeface="Cambria"/>
                <a:cs typeface="Cambria" pitchFamily="34" charset="-120"/>
              </a:rPr>
              <a:t>SESJA 2</a:t>
            </a:r>
            <a:endParaRPr lang="en-US" b="1">
              <a:solidFill>
                <a:srgbClr val="FFFFFF"/>
              </a:solidFill>
              <a:latin typeface="Cambria"/>
              <a:ea typeface="Cambria"/>
            </a:endParaRPr>
          </a:p>
        </p:txBody>
      </p:sp>
      <p:sp>
        <p:nvSpPr>
          <p:cNvPr id="24" name="Shape 4">
            <a:extLst>
              <a:ext uri="{FF2B5EF4-FFF2-40B4-BE49-F238E27FC236}">
                <a16:creationId xmlns:a16="http://schemas.microsoft.com/office/drawing/2014/main" id="{66DB00C1-35AD-2647-5507-4B21974B7B9F}"/>
              </a:ext>
            </a:extLst>
          </p:cNvPr>
          <p:cNvSpPr/>
          <p:nvPr/>
        </p:nvSpPr>
        <p:spPr>
          <a:xfrm>
            <a:off x="10768681" y="2091509"/>
            <a:ext cx="1111261" cy="1085667"/>
          </a:xfrm>
          <a:prstGeom prst="ellipse">
            <a:avLst/>
          </a:prstGeom>
          <a:solidFill>
            <a:srgbClr val="1B2A56"/>
          </a:solidFill>
          <a:ln w="12700">
            <a:solidFill>
              <a:srgbClr val="1B2A56"/>
            </a:solidFill>
            <a:prstDash val="solid"/>
          </a:ln>
        </p:spPr>
        <p:txBody>
          <a:bodyPr lIns="91440" tIns="45720" rIns="91440" bIns="45720" anchor="ctr"/>
          <a:lstStyle/>
          <a:p>
            <a:pPr algn="ctr"/>
            <a:r>
              <a:rPr lang="en-US" b="1">
                <a:solidFill>
                  <a:srgbClr val="FFFFFF"/>
                </a:solidFill>
                <a:latin typeface="Cambria"/>
                <a:ea typeface="Cambria"/>
                <a:cs typeface="Cambria" pitchFamily="34" charset="-120"/>
              </a:rPr>
              <a:t>SESJA 3</a:t>
            </a:r>
            <a:endParaRPr lang="en-US" b="1">
              <a:solidFill>
                <a:srgbClr val="FFFFFF"/>
              </a:solidFill>
              <a:latin typeface="Cambria"/>
              <a:ea typeface="Cambria"/>
            </a:endParaRPr>
          </a:p>
        </p:txBody>
      </p:sp>
    </p:spTree>
    <p:extLst>
      <p:ext uri="{BB962C8B-B14F-4D97-AF65-F5344CB8AC3E}">
        <p14:creationId xmlns:p14="http://schemas.microsoft.com/office/powerpoint/2010/main" val="836047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800" b="1">
                <a:solidFill>
                  <a:srgbClr val="FFFFFF"/>
                </a:solidFill>
                <a:latin typeface="Cambria"/>
                <a:ea typeface="Cambria"/>
                <a:cs typeface="Cambria" pitchFamily="34" charset="-120"/>
              </a:rPr>
              <a:t>TERAPIA GRUPOWA ONLINE</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pl-PL" sz="1600" i="1">
                <a:solidFill>
                  <a:srgbClr val="B7C6E6"/>
                </a:solidFill>
                <a:latin typeface="Calibri"/>
                <a:ea typeface="Calibri"/>
                <a:cs typeface="Calibri"/>
              </a:rPr>
              <a:t>Sześć wyzwań specyficznych dla pracy z grupą zdalną</a:t>
            </a:r>
            <a:endParaRPr lang="pl-PL" sz="1600">
              <a:latin typeface="Calibri"/>
              <a:ea typeface="Calibri"/>
              <a:cs typeface="Calibri"/>
            </a:endParaRPr>
          </a:p>
        </p:txBody>
      </p:sp>
      <p:sp>
        <p:nvSpPr>
          <p:cNvPr id="5" name="Shape 3"/>
          <p:cNvSpPr/>
          <p:nvPr/>
        </p:nvSpPr>
        <p:spPr>
          <a:xfrm>
            <a:off x="609600" y="1706880"/>
            <a:ext cx="2377440" cy="1121664"/>
          </a:xfrm>
          <a:prstGeom prst="roundRect">
            <a:avLst>
              <a:gd name="adj" fmla="val 6522"/>
            </a:avLst>
          </a:prstGeom>
          <a:solidFill>
            <a:srgbClr val="EEF1F5"/>
          </a:solidFill>
          <a:ln w="12700">
            <a:solidFill>
              <a:srgbClr val="DCE2EC"/>
            </a:solidFill>
            <a:prstDash val="solid"/>
          </a:ln>
        </p:spPr>
      </p:sp>
      <p:sp>
        <p:nvSpPr>
          <p:cNvPr id="6" name="Text 4"/>
          <p:cNvSpPr/>
          <p:nvPr/>
        </p:nvSpPr>
        <p:spPr>
          <a:xfrm>
            <a:off x="609600" y="1706880"/>
            <a:ext cx="2377440" cy="1121664"/>
          </a:xfrm>
          <a:prstGeom prst="rect">
            <a:avLst/>
          </a:prstGeom>
          <a:noFill/>
          <a:ln/>
        </p:spPr>
        <p:txBody>
          <a:bodyPr wrap="square" lIns="0" tIns="0" rIns="0" bIns="0" rtlCol="0" anchor="ctr"/>
          <a:lstStyle/>
          <a:p>
            <a:pPr algn="ctr"/>
            <a:r>
              <a:rPr lang="pl-PL" sz="2400">
                <a:solidFill>
                  <a:srgbClr val="5B6472"/>
                </a:solidFill>
                <a:latin typeface="Calibri"/>
                <a:ea typeface="Calibri"/>
                <a:cs typeface="Calibri"/>
              </a:rPr>
              <a:t>Uczestnik 1</a:t>
            </a:r>
            <a:endParaRPr lang="pl-PL" sz="2400">
              <a:latin typeface="Calibri"/>
              <a:ea typeface="Calibri"/>
              <a:cs typeface="Calibri"/>
            </a:endParaRPr>
          </a:p>
        </p:txBody>
      </p:sp>
      <p:sp>
        <p:nvSpPr>
          <p:cNvPr id="7" name="Shape 5"/>
          <p:cNvSpPr/>
          <p:nvPr/>
        </p:nvSpPr>
        <p:spPr>
          <a:xfrm>
            <a:off x="3145536" y="1706880"/>
            <a:ext cx="2377440" cy="1121664"/>
          </a:xfrm>
          <a:prstGeom prst="roundRect">
            <a:avLst>
              <a:gd name="adj" fmla="val 6522"/>
            </a:avLst>
          </a:prstGeom>
          <a:solidFill>
            <a:srgbClr val="EEF1F5"/>
          </a:solidFill>
          <a:ln w="12700">
            <a:solidFill>
              <a:srgbClr val="DCE2EC"/>
            </a:solidFill>
            <a:prstDash val="solid"/>
          </a:ln>
        </p:spPr>
      </p:sp>
      <p:sp>
        <p:nvSpPr>
          <p:cNvPr id="8" name="Text 6"/>
          <p:cNvSpPr/>
          <p:nvPr/>
        </p:nvSpPr>
        <p:spPr>
          <a:xfrm>
            <a:off x="3145536" y="1706880"/>
            <a:ext cx="2377440" cy="1121664"/>
          </a:xfrm>
          <a:prstGeom prst="rect">
            <a:avLst/>
          </a:prstGeom>
          <a:noFill/>
          <a:ln/>
        </p:spPr>
        <p:txBody>
          <a:bodyPr wrap="square" lIns="0" tIns="0" rIns="0" bIns="0" rtlCol="0" anchor="ctr"/>
          <a:lstStyle/>
          <a:p>
            <a:pPr algn="ctr"/>
            <a:r>
              <a:rPr lang="pl-PL" sz="2400">
                <a:solidFill>
                  <a:srgbClr val="5B6472"/>
                </a:solidFill>
                <a:latin typeface="Calibri"/>
                <a:ea typeface="Calibri"/>
                <a:cs typeface="Calibri"/>
              </a:rPr>
              <a:t>Uczestnik 2</a:t>
            </a:r>
            <a:endParaRPr lang="pl-PL" sz="2400">
              <a:latin typeface="Calibri"/>
              <a:ea typeface="Calibri"/>
              <a:cs typeface="Calibri"/>
            </a:endParaRPr>
          </a:p>
        </p:txBody>
      </p:sp>
      <p:sp>
        <p:nvSpPr>
          <p:cNvPr id="9" name="Shape 7"/>
          <p:cNvSpPr/>
          <p:nvPr/>
        </p:nvSpPr>
        <p:spPr>
          <a:xfrm>
            <a:off x="609600" y="2987040"/>
            <a:ext cx="2377440" cy="1121664"/>
          </a:xfrm>
          <a:prstGeom prst="roundRect">
            <a:avLst>
              <a:gd name="adj" fmla="val 6522"/>
            </a:avLst>
          </a:prstGeom>
          <a:solidFill>
            <a:srgbClr val="FBE7E5"/>
          </a:solidFill>
          <a:ln w="19050">
            <a:solidFill>
              <a:srgbClr val="C0392B"/>
            </a:solidFill>
            <a:prstDash val="solid"/>
          </a:ln>
        </p:spPr>
      </p:sp>
      <p:sp>
        <p:nvSpPr>
          <p:cNvPr id="10" name="Text 8"/>
          <p:cNvSpPr/>
          <p:nvPr/>
        </p:nvSpPr>
        <p:spPr>
          <a:xfrm>
            <a:off x="609600" y="2987040"/>
            <a:ext cx="2377440" cy="1121664"/>
          </a:xfrm>
          <a:prstGeom prst="rect">
            <a:avLst/>
          </a:prstGeom>
          <a:noFill/>
          <a:ln/>
        </p:spPr>
        <p:txBody>
          <a:bodyPr wrap="square" lIns="0" tIns="0" rIns="0" bIns="0" rtlCol="0" anchor="ctr"/>
          <a:lstStyle/>
          <a:p>
            <a:pPr algn="ctr"/>
            <a:r>
              <a:rPr lang="pl-PL" sz="2400">
                <a:solidFill>
                  <a:srgbClr val="5B6472"/>
                </a:solidFill>
                <a:latin typeface="Calibri"/>
                <a:ea typeface="Calibri"/>
                <a:cs typeface="Calibri"/>
              </a:rPr>
              <a:t>Uczestnik 3</a:t>
            </a:r>
            <a:endParaRPr lang="pl-PL" sz="2400">
              <a:latin typeface="Calibri"/>
              <a:ea typeface="Calibri"/>
              <a:cs typeface="Calibri"/>
            </a:endParaRPr>
          </a:p>
        </p:txBody>
      </p:sp>
      <p:sp>
        <p:nvSpPr>
          <p:cNvPr id="11" name="Shape 9"/>
          <p:cNvSpPr/>
          <p:nvPr/>
        </p:nvSpPr>
        <p:spPr>
          <a:xfrm>
            <a:off x="3145536" y="2987040"/>
            <a:ext cx="2377440" cy="1121664"/>
          </a:xfrm>
          <a:prstGeom prst="roundRect">
            <a:avLst>
              <a:gd name="adj" fmla="val 6522"/>
            </a:avLst>
          </a:prstGeom>
          <a:solidFill>
            <a:srgbClr val="EEF1F5"/>
          </a:solidFill>
          <a:ln w="12700">
            <a:solidFill>
              <a:srgbClr val="DCE2EC"/>
            </a:solidFill>
            <a:prstDash val="solid"/>
          </a:ln>
        </p:spPr>
      </p:sp>
      <p:sp>
        <p:nvSpPr>
          <p:cNvPr id="12" name="Text 10"/>
          <p:cNvSpPr/>
          <p:nvPr/>
        </p:nvSpPr>
        <p:spPr>
          <a:xfrm>
            <a:off x="3145536" y="2987040"/>
            <a:ext cx="2377440" cy="1121664"/>
          </a:xfrm>
          <a:prstGeom prst="rect">
            <a:avLst/>
          </a:prstGeom>
          <a:noFill/>
          <a:ln/>
        </p:spPr>
        <p:txBody>
          <a:bodyPr wrap="square" lIns="0" tIns="0" rIns="0" bIns="0" rtlCol="0" anchor="ctr"/>
          <a:lstStyle/>
          <a:p>
            <a:pPr algn="ctr"/>
            <a:r>
              <a:rPr lang="pl-PL" sz="2400">
                <a:solidFill>
                  <a:srgbClr val="5B6472"/>
                </a:solidFill>
                <a:latin typeface="Calibri"/>
                <a:ea typeface="Calibri"/>
                <a:cs typeface="Calibri"/>
              </a:rPr>
              <a:t>Uczestnik 4</a:t>
            </a:r>
            <a:endParaRPr lang="pl-PL" sz="2400">
              <a:latin typeface="Calibri"/>
              <a:ea typeface="Calibri"/>
              <a:cs typeface="Calibri"/>
            </a:endParaRPr>
          </a:p>
        </p:txBody>
      </p:sp>
      <p:sp>
        <p:nvSpPr>
          <p:cNvPr id="13" name="Shape 11"/>
          <p:cNvSpPr/>
          <p:nvPr/>
        </p:nvSpPr>
        <p:spPr>
          <a:xfrm>
            <a:off x="609600" y="4267200"/>
            <a:ext cx="2377440" cy="1121664"/>
          </a:xfrm>
          <a:prstGeom prst="roundRect">
            <a:avLst>
              <a:gd name="adj" fmla="val 6522"/>
            </a:avLst>
          </a:prstGeom>
          <a:solidFill>
            <a:srgbClr val="EEF1F5"/>
          </a:solidFill>
          <a:ln w="12700">
            <a:solidFill>
              <a:srgbClr val="DCE2EC"/>
            </a:solidFill>
            <a:prstDash val="solid"/>
          </a:ln>
        </p:spPr>
      </p:sp>
      <p:sp>
        <p:nvSpPr>
          <p:cNvPr id="14" name="Text 12"/>
          <p:cNvSpPr/>
          <p:nvPr/>
        </p:nvSpPr>
        <p:spPr>
          <a:xfrm>
            <a:off x="609600" y="4267200"/>
            <a:ext cx="2377440" cy="1121664"/>
          </a:xfrm>
          <a:prstGeom prst="rect">
            <a:avLst/>
          </a:prstGeom>
          <a:noFill/>
          <a:ln/>
        </p:spPr>
        <p:txBody>
          <a:bodyPr wrap="square" lIns="0" tIns="0" rIns="0" bIns="0" rtlCol="0" anchor="ctr"/>
          <a:lstStyle/>
          <a:p>
            <a:pPr algn="ctr"/>
            <a:r>
              <a:rPr lang="pl-PL" sz="2400">
                <a:solidFill>
                  <a:srgbClr val="5B6472"/>
                </a:solidFill>
                <a:latin typeface="Calibri"/>
                <a:ea typeface="Calibri"/>
                <a:cs typeface="Calibri"/>
              </a:rPr>
              <a:t>Uczestnik 5</a:t>
            </a:r>
            <a:endParaRPr lang="pl-PL" sz="2400">
              <a:latin typeface="Calibri"/>
              <a:ea typeface="Calibri"/>
              <a:cs typeface="Calibri"/>
            </a:endParaRPr>
          </a:p>
        </p:txBody>
      </p:sp>
      <p:sp>
        <p:nvSpPr>
          <p:cNvPr id="15" name="Shape 13"/>
          <p:cNvSpPr/>
          <p:nvPr/>
        </p:nvSpPr>
        <p:spPr>
          <a:xfrm>
            <a:off x="3145536" y="4267200"/>
            <a:ext cx="2377440" cy="1121664"/>
          </a:xfrm>
          <a:prstGeom prst="roundRect">
            <a:avLst>
              <a:gd name="adj" fmla="val 6522"/>
            </a:avLst>
          </a:prstGeom>
          <a:solidFill>
            <a:srgbClr val="FBE7E5"/>
          </a:solidFill>
          <a:ln w="19050">
            <a:solidFill>
              <a:srgbClr val="C0392B"/>
            </a:solidFill>
            <a:prstDash val="solid"/>
          </a:ln>
        </p:spPr>
      </p:sp>
      <p:sp>
        <p:nvSpPr>
          <p:cNvPr id="16" name="Text 14"/>
          <p:cNvSpPr/>
          <p:nvPr/>
        </p:nvSpPr>
        <p:spPr>
          <a:xfrm>
            <a:off x="3145536" y="4267200"/>
            <a:ext cx="2377440" cy="1121664"/>
          </a:xfrm>
          <a:prstGeom prst="rect">
            <a:avLst/>
          </a:prstGeom>
          <a:noFill/>
          <a:ln/>
        </p:spPr>
        <p:txBody>
          <a:bodyPr wrap="square" lIns="0" tIns="0" rIns="0" bIns="0" rtlCol="0" anchor="ctr"/>
          <a:lstStyle/>
          <a:p>
            <a:pPr algn="ctr"/>
            <a:r>
              <a:rPr lang="pl-PL" sz="2400">
                <a:solidFill>
                  <a:srgbClr val="5B6472"/>
                </a:solidFill>
                <a:latin typeface="Calibri"/>
                <a:ea typeface="Calibri"/>
                <a:cs typeface="Calibri"/>
              </a:rPr>
              <a:t>Uczestnik 6</a:t>
            </a:r>
            <a:endParaRPr lang="pl-PL" sz="2400">
              <a:latin typeface="Calibri"/>
              <a:ea typeface="Calibri"/>
              <a:cs typeface="Calibri"/>
            </a:endParaRPr>
          </a:p>
        </p:txBody>
      </p:sp>
      <p:sp>
        <p:nvSpPr>
          <p:cNvPr id="17" name="Text 15"/>
          <p:cNvSpPr/>
          <p:nvPr/>
        </p:nvSpPr>
        <p:spPr>
          <a:xfrm>
            <a:off x="707136" y="2997201"/>
            <a:ext cx="1836057" cy="268514"/>
          </a:xfrm>
          <a:prstGeom prst="rect">
            <a:avLst/>
          </a:prstGeom>
          <a:noFill/>
          <a:ln/>
        </p:spPr>
        <p:txBody>
          <a:bodyPr wrap="square" lIns="0" tIns="0" rIns="0" bIns="0" rtlCol="0" anchor="ctr"/>
          <a:lstStyle/>
          <a:p>
            <a:r>
              <a:rPr lang="pl-PL" sz="1400" b="1" dirty="0" smtClean="0">
                <a:solidFill>
                  <a:srgbClr val="C0392B"/>
                </a:solidFill>
                <a:latin typeface="Calibri"/>
                <a:ea typeface="Calibri"/>
                <a:cs typeface="Calibri"/>
              </a:rPr>
              <a:t>? cisza, </a:t>
            </a:r>
            <a:r>
              <a:rPr lang="pl-PL" sz="1400" b="1" dirty="0">
                <a:solidFill>
                  <a:srgbClr val="C0392B"/>
                </a:solidFill>
                <a:latin typeface="Calibri"/>
                <a:ea typeface="Calibri"/>
                <a:cs typeface="Calibri"/>
              </a:rPr>
              <a:t>czy </a:t>
            </a:r>
            <a:r>
              <a:rPr lang="pl-PL" sz="1400" b="1" dirty="0" smtClean="0">
                <a:solidFill>
                  <a:srgbClr val="C0392B"/>
                </a:solidFill>
                <a:latin typeface="Calibri"/>
                <a:ea typeface="Calibri"/>
                <a:cs typeface="Calibri"/>
              </a:rPr>
              <a:t>wyciszony ?</a:t>
            </a:r>
            <a:endParaRPr lang="pl-PL" sz="1400" dirty="0">
              <a:latin typeface="Calibri"/>
              <a:ea typeface="Calibri"/>
              <a:cs typeface="Calibri"/>
            </a:endParaRPr>
          </a:p>
        </p:txBody>
      </p:sp>
      <p:sp>
        <p:nvSpPr>
          <p:cNvPr id="18" name="Text 16"/>
          <p:cNvSpPr/>
          <p:nvPr/>
        </p:nvSpPr>
        <p:spPr>
          <a:xfrm>
            <a:off x="3243072" y="4357188"/>
            <a:ext cx="2270034" cy="232230"/>
          </a:xfrm>
          <a:prstGeom prst="rect">
            <a:avLst/>
          </a:prstGeom>
          <a:noFill/>
          <a:ln/>
        </p:spPr>
        <p:txBody>
          <a:bodyPr wrap="square" lIns="0" tIns="0" rIns="0" bIns="0" rtlCol="0" anchor="ctr"/>
          <a:lstStyle/>
          <a:p>
            <a:r>
              <a:rPr lang="pl-PL" sz="1400" b="1" dirty="0" smtClean="0">
                <a:solidFill>
                  <a:srgbClr val="C0392B"/>
                </a:solidFill>
                <a:latin typeface="Calibri"/>
                <a:ea typeface="Calibri"/>
                <a:cs typeface="Calibri"/>
              </a:rPr>
              <a:t>? kto </a:t>
            </a:r>
            <a:r>
              <a:rPr lang="pl-PL" sz="1400" b="1" dirty="0">
                <a:solidFill>
                  <a:srgbClr val="C0392B"/>
                </a:solidFill>
                <a:latin typeface="Calibri"/>
                <a:ea typeface="Calibri"/>
                <a:cs typeface="Calibri"/>
              </a:rPr>
              <a:t>jest poza </a:t>
            </a:r>
            <a:r>
              <a:rPr lang="pl-PL" sz="1400" b="1" dirty="0" smtClean="0">
                <a:solidFill>
                  <a:srgbClr val="C0392B"/>
                </a:solidFill>
                <a:latin typeface="Calibri"/>
                <a:ea typeface="Calibri"/>
                <a:cs typeface="Calibri"/>
              </a:rPr>
              <a:t>kadrem ?</a:t>
            </a:r>
            <a:endParaRPr lang="pl-PL" sz="1400" dirty="0">
              <a:latin typeface="Calibri"/>
              <a:ea typeface="Calibri"/>
              <a:cs typeface="Calibri"/>
            </a:endParaRPr>
          </a:p>
        </p:txBody>
      </p:sp>
      <p:sp>
        <p:nvSpPr>
          <p:cNvPr id="19" name="Shape 17"/>
          <p:cNvSpPr/>
          <p:nvPr/>
        </p:nvSpPr>
        <p:spPr>
          <a:xfrm>
            <a:off x="5913119" y="1780032"/>
            <a:ext cx="178515" cy="158496"/>
          </a:xfrm>
          <a:prstGeom prst="ellipse">
            <a:avLst/>
          </a:prstGeom>
          <a:solidFill>
            <a:srgbClr val="3D63B3"/>
          </a:solidFill>
          <a:ln w="12700">
            <a:solidFill>
              <a:srgbClr val="3D63B3"/>
            </a:solidFill>
            <a:prstDash val="solid"/>
          </a:ln>
        </p:spPr>
      </p:sp>
      <p:sp>
        <p:nvSpPr>
          <p:cNvPr id="20" name="Text 18"/>
          <p:cNvSpPr/>
          <p:nvPr/>
        </p:nvSpPr>
        <p:spPr>
          <a:xfrm>
            <a:off x="6217920" y="1547223"/>
            <a:ext cx="1981800" cy="609600"/>
          </a:xfrm>
          <a:prstGeom prst="rect">
            <a:avLst/>
          </a:prstGeom>
          <a:noFill/>
          <a:ln/>
        </p:spPr>
        <p:txBody>
          <a:bodyPr wrap="square" lIns="0" tIns="0" rIns="0" bIns="0" rtlCol="0" anchor="ctr"/>
          <a:lstStyle/>
          <a:p>
            <a:r>
              <a:rPr lang="pl-PL" sz="2000" b="1" dirty="0" smtClean="0">
                <a:solidFill>
                  <a:srgbClr val="1B2A56"/>
                </a:solidFill>
                <a:latin typeface="Calibri" pitchFamily="34" charset="0"/>
                <a:ea typeface="Calibri" pitchFamily="34" charset="-122"/>
                <a:cs typeface="Calibri" pitchFamily="34" charset="-120"/>
              </a:rPr>
              <a:t>Kolejność wypowiedzi - </a:t>
            </a:r>
            <a:endParaRPr lang="pl-PL" sz="2000" dirty="0"/>
          </a:p>
        </p:txBody>
      </p:sp>
      <p:sp>
        <p:nvSpPr>
          <p:cNvPr id="21" name="Text 19"/>
          <p:cNvSpPr/>
          <p:nvPr/>
        </p:nvSpPr>
        <p:spPr>
          <a:xfrm>
            <a:off x="8284903" y="1547223"/>
            <a:ext cx="2703325" cy="609600"/>
          </a:xfrm>
          <a:prstGeom prst="rect">
            <a:avLst/>
          </a:prstGeom>
          <a:noFill/>
          <a:ln/>
        </p:spPr>
        <p:txBody>
          <a:bodyPr wrap="square" lIns="0" tIns="0" rIns="0" bIns="0" rtlCol="0" anchor="ctr"/>
          <a:lstStyle/>
          <a:p>
            <a:r>
              <a:rPr lang="pl-PL" dirty="0" smtClean="0">
                <a:solidFill>
                  <a:srgbClr val="5B6472"/>
                </a:solidFill>
                <a:latin typeface="Calibri" pitchFamily="34" charset="0"/>
                <a:ea typeface="Calibri" pitchFamily="34" charset="-122"/>
                <a:cs typeface="Calibri" pitchFamily="34" charset="-120"/>
              </a:rPr>
              <a:t>trudniejsza do naturalnego zarządzania niż w pokoju</a:t>
            </a:r>
            <a:endParaRPr lang="pl-PL" dirty="0"/>
          </a:p>
        </p:txBody>
      </p:sp>
      <p:sp>
        <p:nvSpPr>
          <p:cNvPr id="22" name="Shape 20"/>
          <p:cNvSpPr/>
          <p:nvPr/>
        </p:nvSpPr>
        <p:spPr>
          <a:xfrm>
            <a:off x="5913119" y="2487168"/>
            <a:ext cx="178515" cy="158496"/>
          </a:xfrm>
          <a:prstGeom prst="ellipse">
            <a:avLst/>
          </a:prstGeom>
          <a:solidFill>
            <a:srgbClr val="3D63B3"/>
          </a:solidFill>
          <a:ln w="12700">
            <a:solidFill>
              <a:srgbClr val="3D63B3"/>
            </a:solidFill>
            <a:prstDash val="solid"/>
          </a:ln>
        </p:spPr>
      </p:sp>
      <p:sp>
        <p:nvSpPr>
          <p:cNvPr id="23" name="Text 21"/>
          <p:cNvSpPr/>
          <p:nvPr/>
        </p:nvSpPr>
        <p:spPr>
          <a:xfrm>
            <a:off x="6217920" y="2254359"/>
            <a:ext cx="2497908" cy="609600"/>
          </a:xfrm>
          <a:prstGeom prst="rect">
            <a:avLst/>
          </a:prstGeom>
          <a:noFill/>
          <a:ln/>
        </p:spPr>
        <p:txBody>
          <a:bodyPr wrap="square" lIns="0" tIns="0" rIns="0" bIns="0" rtlCol="0" anchor="ctr"/>
          <a:lstStyle/>
          <a:p>
            <a:r>
              <a:rPr lang="pl-PL" sz="2000" b="1" dirty="0" smtClean="0">
                <a:solidFill>
                  <a:srgbClr val="1B2A56"/>
                </a:solidFill>
                <a:latin typeface="Calibri" pitchFamily="34" charset="0"/>
                <a:ea typeface="Calibri" pitchFamily="34" charset="-122"/>
                <a:cs typeface="Calibri" pitchFamily="34" charset="-120"/>
              </a:rPr>
              <a:t>Moderacja - </a:t>
            </a:r>
            <a:endParaRPr lang="pl-PL" sz="2000" dirty="0"/>
          </a:p>
        </p:txBody>
      </p:sp>
      <p:sp>
        <p:nvSpPr>
          <p:cNvPr id="24" name="Text 22"/>
          <p:cNvSpPr/>
          <p:nvPr/>
        </p:nvSpPr>
        <p:spPr>
          <a:xfrm>
            <a:off x="8284903" y="2254359"/>
            <a:ext cx="2703325" cy="609600"/>
          </a:xfrm>
          <a:prstGeom prst="rect">
            <a:avLst/>
          </a:prstGeom>
          <a:noFill/>
          <a:ln/>
        </p:spPr>
        <p:txBody>
          <a:bodyPr wrap="square" lIns="0" tIns="0" rIns="0" bIns="0" rtlCol="0" anchor="ctr"/>
          <a:lstStyle/>
          <a:p>
            <a:r>
              <a:rPr lang="pl-PL" dirty="0" smtClean="0">
                <a:solidFill>
                  <a:srgbClr val="5B6472"/>
                </a:solidFill>
                <a:latin typeface="Calibri"/>
                <a:ea typeface="Calibri"/>
                <a:cs typeface="Calibri"/>
              </a:rPr>
              <a:t>wymaga większej aktywności </a:t>
            </a:r>
            <a:r>
              <a:rPr lang="pl-PL" dirty="0" smtClean="0"/>
              <a:t/>
            </a:r>
            <a:br>
              <a:rPr lang="pl-PL" dirty="0" smtClean="0"/>
            </a:br>
            <a:r>
              <a:rPr lang="pl-PL" dirty="0" smtClean="0">
                <a:solidFill>
                  <a:srgbClr val="5B6472"/>
                </a:solidFill>
                <a:latin typeface="Calibri"/>
                <a:ea typeface="Calibri"/>
                <a:cs typeface="Calibri"/>
              </a:rPr>
              <a:t>i struktury</a:t>
            </a:r>
            <a:endParaRPr lang="pl-PL" dirty="0">
              <a:latin typeface="Calibri"/>
              <a:ea typeface="Calibri"/>
              <a:cs typeface="Calibri"/>
            </a:endParaRPr>
          </a:p>
        </p:txBody>
      </p:sp>
      <p:sp>
        <p:nvSpPr>
          <p:cNvPr id="25" name="Shape 23"/>
          <p:cNvSpPr/>
          <p:nvPr/>
        </p:nvSpPr>
        <p:spPr>
          <a:xfrm>
            <a:off x="5913119" y="3194304"/>
            <a:ext cx="178515" cy="158496"/>
          </a:xfrm>
          <a:prstGeom prst="ellipse">
            <a:avLst/>
          </a:prstGeom>
          <a:solidFill>
            <a:srgbClr val="3D63B3"/>
          </a:solidFill>
          <a:ln w="12700">
            <a:solidFill>
              <a:srgbClr val="3D63B3"/>
            </a:solidFill>
            <a:prstDash val="solid"/>
          </a:ln>
        </p:spPr>
      </p:sp>
      <p:sp>
        <p:nvSpPr>
          <p:cNvPr id="26" name="Text 24"/>
          <p:cNvSpPr/>
          <p:nvPr/>
        </p:nvSpPr>
        <p:spPr>
          <a:xfrm>
            <a:off x="6217920" y="2961495"/>
            <a:ext cx="2497908" cy="609600"/>
          </a:xfrm>
          <a:prstGeom prst="rect">
            <a:avLst/>
          </a:prstGeom>
          <a:noFill/>
          <a:ln/>
        </p:spPr>
        <p:txBody>
          <a:bodyPr wrap="square" lIns="0" tIns="0" rIns="0" bIns="0" rtlCol="0" anchor="ctr"/>
          <a:lstStyle/>
          <a:p>
            <a:r>
              <a:rPr lang="pl-PL" sz="2000" b="1" dirty="0" smtClean="0">
                <a:solidFill>
                  <a:srgbClr val="1B2A56"/>
                </a:solidFill>
                <a:latin typeface="Calibri" pitchFamily="34" charset="0"/>
                <a:ea typeface="Calibri" pitchFamily="34" charset="-122"/>
                <a:cs typeface="Calibri" pitchFamily="34" charset="-120"/>
              </a:rPr>
              <a:t>Cisza w grupie - </a:t>
            </a:r>
            <a:endParaRPr lang="pl-PL" sz="2000" dirty="0"/>
          </a:p>
        </p:txBody>
      </p:sp>
      <p:sp>
        <p:nvSpPr>
          <p:cNvPr id="27" name="Text 25"/>
          <p:cNvSpPr/>
          <p:nvPr/>
        </p:nvSpPr>
        <p:spPr>
          <a:xfrm>
            <a:off x="8284903" y="2961495"/>
            <a:ext cx="2703325" cy="609600"/>
          </a:xfrm>
          <a:prstGeom prst="rect">
            <a:avLst/>
          </a:prstGeom>
          <a:noFill/>
          <a:ln/>
        </p:spPr>
        <p:txBody>
          <a:bodyPr wrap="square" lIns="0" tIns="0" rIns="0" bIns="0" rtlCol="0" anchor="ctr"/>
          <a:lstStyle/>
          <a:p>
            <a:r>
              <a:rPr lang="pl-PL" dirty="0" smtClean="0">
                <a:solidFill>
                  <a:srgbClr val="5B6472"/>
                </a:solidFill>
                <a:latin typeface="Calibri" pitchFamily="34" charset="0"/>
                <a:ea typeface="Calibri" pitchFamily="34" charset="-122"/>
                <a:cs typeface="Calibri" pitchFamily="34" charset="-120"/>
              </a:rPr>
              <a:t>niejednoznaczna - trudniej odczytać źródło</a:t>
            </a:r>
            <a:endParaRPr lang="pl-PL" dirty="0"/>
          </a:p>
        </p:txBody>
      </p:sp>
      <p:sp>
        <p:nvSpPr>
          <p:cNvPr id="28" name="Shape 26"/>
          <p:cNvSpPr/>
          <p:nvPr/>
        </p:nvSpPr>
        <p:spPr>
          <a:xfrm>
            <a:off x="5913119" y="3901440"/>
            <a:ext cx="178515" cy="158496"/>
          </a:xfrm>
          <a:prstGeom prst="ellipse">
            <a:avLst/>
          </a:prstGeom>
          <a:solidFill>
            <a:srgbClr val="3D63B3"/>
          </a:solidFill>
          <a:ln w="12700">
            <a:solidFill>
              <a:srgbClr val="3D63B3"/>
            </a:solidFill>
            <a:prstDash val="solid"/>
          </a:ln>
        </p:spPr>
      </p:sp>
      <p:sp>
        <p:nvSpPr>
          <p:cNvPr id="29" name="Text 27"/>
          <p:cNvSpPr/>
          <p:nvPr/>
        </p:nvSpPr>
        <p:spPr>
          <a:xfrm>
            <a:off x="6217920" y="3668631"/>
            <a:ext cx="2497908" cy="609600"/>
          </a:xfrm>
          <a:prstGeom prst="rect">
            <a:avLst/>
          </a:prstGeom>
          <a:noFill/>
          <a:ln/>
        </p:spPr>
        <p:txBody>
          <a:bodyPr wrap="square" lIns="0" tIns="0" rIns="0" bIns="0" rtlCol="0" anchor="ctr"/>
          <a:lstStyle/>
          <a:p>
            <a:r>
              <a:rPr lang="pl-PL" sz="2000" b="1" dirty="0" smtClean="0">
                <a:solidFill>
                  <a:srgbClr val="1B2A56"/>
                </a:solidFill>
                <a:latin typeface="Calibri" pitchFamily="34" charset="0"/>
                <a:ea typeface="Calibri" pitchFamily="34" charset="-122"/>
                <a:cs typeface="Calibri" pitchFamily="34" charset="-120"/>
              </a:rPr>
              <a:t>Bezpieczeństwo - </a:t>
            </a:r>
            <a:endParaRPr lang="pl-PL" sz="2000" dirty="0"/>
          </a:p>
        </p:txBody>
      </p:sp>
      <p:sp>
        <p:nvSpPr>
          <p:cNvPr id="30" name="Text 28"/>
          <p:cNvSpPr/>
          <p:nvPr/>
        </p:nvSpPr>
        <p:spPr>
          <a:xfrm>
            <a:off x="8284903" y="3668631"/>
            <a:ext cx="2703325" cy="609600"/>
          </a:xfrm>
          <a:prstGeom prst="rect">
            <a:avLst/>
          </a:prstGeom>
          <a:noFill/>
          <a:ln/>
        </p:spPr>
        <p:txBody>
          <a:bodyPr wrap="square" lIns="0" tIns="0" rIns="0" bIns="0" rtlCol="0" anchor="ctr"/>
          <a:lstStyle/>
          <a:p>
            <a:r>
              <a:rPr lang="pl-PL" dirty="0" smtClean="0">
                <a:solidFill>
                  <a:srgbClr val="5B6472"/>
                </a:solidFill>
                <a:latin typeface="Calibri" pitchFamily="34" charset="0"/>
                <a:ea typeface="Calibri" pitchFamily="34" charset="-122"/>
                <a:cs typeface="Calibri" pitchFamily="34" charset="-120"/>
              </a:rPr>
              <a:t>osoby trzecie poza kadrem każdego uczestnika</a:t>
            </a:r>
            <a:endParaRPr lang="pl-PL" dirty="0"/>
          </a:p>
        </p:txBody>
      </p:sp>
      <p:sp>
        <p:nvSpPr>
          <p:cNvPr id="31" name="Shape 29"/>
          <p:cNvSpPr/>
          <p:nvPr/>
        </p:nvSpPr>
        <p:spPr>
          <a:xfrm>
            <a:off x="5913119" y="4608576"/>
            <a:ext cx="178515" cy="158496"/>
          </a:xfrm>
          <a:prstGeom prst="ellipse">
            <a:avLst/>
          </a:prstGeom>
          <a:solidFill>
            <a:srgbClr val="3D63B3"/>
          </a:solidFill>
          <a:ln w="12700">
            <a:solidFill>
              <a:srgbClr val="3D63B3"/>
            </a:solidFill>
            <a:prstDash val="solid"/>
          </a:ln>
        </p:spPr>
      </p:sp>
      <p:sp>
        <p:nvSpPr>
          <p:cNvPr id="32" name="Text 30"/>
          <p:cNvSpPr/>
          <p:nvPr/>
        </p:nvSpPr>
        <p:spPr>
          <a:xfrm>
            <a:off x="6217920" y="4375767"/>
            <a:ext cx="2497908" cy="609600"/>
          </a:xfrm>
          <a:prstGeom prst="rect">
            <a:avLst/>
          </a:prstGeom>
          <a:noFill/>
          <a:ln/>
        </p:spPr>
        <p:txBody>
          <a:bodyPr wrap="square" lIns="0" tIns="0" rIns="0" bIns="0" rtlCol="0" anchor="ctr"/>
          <a:lstStyle/>
          <a:p>
            <a:r>
              <a:rPr lang="pl-PL" sz="2000" b="1" dirty="0" smtClean="0">
                <a:solidFill>
                  <a:srgbClr val="1B2A56"/>
                </a:solidFill>
                <a:latin typeface="Calibri" pitchFamily="34" charset="0"/>
                <a:ea typeface="Calibri" pitchFamily="34" charset="-122"/>
                <a:cs typeface="Calibri" pitchFamily="34" charset="-120"/>
              </a:rPr>
              <a:t>Zaangażowanie - </a:t>
            </a:r>
            <a:endParaRPr lang="pl-PL" sz="2000" dirty="0"/>
          </a:p>
        </p:txBody>
      </p:sp>
      <p:sp>
        <p:nvSpPr>
          <p:cNvPr id="33" name="Text 31"/>
          <p:cNvSpPr/>
          <p:nvPr/>
        </p:nvSpPr>
        <p:spPr>
          <a:xfrm>
            <a:off x="8284903" y="4375767"/>
            <a:ext cx="2703325" cy="609600"/>
          </a:xfrm>
          <a:prstGeom prst="rect">
            <a:avLst/>
          </a:prstGeom>
          <a:noFill/>
          <a:ln/>
        </p:spPr>
        <p:txBody>
          <a:bodyPr wrap="square" lIns="0" tIns="0" rIns="0" bIns="0" rtlCol="0" anchor="ctr"/>
          <a:lstStyle/>
          <a:p>
            <a:r>
              <a:rPr lang="pl-PL" dirty="0" smtClean="0">
                <a:solidFill>
                  <a:srgbClr val="5B6472"/>
                </a:solidFill>
                <a:latin typeface="Calibri" pitchFamily="34" charset="0"/>
                <a:ea typeface="Calibri" pitchFamily="34" charset="-122"/>
                <a:cs typeface="Calibri" pitchFamily="34" charset="-120"/>
              </a:rPr>
              <a:t>mniej sygnałów niewerbalnych do odczytania</a:t>
            </a:r>
            <a:endParaRPr lang="pl-PL" dirty="0"/>
          </a:p>
        </p:txBody>
      </p:sp>
      <p:sp>
        <p:nvSpPr>
          <p:cNvPr id="34" name="Shape 32"/>
          <p:cNvSpPr/>
          <p:nvPr/>
        </p:nvSpPr>
        <p:spPr>
          <a:xfrm>
            <a:off x="5913119" y="5315712"/>
            <a:ext cx="178515" cy="158496"/>
          </a:xfrm>
          <a:prstGeom prst="ellipse">
            <a:avLst/>
          </a:prstGeom>
          <a:solidFill>
            <a:srgbClr val="3D63B3"/>
          </a:solidFill>
          <a:ln w="12700">
            <a:solidFill>
              <a:srgbClr val="3D63B3"/>
            </a:solidFill>
            <a:prstDash val="solid"/>
          </a:ln>
        </p:spPr>
      </p:sp>
      <p:sp>
        <p:nvSpPr>
          <p:cNvPr id="35" name="Text 33"/>
          <p:cNvSpPr/>
          <p:nvPr/>
        </p:nvSpPr>
        <p:spPr>
          <a:xfrm>
            <a:off x="6217920" y="5082903"/>
            <a:ext cx="2497908" cy="609600"/>
          </a:xfrm>
          <a:prstGeom prst="rect">
            <a:avLst/>
          </a:prstGeom>
          <a:noFill/>
          <a:ln/>
        </p:spPr>
        <p:txBody>
          <a:bodyPr wrap="square" lIns="0" tIns="0" rIns="0" bIns="0" rtlCol="0" anchor="ctr"/>
          <a:lstStyle/>
          <a:p>
            <a:r>
              <a:rPr lang="pl-PL" sz="2000" b="1" dirty="0" smtClean="0">
                <a:solidFill>
                  <a:srgbClr val="1B2A56"/>
                </a:solidFill>
                <a:latin typeface="Calibri" pitchFamily="34" charset="0"/>
                <a:ea typeface="Calibri" pitchFamily="34" charset="-122"/>
                <a:cs typeface="Calibri" pitchFamily="34" charset="-120"/>
              </a:rPr>
              <a:t>Jawne reguły - </a:t>
            </a:r>
            <a:endParaRPr lang="pl-PL" sz="2000" dirty="0"/>
          </a:p>
        </p:txBody>
      </p:sp>
      <p:sp>
        <p:nvSpPr>
          <p:cNvPr id="36" name="Text 34"/>
          <p:cNvSpPr/>
          <p:nvPr/>
        </p:nvSpPr>
        <p:spPr>
          <a:xfrm>
            <a:off x="8284903" y="5082903"/>
            <a:ext cx="2703325" cy="609600"/>
          </a:xfrm>
          <a:prstGeom prst="rect">
            <a:avLst/>
          </a:prstGeom>
          <a:noFill/>
          <a:ln/>
        </p:spPr>
        <p:txBody>
          <a:bodyPr wrap="square" lIns="0" tIns="0" rIns="0" bIns="0" rtlCol="0" anchor="ctr"/>
          <a:lstStyle/>
          <a:p>
            <a:r>
              <a:rPr lang="pl-PL" dirty="0" smtClean="0">
                <a:solidFill>
                  <a:srgbClr val="5B6472"/>
                </a:solidFill>
                <a:latin typeface="Calibri" pitchFamily="34" charset="0"/>
                <a:ea typeface="Calibri" pitchFamily="34" charset="-122"/>
                <a:cs typeface="Calibri" pitchFamily="34" charset="-120"/>
              </a:rPr>
              <a:t>zastępują to, co stacjonarnie „samo się dzieje”</a:t>
            </a:r>
            <a:endParaRPr lang="pl-PL" dirty="0"/>
          </a:p>
        </p:txBody>
      </p:sp>
      <p:sp>
        <p:nvSpPr>
          <p:cNvPr id="37" name="Shape 35"/>
          <p:cNvSpPr/>
          <p:nvPr/>
        </p:nvSpPr>
        <p:spPr>
          <a:xfrm>
            <a:off x="585216" y="6089714"/>
            <a:ext cx="10972800" cy="518349"/>
          </a:xfrm>
          <a:prstGeom prst="roundRect">
            <a:avLst>
              <a:gd name="adj" fmla="val 10000"/>
            </a:avLst>
          </a:prstGeom>
          <a:solidFill>
            <a:srgbClr val="EAF0FB"/>
          </a:solidFill>
          <a:ln w="12700">
            <a:solidFill>
              <a:srgbClr val="EAF0FB"/>
            </a:solidFill>
            <a:prstDash val="solid"/>
          </a:ln>
        </p:spPr>
        <p:txBody>
          <a:bodyPr anchor="ctr"/>
          <a:lstStyle/>
          <a:p>
            <a:pPr algn="ctr"/>
            <a:r>
              <a:rPr lang="pl-PL" dirty="0">
                <a:solidFill>
                  <a:srgbClr val="1B2A56"/>
                </a:solidFill>
                <a:latin typeface="Calibri" pitchFamily="34" charset="0"/>
                <a:ea typeface="Calibri" pitchFamily="34" charset="-122"/>
                <a:cs typeface="Calibri" pitchFamily="34" charset="-120"/>
              </a:rPr>
              <a:t>Grupa stacjonarna ma naturalną dynamikę przestrzenną, z kolei online wymaga jawnych reguł w jej zastępstwie</a:t>
            </a:r>
            <a:endParaRPr lang="pl-PL" dirty="0"/>
          </a:p>
        </p:txBody>
      </p:sp>
    </p:spTree>
    <p:extLst>
      <p:ext uri="{BB962C8B-B14F-4D97-AF65-F5344CB8AC3E}">
        <p14:creationId xmlns:p14="http://schemas.microsoft.com/office/powerpoint/2010/main" val="3609650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800" b="1">
                <a:solidFill>
                  <a:srgbClr val="FFFFFF"/>
                </a:solidFill>
                <a:latin typeface="Cambria"/>
                <a:ea typeface="Cambria"/>
                <a:cs typeface="Cambria" pitchFamily="34" charset="-120"/>
              </a:rPr>
              <a:t>DYNAMIKA GRUPY ONLINE</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pl-PL" sz="1600" i="1">
                <a:solidFill>
                  <a:srgbClr val="B7C6E6"/>
                </a:solidFill>
                <a:latin typeface="Calibri"/>
                <a:ea typeface="Calibri"/>
                <a:cs typeface="Calibri"/>
              </a:rPr>
              <a:t>Te same zjawiska, węższy zestaw sygnałów</a:t>
            </a:r>
            <a:endParaRPr lang="pl-PL" sz="1600">
              <a:latin typeface="Calibri"/>
              <a:ea typeface="Calibri"/>
              <a:cs typeface="Calibri"/>
            </a:endParaRPr>
          </a:p>
        </p:txBody>
      </p:sp>
      <p:sp>
        <p:nvSpPr>
          <p:cNvPr id="5" name="Shape 3"/>
          <p:cNvSpPr/>
          <p:nvPr/>
        </p:nvSpPr>
        <p:spPr>
          <a:xfrm flipH="1">
            <a:off x="1706880" y="2377440"/>
            <a:ext cx="2560320" cy="182880"/>
          </a:xfrm>
          <a:prstGeom prst="line">
            <a:avLst/>
          </a:prstGeom>
          <a:noFill/>
          <a:ln w="22225">
            <a:solidFill>
              <a:srgbClr val="1B2A56"/>
            </a:solidFill>
            <a:prstDash val="solid"/>
          </a:ln>
        </p:spPr>
      </p:sp>
      <p:sp>
        <p:nvSpPr>
          <p:cNvPr id="6" name="Shape 4"/>
          <p:cNvSpPr/>
          <p:nvPr/>
        </p:nvSpPr>
        <p:spPr>
          <a:xfrm>
            <a:off x="4267200" y="2377440"/>
            <a:ext cx="1828800" cy="1402080"/>
          </a:xfrm>
          <a:prstGeom prst="line">
            <a:avLst/>
          </a:prstGeom>
          <a:noFill/>
          <a:ln w="22225">
            <a:solidFill>
              <a:srgbClr val="1B2A56"/>
            </a:solidFill>
            <a:prstDash val="solid"/>
          </a:ln>
        </p:spPr>
      </p:sp>
      <p:sp>
        <p:nvSpPr>
          <p:cNvPr id="7" name="Shape 5"/>
          <p:cNvSpPr/>
          <p:nvPr/>
        </p:nvSpPr>
        <p:spPr>
          <a:xfrm flipH="1">
            <a:off x="3657600" y="2377440"/>
            <a:ext cx="609600" cy="2255520"/>
          </a:xfrm>
          <a:prstGeom prst="line">
            <a:avLst/>
          </a:prstGeom>
          <a:noFill/>
          <a:ln w="15875">
            <a:solidFill>
              <a:srgbClr val="8B95A6"/>
            </a:solidFill>
            <a:prstDash val="dash"/>
          </a:ln>
        </p:spPr>
      </p:sp>
      <p:sp>
        <p:nvSpPr>
          <p:cNvPr id="8" name="Shape 6"/>
          <p:cNvSpPr/>
          <p:nvPr/>
        </p:nvSpPr>
        <p:spPr>
          <a:xfrm flipH="1">
            <a:off x="1341120" y="2560320"/>
            <a:ext cx="365760" cy="2316480"/>
          </a:xfrm>
          <a:prstGeom prst="line">
            <a:avLst/>
          </a:prstGeom>
          <a:noFill/>
          <a:ln w="15875">
            <a:solidFill>
              <a:srgbClr val="8B95A6"/>
            </a:solidFill>
            <a:prstDash val="dash"/>
          </a:ln>
        </p:spPr>
      </p:sp>
      <p:sp>
        <p:nvSpPr>
          <p:cNvPr id="9" name="Shape 7"/>
          <p:cNvSpPr/>
          <p:nvPr/>
        </p:nvSpPr>
        <p:spPr>
          <a:xfrm flipH="1">
            <a:off x="1341120" y="4632960"/>
            <a:ext cx="2316480" cy="243840"/>
          </a:xfrm>
          <a:prstGeom prst="line">
            <a:avLst/>
          </a:prstGeom>
          <a:noFill/>
          <a:ln w="15875">
            <a:solidFill>
              <a:srgbClr val="C0392B"/>
            </a:solidFill>
            <a:prstDash val="sysDot"/>
          </a:ln>
        </p:spPr>
      </p:sp>
      <p:sp>
        <p:nvSpPr>
          <p:cNvPr id="10" name="Shape 8"/>
          <p:cNvSpPr/>
          <p:nvPr/>
        </p:nvSpPr>
        <p:spPr>
          <a:xfrm flipH="1">
            <a:off x="3657600" y="3779520"/>
            <a:ext cx="2438400" cy="853440"/>
          </a:xfrm>
          <a:prstGeom prst="line">
            <a:avLst/>
          </a:prstGeom>
          <a:noFill/>
          <a:ln w="15875">
            <a:solidFill>
              <a:srgbClr val="C0392B"/>
            </a:solidFill>
            <a:prstDash val="sysDot"/>
          </a:ln>
        </p:spPr>
      </p:sp>
      <p:sp>
        <p:nvSpPr>
          <p:cNvPr id="11" name="Shape 9"/>
          <p:cNvSpPr/>
          <p:nvPr/>
        </p:nvSpPr>
        <p:spPr>
          <a:xfrm>
            <a:off x="1219200" y="2072640"/>
            <a:ext cx="975360" cy="975360"/>
          </a:xfrm>
          <a:prstGeom prst="ellipse">
            <a:avLst/>
          </a:prstGeom>
          <a:solidFill>
            <a:srgbClr val="3D63B3"/>
          </a:solidFill>
          <a:ln w="25400">
            <a:solidFill>
              <a:srgbClr val="FFFFFF"/>
            </a:solidFill>
            <a:prstDash val="solid"/>
          </a:ln>
        </p:spPr>
      </p:sp>
      <p:sp>
        <p:nvSpPr>
          <p:cNvPr id="12" name="Text 10"/>
          <p:cNvSpPr/>
          <p:nvPr/>
        </p:nvSpPr>
        <p:spPr>
          <a:xfrm>
            <a:off x="1219200" y="2072640"/>
            <a:ext cx="975360" cy="975360"/>
          </a:xfrm>
          <a:prstGeom prst="rect">
            <a:avLst/>
          </a:prstGeom>
          <a:noFill/>
          <a:ln/>
        </p:spPr>
        <p:txBody>
          <a:bodyPr wrap="square" lIns="0" tIns="0" rIns="0" bIns="0" rtlCol="0" anchor="ctr"/>
          <a:lstStyle/>
          <a:p>
            <a:pPr algn="ctr"/>
            <a:r>
              <a:rPr lang="en-US" sz="2800" b="1">
                <a:solidFill>
                  <a:srgbClr val="FFFFFF"/>
                </a:solidFill>
                <a:latin typeface="Calibri"/>
                <a:ea typeface="Calibri"/>
                <a:cs typeface="Calibri"/>
              </a:rPr>
              <a:t>U1</a:t>
            </a:r>
            <a:endParaRPr lang="en-US" sz="2800">
              <a:latin typeface="Calibri"/>
              <a:ea typeface="Calibri"/>
              <a:cs typeface="Calibri"/>
            </a:endParaRPr>
          </a:p>
        </p:txBody>
      </p:sp>
      <p:sp>
        <p:nvSpPr>
          <p:cNvPr id="13" name="Shape 11"/>
          <p:cNvSpPr/>
          <p:nvPr/>
        </p:nvSpPr>
        <p:spPr>
          <a:xfrm>
            <a:off x="3779520" y="1889760"/>
            <a:ext cx="975360" cy="975360"/>
          </a:xfrm>
          <a:prstGeom prst="ellipse">
            <a:avLst/>
          </a:prstGeom>
          <a:solidFill>
            <a:srgbClr val="3D63B3"/>
          </a:solidFill>
          <a:ln w="25400">
            <a:solidFill>
              <a:srgbClr val="FFFFFF"/>
            </a:solidFill>
            <a:prstDash val="solid"/>
          </a:ln>
        </p:spPr>
      </p:sp>
      <p:sp>
        <p:nvSpPr>
          <p:cNvPr id="14" name="Text 12"/>
          <p:cNvSpPr/>
          <p:nvPr/>
        </p:nvSpPr>
        <p:spPr>
          <a:xfrm>
            <a:off x="3779520" y="1889760"/>
            <a:ext cx="975360" cy="975360"/>
          </a:xfrm>
          <a:prstGeom prst="rect">
            <a:avLst/>
          </a:prstGeom>
          <a:noFill/>
          <a:ln/>
        </p:spPr>
        <p:txBody>
          <a:bodyPr wrap="square" lIns="0" tIns="0" rIns="0" bIns="0" rtlCol="0" anchor="ctr"/>
          <a:lstStyle/>
          <a:p>
            <a:pPr algn="ctr"/>
            <a:r>
              <a:rPr lang="en-US" sz="2800" b="1">
                <a:solidFill>
                  <a:srgbClr val="FFFFFF"/>
                </a:solidFill>
                <a:latin typeface="Calibri"/>
                <a:ea typeface="Calibri"/>
                <a:cs typeface="Calibri"/>
              </a:rPr>
              <a:t>U2</a:t>
            </a:r>
            <a:endParaRPr lang="en-US" sz="2800">
              <a:latin typeface="Calibri"/>
              <a:ea typeface="Calibri"/>
              <a:cs typeface="Calibri"/>
            </a:endParaRPr>
          </a:p>
        </p:txBody>
      </p:sp>
      <p:sp>
        <p:nvSpPr>
          <p:cNvPr id="15" name="Shape 13"/>
          <p:cNvSpPr/>
          <p:nvPr/>
        </p:nvSpPr>
        <p:spPr>
          <a:xfrm>
            <a:off x="3169920" y="4145280"/>
            <a:ext cx="975360" cy="975360"/>
          </a:xfrm>
          <a:prstGeom prst="ellipse">
            <a:avLst/>
          </a:prstGeom>
          <a:solidFill>
            <a:srgbClr val="3D63B3"/>
          </a:solidFill>
          <a:ln w="25400">
            <a:solidFill>
              <a:srgbClr val="FFFFFF"/>
            </a:solidFill>
            <a:prstDash val="solid"/>
          </a:ln>
        </p:spPr>
      </p:sp>
      <p:sp>
        <p:nvSpPr>
          <p:cNvPr id="16" name="Text 14"/>
          <p:cNvSpPr/>
          <p:nvPr/>
        </p:nvSpPr>
        <p:spPr>
          <a:xfrm>
            <a:off x="3169920" y="4145280"/>
            <a:ext cx="975360" cy="975360"/>
          </a:xfrm>
          <a:prstGeom prst="rect">
            <a:avLst/>
          </a:prstGeom>
          <a:noFill/>
          <a:ln/>
        </p:spPr>
        <p:txBody>
          <a:bodyPr wrap="square" lIns="0" tIns="0" rIns="0" bIns="0" rtlCol="0" anchor="ctr"/>
          <a:lstStyle/>
          <a:p>
            <a:pPr algn="ctr"/>
            <a:r>
              <a:rPr lang="en-US" sz="2800" b="1">
                <a:solidFill>
                  <a:srgbClr val="FFFFFF"/>
                </a:solidFill>
                <a:latin typeface="Calibri"/>
                <a:ea typeface="Calibri"/>
                <a:cs typeface="Calibri"/>
              </a:rPr>
              <a:t>U3</a:t>
            </a:r>
            <a:endParaRPr lang="en-US" sz="2800">
              <a:latin typeface="Calibri"/>
              <a:ea typeface="Calibri"/>
              <a:cs typeface="Calibri"/>
            </a:endParaRPr>
          </a:p>
        </p:txBody>
      </p:sp>
      <p:sp>
        <p:nvSpPr>
          <p:cNvPr id="17" name="Shape 15"/>
          <p:cNvSpPr/>
          <p:nvPr/>
        </p:nvSpPr>
        <p:spPr>
          <a:xfrm>
            <a:off x="853440" y="4389120"/>
            <a:ext cx="975360" cy="975360"/>
          </a:xfrm>
          <a:prstGeom prst="ellipse">
            <a:avLst/>
          </a:prstGeom>
          <a:solidFill>
            <a:srgbClr val="3D63B3"/>
          </a:solidFill>
          <a:ln w="25400">
            <a:solidFill>
              <a:srgbClr val="FFFFFF"/>
            </a:solidFill>
            <a:prstDash val="solid"/>
          </a:ln>
        </p:spPr>
      </p:sp>
      <p:sp>
        <p:nvSpPr>
          <p:cNvPr id="18" name="Text 16"/>
          <p:cNvSpPr/>
          <p:nvPr/>
        </p:nvSpPr>
        <p:spPr>
          <a:xfrm>
            <a:off x="853440" y="4389120"/>
            <a:ext cx="975360" cy="975360"/>
          </a:xfrm>
          <a:prstGeom prst="rect">
            <a:avLst/>
          </a:prstGeom>
          <a:noFill/>
          <a:ln/>
        </p:spPr>
        <p:txBody>
          <a:bodyPr wrap="square" lIns="0" tIns="0" rIns="0" bIns="0" rtlCol="0" anchor="ctr"/>
          <a:lstStyle/>
          <a:p>
            <a:pPr algn="ctr"/>
            <a:r>
              <a:rPr lang="en-US" sz="2800" b="1">
                <a:solidFill>
                  <a:srgbClr val="FFFFFF"/>
                </a:solidFill>
                <a:latin typeface="Calibri"/>
                <a:ea typeface="Calibri"/>
                <a:cs typeface="Calibri"/>
              </a:rPr>
              <a:t>U4</a:t>
            </a:r>
            <a:endParaRPr lang="en-US" sz="2800">
              <a:latin typeface="Calibri"/>
              <a:ea typeface="Calibri"/>
              <a:cs typeface="Calibri"/>
            </a:endParaRPr>
          </a:p>
        </p:txBody>
      </p:sp>
      <p:sp>
        <p:nvSpPr>
          <p:cNvPr id="19" name="Shape 17"/>
          <p:cNvSpPr/>
          <p:nvPr/>
        </p:nvSpPr>
        <p:spPr>
          <a:xfrm>
            <a:off x="5608320" y="3291840"/>
            <a:ext cx="975360" cy="975360"/>
          </a:xfrm>
          <a:prstGeom prst="ellipse">
            <a:avLst/>
          </a:prstGeom>
          <a:solidFill>
            <a:srgbClr val="3D63B3"/>
          </a:solidFill>
          <a:ln w="25400">
            <a:solidFill>
              <a:srgbClr val="FFFFFF"/>
            </a:solidFill>
            <a:prstDash val="solid"/>
          </a:ln>
        </p:spPr>
      </p:sp>
      <p:sp>
        <p:nvSpPr>
          <p:cNvPr id="20" name="Text 18"/>
          <p:cNvSpPr/>
          <p:nvPr/>
        </p:nvSpPr>
        <p:spPr>
          <a:xfrm>
            <a:off x="5608320" y="3291840"/>
            <a:ext cx="975360" cy="975360"/>
          </a:xfrm>
          <a:prstGeom prst="rect">
            <a:avLst/>
          </a:prstGeom>
          <a:noFill/>
          <a:ln/>
        </p:spPr>
        <p:txBody>
          <a:bodyPr wrap="square" lIns="0" tIns="0" rIns="0" bIns="0" rtlCol="0" anchor="ctr"/>
          <a:lstStyle/>
          <a:p>
            <a:pPr algn="ctr"/>
            <a:r>
              <a:rPr lang="en-US" sz="2800" b="1">
                <a:solidFill>
                  <a:srgbClr val="FFFFFF"/>
                </a:solidFill>
                <a:latin typeface="Calibri"/>
                <a:ea typeface="Calibri"/>
                <a:cs typeface="Calibri"/>
              </a:rPr>
              <a:t>U5</a:t>
            </a:r>
            <a:endParaRPr lang="en-US" sz="2800">
              <a:latin typeface="Calibri"/>
              <a:ea typeface="Calibri"/>
              <a:cs typeface="Calibri"/>
            </a:endParaRPr>
          </a:p>
        </p:txBody>
      </p:sp>
      <p:sp>
        <p:nvSpPr>
          <p:cNvPr id="21" name="Shape 19"/>
          <p:cNvSpPr/>
          <p:nvPr/>
        </p:nvSpPr>
        <p:spPr>
          <a:xfrm>
            <a:off x="2165531" y="5693515"/>
            <a:ext cx="609600" cy="0"/>
          </a:xfrm>
          <a:prstGeom prst="line">
            <a:avLst/>
          </a:prstGeom>
          <a:noFill/>
          <a:ln w="25400">
            <a:solidFill>
              <a:srgbClr val="1B2A56"/>
            </a:solidFill>
            <a:prstDash val="solid"/>
          </a:ln>
        </p:spPr>
      </p:sp>
      <p:sp>
        <p:nvSpPr>
          <p:cNvPr id="22" name="Text 20"/>
          <p:cNvSpPr/>
          <p:nvPr/>
        </p:nvSpPr>
        <p:spPr>
          <a:xfrm>
            <a:off x="2897051" y="5564628"/>
            <a:ext cx="4876800" cy="304800"/>
          </a:xfrm>
          <a:prstGeom prst="rect">
            <a:avLst/>
          </a:prstGeom>
          <a:noFill/>
          <a:ln/>
        </p:spPr>
        <p:txBody>
          <a:bodyPr wrap="square" lIns="0" tIns="0" rIns="0" bIns="0" rtlCol="0" anchor="ctr"/>
          <a:lstStyle/>
          <a:p>
            <a:r>
              <a:rPr lang="en-US" err="1">
                <a:solidFill>
                  <a:srgbClr val="5B6472"/>
                </a:solidFill>
                <a:latin typeface="Calibri"/>
                <a:ea typeface="Calibri"/>
                <a:cs typeface="Calibri"/>
              </a:rPr>
              <a:t>aktywność</a:t>
            </a:r>
            <a:r>
              <a:rPr lang="en-US">
                <a:solidFill>
                  <a:srgbClr val="5B6472"/>
                </a:solidFill>
                <a:latin typeface="Calibri"/>
                <a:ea typeface="Calibri"/>
                <a:cs typeface="Calibri"/>
              </a:rPr>
              <a:t> </a:t>
            </a:r>
            <a:r>
              <a:rPr lang="en-US" err="1">
                <a:solidFill>
                  <a:srgbClr val="5B6472"/>
                </a:solidFill>
                <a:latin typeface="Calibri"/>
                <a:ea typeface="Calibri"/>
                <a:cs typeface="Calibri"/>
              </a:rPr>
              <a:t>i</a:t>
            </a:r>
            <a:r>
              <a:rPr lang="en-US">
                <a:solidFill>
                  <a:srgbClr val="5B6472"/>
                </a:solidFill>
                <a:latin typeface="Calibri"/>
                <a:ea typeface="Calibri"/>
                <a:cs typeface="Calibri"/>
              </a:rPr>
              <a:t> </a:t>
            </a:r>
            <a:r>
              <a:rPr lang="en-US" err="1">
                <a:solidFill>
                  <a:srgbClr val="5B6472"/>
                </a:solidFill>
                <a:latin typeface="Calibri"/>
                <a:ea typeface="Calibri"/>
                <a:cs typeface="Calibri"/>
              </a:rPr>
              <a:t>zaangażowanie</a:t>
            </a:r>
            <a:endParaRPr lang="en-US">
              <a:latin typeface="Calibri"/>
              <a:ea typeface="Calibri"/>
              <a:cs typeface="Calibri"/>
            </a:endParaRPr>
          </a:p>
        </p:txBody>
      </p:sp>
      <p:sp>
        <p:nvSpPr>
          <p:cNvPr id="23" name="Shape 21"/>
          <p:cNvSpPr/>
          <p:nvPr/>
        </p:nvSpPr>
        <p:spPr>
          <a:xfrm>
            <a:off x="2165531" y="6010507"/>
            <a:ext cx="609600" cy="0"/>
          </a:xfrm>
          <a:prstGeom prst="line">
            <a:avLst/>
          </a:prstGeom>
          <a:noFill/>
          <a:ln w="25400">
            <a:solidFill>
              <a:srgbClr val="8B95A6"/>
            </a:solidFill>
            <a:prstDash val="dash"/>
          </a:ln>
        </p:spPr>
      </p:sp>
      <p:sp>
        <p:nvSpPr>
          <p:cNvPr id="24" name="Text 22"/>
          <p:cNvSpPr/>
          <p:nvPr/>
        </p:nvSpPr>
        <p:spPr>
          <a:xfrm>
            <a:off x="2897051" y="5881620"/>
            <a:ext cx="4876800" cy="304800"/>
          </a:xfrm>
          <a:prstGeom prst="rect">
            <a:avLst/>
          </a:prstGeom>
          <a:noFill/>
          <a:ln/>
        </p:spPr>
        <p:txBody>
          <a:bodyPr wrap="square" lIns="0" tIns="0" rIns="0" bIns="0" rtlCol="0" anchor="ctr"/>
          <a:lstStyle/>
          <a:p>
            <a:r>
              <a:rPr lang="en-US" err="1">
                <a:solidFill>
                  <a:srgbClr val="5B6472"/>
                </a:solidFill>
                <a:latin typeface="Calibri"/>
                <a:ea typeface="Calibri"/>
                <a:cs typeface="Calibri"/>
              </a:rPr>
              <a:t>niejasny</a:t>
            </a:r>
            <a:r>
              <a:rPr lang="en-US">
                <a:solidFill>
                  <a:srgbClr val="5B6472"/>
                </a:solidFill>
                <a:latin typeface="Calibri"/>
                <a:ea typeface="Calibri"/>
                <a:cs typeface="Calibri"/>
              </a:rPr>
              <a:t> status (</a:t>
            </a:r>
            <a:r>
              <a:rPr lang="en-US" err="1">
                <a:solidFill>
                  <a:srgbClr val="5B6472"/>
                </a:solidFill>
                <a:latin typeface="Calibri"/>
                <a:ea typeface="Calibri"/>
                <a:cs typeface="Calibri"/>
              </a:rPr>
              <a:t>cisza</a:t>
            </a:r>
            <a:r>
              <a:rPr lang="en-US">
                <a:solidFill>
                  <a:srgbClr val="5B6472"/>
                </a:solidFill>
                <a:latin typeface="Calibri"/>
                <a:ea typeface="Calibri"/>
                <a:cs typeface="Calibri"/>
              </a:rPr>
              <a:t>, </a:t>
            </a:r>
            <a:r>
              <a:rPr lang="en-US" err="1">
                <a:solidFill>
                  <a:srgbClr val="5B6472"/>
                </a:solidFill>
                <a:latin typeface="Calibri"/>
                <a:ea typeface="Calibri"/>
                <a:cs typeface="Calibri"/>
              </a:rPr>
              <a:t>mikroprzerwa</a:t>
            </a:r>
            <a:r>
              <a:rPr lang="en-US">
                <a:solidFill>
                  <a:srgbClr val="5B6472"/>
                </a:solidFill>
                <a:latin typeface="Calibri"/>
                <a:ea typeface="Calibri"/>
                <a:cs typeface="Calibri"/>
              </a:rPr>
              <a:t>)</a:t>
            </a:r>
            <a:endParaRPr lang="en-US">
              <a:latin typeface="Calibri"/>
              <a:ea typeface="Calibri"/>
              <a:cs typeface="Calibri"/>
            </a:endParaRPr>
          </a:p>
        </p:txBody>
      </p:sp>
      <p:sp>
        <p:nvSpPr>
          <p:cNvPr id="25" name="Shape 23"/>
          <p:cNvSpPr/>
          <p:nvPr/>
        </p:nvSpPr>
        <p:spPr>
          <a:xfrm>
            <a:off x="2165531" y="6327499"/>
            <a:ext cx="609600" cy="0"/>
          </a:xfrm>
          <a:prstGeom prst="line">
            <a:avLst/>
          </a:prstGeom>
          <a:noFill/>
          <a:ln w="25400">
            <a:solidFill>
              <a:srgbClr val="C0392B"/>
            </a:solidFill>
            <a:prstDash val="sysDot"/>
          </a:ln>
        </p:spPr>
      </p:sp>
      <p:sp>
        <p:nvSpPr>
          <p:cNvPr id="26" name="Text 24"/>
          <p:cNvSpPr/>
          <p:nvPr/>
        </p:nvSpPr>
        <p:spPr>
          <a:xfrm>
            <a:off x="2897051" y="6198612"/>
            <a:ext cx="4876800" cy="304800"/>
          </a:xfrm>
          <a:prstGeom prst="rect">
            <a:avLst/>
          </a:prstGeom>
          <a:noFill/>
          <a:ln/>
        </p:spPr>
        <p:txBody>
          <a:bodyPr wrap="square" lIns="0" tIns="0" rIns="0" bIns="0" rtlCol="0" anchor="ctr"/>
          <a:lstStyle/>
          <a:p>
            <a:r>
              <a:rPr lang="en-US" err="1">
                <a:solidFill>
                  <a:srgbClr val="5B6472"/>
                </a:solidFill>
                <a:latin typeface="Calibri"/>
                <a:ea typeface="Calibri"/>
                <a:cs typeface="Calibri"/>
              </a:rPr>
              <a:t>potencjalna</a:t>
            </a:r>
            <a:r>
              <a:rPr lang="en-US">
                <a:solidFill>
                  <a:srgbClr val="5B6472"/>
                </a:solidFill>
                <a:latin typeface="Calibri"/>
                <a:ea typeface="Calibri"/>
                <a:cs typeface="Calibri"/>
              </a:rPr>
              <a:t> </a:t>
            </a:r>
            <a:r>
              <a:rPr lang="en-US" err="1">
                <a:solidFill>
                  <a:srgbClr val="5B6472"/>
                </a:solidFill>
                <a:latin typeface="Calibri"/>
                <a:ea typeface="Calibri"/>
                <a:cs typeface="Calibri"/>
              </a:rPr>
              <a:t>koalicja</a:t>
            </a:r>
            <a:r>
              <a:rPr lang="en-US">
                <a:solidFill>
                  <a:srgbClr val="5B6472"/>
                </a:solidFill>
                <a:latin typeface="Calibri"/>
                <a:ea typeface="Calibri"/>
                <a:cs typeface="Calibri"/>
              </a:rPr>
              <a:t> </a:t>
            </a:r>
            <a:r>
              <a:rPr lang="en-US" err="1">
                <a:solidFill>
                  <a:srgbClr val="5B6472"/>
                </a:solidFill>
                <a:latin typeface="Calibri"/>
                <a:ea typeface="Calibri"/>
                <a:cs typeface="Calibri"/>
              </a:rPr>
              <a:t>poza</a:t>
            </a:r>
            <a:r>
              <a:rPr lang="en-US">
                <a:solidFill>
                  <a:srgbClr val="5B6472"/>
                </a:solidFill>
                <a:latin typeface="Calibri"/>
                <a:ea typeface="Calibri"/>
                <a:cs typeface="Calibri"/>
              </a:rPr>
              <a:t> </a:t>
            </a:r>
            <a:r>
              <a:rPr lang="en-US" err="1">
                <a:solidFill>
                  <a:srgbClr val="5B6472"/>
                </a:solidFill>
                <a:latin typeface="Calibri"/>
                <a:ea typeface="Calibri"/>
                <a:cs typeface="Calibri"/>
              </a:rPr>
              <a:t>sesją</a:t>
            </a:r>
            <a:endParaRPr lang="en-US">
              <a:latin typeface="Calibri"/>
              <a:ea typeface="Calibri"/>
              <a:cs typeface="Calibri"/>
            </a:endParaRPr>
          </a:p>
        </p:txBody>
      </p:sp>
      <p:sp>
        <p:nvSpPr>
          <p:cNvPr id="27" name="Shape 25"/>
          <p:cNvSpPr/>
          <p:nvPr/>
        </p:nvSpPr>
        <p:spPr>
          <a:xfrm>
            <a:off x="8168640" y="1706880"/>
            <a:ext cx="3413760" cy="4084320"/>
          </a:xfrm>
          <a:prstGeom prst="roundRect">
            <a:avLst>
              <a:gd name="adj" fmla="val 2500"/>
            </a:avLst>
          </a:prstGeom>
          <a:solidFill>
            <a:srgbClr val="EAF0FB"/>
          </a:solidFill>
          <a:ln w="12700">
            <a:solidFill>
              <a:srgbClr val="DCE2EC"/>
            </a:solidFill>
            <a:prstDash val="solid"/>
          </a:ln>
        </p:spPr>
      </p:sp>
      <p:sp>
        <p:nvSpPr>
          <p:cNvPr id="28" name="Text 26"/>
          <p:cNvSpPr/>
          <p:nvPr/>
        </p:nvSpPr>
        <p:spPr>
          <a:xfrm>
            <a:off x="8405223" y="1914435"/>
            <a:ext cx="2933337" cy="632822"/>
          </a:xfrm>
          <a:prstGeom prst="rect">
            <a:avLst/>
          </a:prstGeom>
          <a:noFill/>
          <a:ln/>
        </p:spPr>
        <p:txBody>
          <a:bodyPr wrap="square" lIns="0" tIns="0" rIns="0" bIns="0" rtlCol="0" anchor="ctr"/>
          <a:lstStyle/>
          <a:p>
            <a:pPr algn="ctr"/>
            <a:r>
              <a:rPr lang="en-US" sz="2800" b="1">
                <a:solidFill>
                  <a:srgbClr val="1B2A56"/>
                </a:solidFill>
                <a:latin typeface="Cambria"/>
                <a:ea typeface="Cambria"/>
                <a:cs typeface="Cambria" pitchFamily="34" charset="-120"/>
              </a:rPr>
              <a:t>Breakout rooms </a:t>
            </a:r>
            <a:r>
              <a:rPr lang="en-US" sz="2400">
                <a:solidFill>
                  <a:srgbClr val="1B2A56"/>
                </a:solidFill>
                <a:latin typeface="Cambria"/>
                <a:ea typeface="Cambria"/>
                <a:cs typeface="Cambria" pitchFamily="34" charset="-120"/>
              </a:rPr>
              <a:t>(</a:t>
            </a:r>
            <a:r>
              <a:rPr lang="pl-PL" sz="2400">
                <a:solidFill>
                  <a:srgbClr val="1B2A56"/>
                </a:solidFill>
                <a:latin typeface="Cambria"/>
                <a:ea typeface="Cambria"/>
                <a:cs typeface="Cambria" pitchFamily="34" charset="-120"/>
              </a:rPr>
              <a:t>osobne pokoje)</a:t>
            </a:r>
            <a:endParaRPr lang="pl-PL" sz="2400">
              <a:latin typeface="Cambria"/>
              <a:ea typeface="Cambria"/>
              <a:cs typeface="Calibri"/>
            </a:endParaRPr>
          </a:p>
        </p:txBody>
      </p:sp>
      <p:sp>
        <p:nvSpPr>
          <p:cNvPr id="29" name="Text 27"/>
          <p:cNvSpPr/>
          <p:nvPr/>
        </p:nvSpPr>
        <p:spPr>
          <a:xfrm>
            <a:off x="8405223" y="2879633"/>
            <a:ext cx="3027679" cy="2685145"/>
          </a:xfrm>
          <a:prstGeom prst="rect">
            <a:avLst/>
          </a:prstGeom>
          <a:noFill/>
          <a:ln/>
        </p:spPr>
        <p:txBody>
          <a:bodyPr wrap="square" lIns="0" tIns="0" rIns="0" bIns="0" rtlCol="0" anchor="ctr"/>
          <a:lstStyle/>
          <a:p>
            <a:pPr>
              <a:lnSpc>
                <a:spcPct val="150000"/>
              </a:lnSpc>
            </a:pPr>
            <a:r>
              <a:rPr lang="pl-PL" sz="2000">
                <a:latin typeface="Calibri"/>
                <a:ea typeface="Calibri"/>
                <a:cs typeface="Calibri"/>
              </a:rPr>
              <a:t>Praca w podgrupach: funkcja bez prostego stacjonarnego odpowiednika. Daje nowe możliwości, ale wymaga przemyślanej struktury powrotu do grupy głównej.</a:t>
            </a:r>
          </a:p>
        </p:txBody>
      </p:sp>
    </p:spTree>
    <p:extLst>
      <p:ext uri="{BB962C8B-B14F-4D97-AF65-F5344CB8AC3E}">
        <p14:creationId xmlns:p14="http://schemas.microsoft.com/office/powerpoint/2010/main" val="1903968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p>
            <a:r>
              <a:rPr lang="en-US" sz="2800" b="1">
                <a:solidFill>
                  <a:srgbClr val="FFFFFF"/>
                </a:solidFill>
                <a:latin typeface="Cambria"/>
                <a:ea typeface="Cambria"/>
                <a:cs typeface="Cambria" pitchFamily="34" charset="-120"/>
              </a:rPr>
              <a:t>ZASADY BEZPIECZNEJ GRUPY CYFROWEJ</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p>
            <a:r>
              <a:rPr lang="en-US" sz="1600" i="1" err="1">
                <a:solidFill>
                  <a:srgbClr val="B7C6E6"/>
                </a:solidFill>
                <a:latin typeface="Calibri"/>
                <a:ea typeface="Calibri"/>
                <a:cs typeface="Calibri"/>
              </a:rPr>
              <a:t>Sześć</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elementów</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kompletnego</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systemu</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bezpieczeństwa</a:t>
            </a:r>
            <a:endParaRPr lang="en-US" sz="1600" err="1">
              <a:latin typeface="Calibri"/>
              <a:ea typeface="Calibri"/>
              <a:cs typeface="Calibri"/>
            </a:endParaRPr>
          </a:p>
        </p:txBody>
      </p:sp>
      <p:sp>
        <p:nvSpPr>
          <p:cNvPr id="29" name="Shape 27"/>
          <p:cNvSpPr/>
          <p:nvPr/>
        </p:nvSpPr>
        <p:spPr>
          <a:xfrm>
            <a:off x="609600" y="5827776"/>
            <a:ext cx="10972800" cy="670560"/>
          </a:xfrm>
          <a:prstGeom prst="roundRect">
            <a:avLst>
              <a:gd name="adj" fmla="val 10909"/>
            </a:avLst>
          </a:prstGeom>
          <a:solidFill>
            <a:srgbClr val="EAF0FB"/>
          </a:solidFill>
          <a:ln w="12700">
            <a:solidFill>
              <a:srgbClr val="EAF0FB"/>
            </a:solidFill>
            <a:prstDash val="solid"/>
          </a:ln>
        </p:spPr>
      </p:sp>
      <p:sp>
        <p:nvSpPr>
          <p:cNvPr id="30" name="Text 28"/>
          <p:cNvSpPr/>
          <p:nvPr/>
        </p:nvSpPr>
        <p:spPr>
          <a:xfrm>
            <a:off x="609600" y="5842872"/>
            <a:ext cx="10965542" cy="640368"/>
          </a:xfrm>
          <a:prstGeom prst="rect">
            <a:avLst/>
          </a:prstGeom>
          <a:noFill/>
          <a:ln/>
        </p:spPr>
        <p:txBody>
          <a:bodyPr wrap="square" lIns="0" tIns="0" rIns="0" bIns="0" rtlCol="0" anchor="ctr"/>
          <a:lstStyle/>
          <a:p>
            <a:pPr algn="ctr"/>
            <a:r>
              <a:rPr lang="pl-PL" sz="2200" dirty="0">
                <a:solidFill>
                  <a:srgbClr val="1B2A56"/>
                </a:solidFill>
                <a:latin typeface="Calibri"/>
                <a:ea typeface="Calibri"/>
                <a:cs typeface="Calibri"/>
              </a:rPr>
              <a:t>Bezpieczeństwo grupy cyfrowej wymaga więcej sformalizowanych reguł niż grupa stacjonarna</a:t>
            </a:r>
            <a:endParaRPr lang="pl-PL" sz="2200" dirty="0">
              <a:latin typeface="Calibri"/>
              <a:ea typeface="Calibri"/>
              <a:cs typeface="Calibri"/>
            </a:endParaRPr>
          </a:p>
        </p:txBody>
      </p:sp>
      <p:sp>
        <p:nvSpPr>
          <p:cNvPr id="5" name="Shape 3"/>
          <p:cNvSpPr/>
          <p:nvPr/>
        </p:nvSpPr>
        <p:spPr>
          <a:xfrm>
            <a:off x="60960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962331"/>
            <a:ext cx="195072" cy="195072"/>
          </a:xfrm>
          <a:prstGeom prst="rect">
            <a:avLst/>
          </a:prstGeom>
          <a:solidFill>
            <a:srgbClr val="FFFFFF"/>
          </a:solidFill>
          <a:ln w="19050">
            <a:solidFill>
              <a:srgbClr val="1B2A56"/>
            </a:solidFill>
            <a:prstDash val="solid"/>
          </a:ln>
        </p:spPr>
      </p:sp>
      <p:sp>
        <p:nvSpPr>
          <p:cNvPr id="7" name="Text 5"/>
          <p:cNvSpPr/>
          <p:nvPr/>
        </p:nvSpPr>
        <p:spPr>
          <a:xfrm>
            <a:off x="1170432" y="1804416"/>
            <a:ext cx="2682240" cy="548640"/>
          </a:xfrm>
          <a:prstGeom prst="rect">
            <a:avLst/>
          </a:prstGeom>
          <a:noFill/>
          <a:ln/>
        </p:spPr>
        <p:txBody>
          <a:bodyPr wrap="square" lIns="0" tIns="0" rIns="0" bIns="0" rtlCol="0" anchor="ctr"/>
          <a:lstStyle/>
          <a:p>
            <a:r>
              <a:rPr lang="en-US" sz="2400" b="1" err="1">
                <a:solidFill>
                  <a:srgbClr val="1B2A56"/>
                </a:solidFill>
                <a:latin typeface="Cambria"/>
                <a:ea typeface="Cambria"/>
                <a:cs typeface="Cambria" pitchFamily="34" charset="-120"/>
              </a:rPr>
              <a:t>Regulamin</a:t>
            </a:r>
            <a:r>
              <a:rPr lang="en-US" sz="2400" b="1">
                <a:solidFill>
                  <a:srgbClr val="1B2A56"/>
                </a:solidFill>
                <a:latin typeface="Cambria"/>
                <a:ea typeface="Cambria"/>
                <a:cs typeface="Cambria" pitchFamily="34" charset="-120"/>
              </a:rPr>
              <a:t> </a:t>
            </a:r>
            <a:r>
              <a:rPr lang="en-US" sz="2400" b="1" err="1">
                <a:solidFill>
                  <a:srgbClr val="1B2A56"/>
                </a:solidFill>
                <a:latin typeface="Cambria"/>
                <a:ea typeface="Cambria"/>
                <a:cs typeface="Cambria" pitchFamily="34" charset="-120"/>
              </a:rPr>
              <a:t>grupy</a:t>
            </a:r>
            <a:endParaRPr lang="en-US" sz="2400">
              <a:latin typeface="Calibri"/>
              <a:ea typeface="Calibri"/>
              <a:cs typeface="Calibri"/>
            </a:endParaRPr>
          </a:p>
        </p:txBody>
      </p:sp>
      <p:sp>
        <p:nvSpPr>
          <p:cNvPr id="8" name="Text 6"/>
          <p:cNvSpPr/>
          <p:nvPr/>
        </p:nvSpPr>
        <p:spPr>
          <a:xfrm>
            <a:off x="829056" y="2450592"/>
            <a:ext cx="2987040" cy="950976"/>
          </a:xfrm>
          <a:prstGeom prst="rect">
            <a:avLst/>
          </a:prstGeom>
          <a:noFill/>
          <a:ln/>
        </p:spPr>
        <p:txBody>
          <a:bodyPr wrap="square" lIns="0" tIns="0" rIns="0" bIns="0" rtlCol="0" anchor="ctr"/>
          <a:lstStyle/>
          <a:p>
            <a:r>
              <a:rPr lang="pl-PL" sz="2000">
                <a:solidFill>
                  <a:srgbClr val="5B6472"/>
                </a:solidFill>
                <a:latin typeface="Calibri"/>
                <a:ea typeface="Calibri"/>
                <a:cs typeface="Calibri"/>
              </a:rPr>
              <a:t>spisany, znany wszystkim przed pierwszą sesją</a:t>
            </a:r>
            <a:endParaRPr lang="pl-PL" sz="2000">
              <a:latin typeface="Calibri"/>
              <a:ea typeface="Calibri"/>
              <a:cs typeface="Calibri"/>
            </a:endParaRPr>
          </a:p>
        </p:txBody>
      </p:sp>
      <p:sp>
        <p:nvSpPr>
          <p:cNvPr id="9" name="Shape 7"/>
          <p:cNvSpPr/>
          <p:nvPr/>
        </p:nvSpPr>
        <p:spPr>
          <a:xfrm>
            <a:off x="438912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0" name="Shape 8"/>
          <p:cNvSpPr/>
          <p:nvPr/>
        </p:nvSpPr>
        <p:spPr>
          <a:xfrm>
            <a:off x="4608576" y="1962331"/>
            <a:ext cx="195072" cy="195072"/>
          </a:xfrm>
          <a:prstGeom prst="rect">
            <a:avLst/>
          </a:prstGeom>
          <a:solidFill>
            <a:srgbClr val="FFFFFF"/>
          </a:solidFill>
          <a:ln w="19050">
            <a:solidFill>
              <a:srgbClr val="1B2A56"/>
            </a:solidFill>
            <a:prstDash val="solid"/>
          </a:ln>
        </p:spPr>
      </p:sp>
      <p:sp>
        <p:nvSpPr>
          <p:cNvPr id="11" name="Text 9"/>
          <p:cNvSpPr/>
          <p:nvPr/>
        </p:nvSpPr>
        <p:spPr>
          <a:xfrm>
            <a:off x="4949952" y="1804416"/>
            <a:ext cx="2682240" cy="548640"/>
          </a:xfrm>
          <a:prstGeom prst="rect">
            <a:avLst/>
          </a:prstGeom>
          <a:noFill/>
          <a:ln/>
        </p:spPr>
        <p:txBody>
          <a:bodyPr wrap="square" lIns="0" tIns="0" rIns="0" bIns="0" rtlCol="0" anchor="ctr"/>
          <a:lstStyle/>
          <a:p>
            <a:r>
              <a:rPr lang="en-US" sz="2400" b="1" err="1">
                <a:solidFill>
                  <a:srgbClr val="1B2A56"/>
                </a:solidFill>
                <a:latin typeface="Cambria"/>
                <a:ea typeface="Cambria"/>
                <a:cs typeface="Cambria" pitchFamily="34" charset="-120"/>
              </a:rPr>
              <a:t>Zakaz</a:t>
            </a:r>
            <a:r>
              <a:rPr lang="en-US" sz="2400" b="1">
                <a:solidFill>
                  <a:srgbClr val="1B2A56"/>
                </a:solidFill>
                <a:latin typeface="Cambria"/>
                <a:ea typeface="Cambria"/>
                <a:cs typeface="Cambria" pitchFamily="34" charset="-120"/>
              </a:rPr>
              <a:t> </a:t>
            </a:r>
            <a:r>
              <a:rPr lang="en-US" sz="2400" b="1" err="1">
                <a:solidFill>
                  <a:srgbClr val="1B2A56"/>
                </a:solidFill>
                <a:latin typeface="Cambria"/>
                <a:ea typeface="Cambria"/>
                <a:cs typeface="Cambria" pitchFamily="34" charset="-120"/>
              </a:rPr>
              <a:t>nagrywania</a:t>
            </a:r>
            <a:endParaRPr lang="en-US" sz="2400">
              <a:latin typeface="Calibri"/>
              <a:ea typeface="Calibri"/>
              <a:cs typeface="Calibri"/>
            </a:endParaRPr>
          </a:p>
        </p:txBody>
      </p:sp>
      <p:sp>
        <p:nvSpPr>
          <p:cNvPr id="12" name="Text 10"/>
          <p:cNvSpPr/>
          <p:nvPr/>
        </p:nvSpPr>
        <p:spPr>
          <a:xfrm>
            <a:off x="4608576" y="2450592"/>
            <a:ext cx="2987040" cy="950976"/>
          </a:xfrm>
          <a:prstGeom prst="rect">
            <a:avLst/>
          </a:prstGeom>
          <a:noFill/>
          <a:ln/>
        </p:spPr>
        <p:txBody>
          <a:bodyPr wrap="square" lIns="0" tIns="0" rIns="0" bIns="0" rtlCol="0" anchor="ctr"/>
          <a:lstStyle/>
          <a:p>
            <a:r>
              <a:rPr lang="pl-PL" sz="2000">
                <a:solidFill>
                  <a:srgbClr val="5B6472"/>
                </a:solidFill>
                <a:latin typeface="Calibri"/>
                <a:ea typeface="Calibri"/>
                <a:cs typeface="Calibri"/>
              </a:rPr>
              <a:t>jasno komunikowany i uzasadniony uczestnikom</a:t>
            </a:r>
            <a:endParaRPr lang="pl-PL" sz="2000">
              <a:latin typeface="Calibri"/>
              <a:ea typeface="Calibri"/>
              <a:cs typeface="Calibri"/>
            </a:endParaRPr>
          </a:p>
        </p:txBody>
      </p:sp>
      <p:sp>
        <p:nvSpPr>
          <p:cNvPr id="13" name="Shape 11"/>
          <p:cNvSpPr/>
          <p:nvPr/>
        </p:nvSpPr>
        <p:spPr>
          <a:xfrm>
            <a:off x="816864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4" name="Shape 12"/>
          <p:cNvSpPr/>
          <p:nvPr/>
        </p:nvSpPr>
        <p:spPr>
          <a:xfrm>
            <a:off x="8388096" y="1962331"/>
            <a:ext cx="195072" cy="195072"/>
          </a:xfrm>
          <a:prstGeom prst="rect">
            <a:avLst/>
          </a:prstGeom>
          <a:solidFill>
            <a:srgbClr val="FFFFFF"/>
          </a:solidFill>
          <a:ln w="19050">
            <a:solidFill>
              <a:srgbClr val="1B2A56"/>
            </a:solidFill>
            <a:prstDash val="solid"/>
          </a:ln>
        </p:spPr>
      </p:sp>
      <p:sp>
        <p:nvSpPr>
          <p:cNvPr id="15" name="Text 13"/>
          <p:cNvSpPr/>
          <p:nvPr/>
        </p:nvSpPr>
        <p:spPr>
          <a:xfrm>
            <a:off x="8714958" y="1804416"/>
            <a:ext cx="2660467" cy="548640"/>
          </a:xfrm>
          <a:prstGeom prst="rect">
            <a:avLst/>
          </a:prstGeom>
          <a:noFill/>
          <a:ln/>
        </p:spPr>
        <p:txBody>
          <a:bodyPr wrap="square" lIns="0" tIns="0" rIns="0" bIns="0" rtlCol="0" anchor="ctr"/>
          <a:lstStyle/>
          <a:p>
            <a:r>
              <a:rPr lang="en-US" sz="2200" b="1" err="1">
                <a:solidFill>
                  <a:srgbClr val="1B2A56"/>
                </a:solidFill>
                <a:latin typeface="Cambria"/>
                <a:ea typeface="Cambria"/>
                <a:cs typeface="Cambria" pitchFamily="34" charset="-120"/>
              </a:rPr>
              <a:t>Słuchawki</a:t>
            </a:r>
            <a:r>
              <a:rPr lang="en-US" sz="2200" b="1">
                <a:solidFill>
                  <a:srgbClr val="1B2A56"/>
                </a:solidFill>
                <a:latin typeface="Cambria"/>
                <a:ea typeface="Cambria"/>
                <a:cs typeface="Cambria" pitchFamily="34" charset="-120"/>
              </a:rPr>
              <a:t> </a:t>
            </a:r>
            <a:r>
              <a:rPr lang="en-US" sz="2200" b="1" err="1">
                <a:solidFill>
                  <a:srgbClr val="1B2A56"/>
                </a:solidFill>
                <a:latin typeface="Cambria"/>
                <a:ea typeface="Cambria"/>
                <a:cs typeface="Cambria" pitchFamily="34" charset="-120"/>
              </a:rPr>
              <a:t>jako</a:t>
            </a:r>
            <a:r>
              <a:rPr lang="en-US" sz="2200" b="1">
                <a:solidFill>
                  <a:srgbClr val="1B2A56"/>
                </a:solidFill>
                <a:latin typeface="Cambria"/>
                <a:ea typeface="Cambria"/>
                <a:cs typeface="Cambria" pitchFamily="34" charset="-120"/>
              </a:rPr>
              <a:t> standard</a:t>
            </a:r>
            <a:endParaRPr lang="en-US" sz="2200">
              <a:latin typeface="Calibri"/>
              <a:ea typeface="Calibri"/>
              <a:cs typeface="Calibri"/>
            </a:endParaRPr>
          </a:p>
        </p:txBody>
      </p:sp>
      <p:sp>
        <p:nvSpPr>
          <p:cNvPr id="16" name="Text 14"/>
          <p:cNvSpPr/>
          <p:nvPr/>
        </p:nvSpPr>
        <p:spPr>
          <a:xfrm>
            <a:off x="8388096" y="2450592"/>
            <a:ext cx="2987040" cy="950976"/>
          </a:xfrm>
          <a:prstGeom prst="rect">
            <a:avLst/>
          </a:prstGeom>
          <a:noFill/>
          <a:ln/>
        </p:spPr>
        <p:txBody>
          <a:bodyPr wrap="square" lIns="0" tIns="0" rIns="0" bIns="0" rtlCol="0" anchor="ctr"/>
          <a:lstStyle/>
          <a:p>
            <a:r>
              <a:rPr lang="pl-PL" sz="2000">
                <a:solidFill>
                  <a:srgbClr val="5B6472"/>
                </a:solidFill>
                <a:latin typeface="Calibri"/>
                <a:ea typeface="Calibri"/>
                <a:cs typeface="Calibri"/>
              </a:rPr>
              <a:t>nie jako opcja, bo to chrona prywatności wszystkich</a:t>
            </a:r>
            <a:endParaRPr lang="pl-PL" sz="2000">
              <a:latin typeface="Calibri"/>
              <a:ea typeface="Calibri"/>
              <a:cs typeface="Calibri"/>
            </a:endParaRPr>
          </a:p>
        </p:txBody>
      </p:sp>
      <p:sp>
        <p:nvSpPr>
          <p:cNvPr id="17" name="Shape 15"/>
          <p:cNvSpPr/>
          <p:nvPr/>
        </p:nvSpPr>
        <p:spPr>
          <a:xfrm>
            <a:off x="60960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Shape 16"/>
          <p:cNvSpPr/>
          <p:nvPr/>
        </p:nvSpPr>
        <p:spPr>
          <a:xfrm>
            <a:off x="829056" y="4034971"/>
            <a:ext cx="195072" cy="195072"/>
          </a:xfrm>
          <a:prstGeom prst="rect">
            <a:avLst/>
          </a:prstGeom>
          <a:solidFill>
            <a:srgbClr val="FFFFFF"/>
          </a:solidFill>
          <a:ln w="19050">
            <a:solidFill>
              <a:srgbClr val="1B2A56"/>
            </a:solidFill>
            <a:prstDash val="solid"/>
          </a:ln>
        </p:spPr>
      </p:sp>
      <p:sp>
        <p:nvSpPr>
          <p:cNvPr id="19" name="Text 17"/>
          <p:cNvSpPr/>
          <p:nvPr/>
        </p:nvSpPr>
        <p:spPr>
          <a:xfrm>
            <a:off x="1170432" y="3877056"/>
            <a:ext cx="2682240" cy="548640"/>
          </a:xfrm>
          <a:prstGeom prst="rect">
            <a:avLst/>
          </a:prstGeom>
          <a:noFill/>
          <a:ln/>
        </p:spPr>
        <p:txBody>
          <a:bodyPr wrap="square" lIns="0" tIns="0" rIns="0" bIns="0" rtlCol="0" anchor="ctr"/>
          <a:lstStyle/>
          <a:p>
            <a:r>
              <a:rPr lang="en-US" sz="2400" b="1">
                <a:solidFill>
                  <a:srgbClr val="1B2A56"/>
                </a:solidFill>
                <a:latin typeface="Cambria"/>
                <a:ea typeface="Cambria"/>
                <a:cs typeface="Cambria" pitchFamily="34" charset="-120"/>
              </a:rPr>
              <a:t>Kamera </a:t>
            </a:r>
            <a:r>
              <a:rPr lang="en-US" sz="2400" b="1" err="1">
                <a:solidFill>
                  <a:srgbClr val="1B2A56"/>
                </a:solidFill>
                <a:latin typeface="Cambria"/>
                <a:ea typeface="Cambria"/>
                <a:cs typeface="Cambria" pitchFamily="34" charset="-120"/>
              </a:rPr>
              <a:t>włączona</a:t>
            </a:r>
            <a:endParaRPr lang="en-US" sz="2400">
              <a:latin typeface="Cambria"/>
              <a:ea typeface="Cambria"/>
              <a:cs typeface="Calibri"/>
            </a:endParaRPr>
          </a:p>
        </p:txBody>
      </p:sp>
      <p:sp>
        <p:nvSpPr>
          <p:cNvPr id="20" name="Text 18"/>
          <p:cNvSpPr/>
          <p:nvPr/>
        </p:nvSpPr>
        <p:spPr>
          <a:xfrm>
            <a:off x="829056" y="4523232"/>
            <a:ext cx="2987040" cy="950976"/>
          </a:xfrm>
          <a:prstGeom prst="rect">
            <a:avLst/>
          </a:prstGeom>
          <a:noFill/>
          <a:ln/>
        </p:spPr>
        <p:txBody>
          <a:bodyPr wrap="square" lIns="0" tIns="0" rIns="0" bIns="0" rtlCol="0" anchor="ctr"/>
          <a:lstStyle/>
          <a:p>
            <a:r>
              <a:rPr lang="pl-PL" sz="2000">
                <a:solidFill>
                  <a:srgbClr val="5B6472"/>
                </a:solidFill>
                <a:latin typeface="Calibri"/>
                <a:ea typeface="Calibri"/>
                <a:cs typeface="Calibri"/>
              </a:rPr>
              <a:t>zasada lub wyjątek, uzgodniona z grupą</a:t>
            </a:r>
            <a:endParaRPr lang="pl-PL" sz="2000">
              <a:latin typeface="Calibri"/>
              <a:ea typeface="Calibri"/>
              <a:cs typeface="Calibri"/>
            </a:endParaRPr>
          </a:p>
        </p:txBody>
      </p:sp>
      <p:sp>
        <p:nvSpPr>
          <p:cNvPr id="21" name="Shape 19"/>
          <p:cNvSpPr/>
          <p:nvPr/>
        </p:nvSpPr>
        <p:spPr>
          <a:xfrm>
            <a:off x="438912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2" name="Shape 20"/>
          <p:cNvSpPr/>
          <p:nvPr/>
        </p:nvSpPr>
        <p:spPr>
          <a:xfrm>
            <a:off x="4608576" y="4034971"/>
            <a:ext cx="195072" cy="195072"/>
          </a:xfrm>
          <a:prstGeom prst="rect">
            <a:avLst/>
          </a:prstGeom>
          <a:solidFill>
            <a:srgbClr val="FFFFFF"/>
          </a:solidFill>
          <a:ln w="19050">
            <a:solidFill>
              <a:srgbClr val="1B2A56"/>
            </a:solidFill>
            <a:prstDash val="solid"/>
          </a:ln>
        </p:spPr>
      </p:sp>
      <p:sp>
        <p:nvSpPr>
          <p:cNvPr id="23" name="Text 21"/>
          <p:cNvSpPr/>
          <p:nvPr/>
        </p:nvSpPr>
        <p:spPr>
          <a:xfrm>
            <a:off x="4949952" y="3877056"/>
            <a:ext cx="2682240" cy="548640"/>
          </a:xfrm>
          <a:prstGeom prst="rect">
            <a:avLst/>
          </a:prstGeom>
          <a:noFill/>
          <a:ln/>
        </p:spPr>
        <p:txBody>
          <a:bodyPr wrap="square" lIns="0" tIns="0" rIns="0" bIns="0" rtlCol="0" anchor="ctr"/>
          <a:lstStyle/>
          <a:p>
            <a:r>
              <a:rPr lang="en-US" sz="2400" b="1">
                <a:solidFill>
                  <a:srgbClr val="1B2A56"/>
                </a:solidFill>
                <a:latin typeface="Cambria"/>
                <a:ea typeface="Cambria"/>
                <a:cs typeface="Cambria" pitchFamily="34" charset="-120"/>
              </a:rPr>
              <a:t>Prywatne </a:t>
            </a:r>
            <a:r>
              <a:rPr lang="en-US" sz="2400" b="1" err="1">
                <a:solidFill>
                  <a:srgbClr val="1B2A56"/>
                </a:solidFill>
                <a:latin typeface="Cambria"/>
                <a:ea typeface="Cambria"/>
                <a:cs typeface="Cambria" pitchFamily="34" charset="-120"/>
              </a:rPr>
              <a:t>miejsce</a:t>
            </a:r>
            <a:endParaRPr lang="en-US" sz="2400">
              <a:latin typeface="Calibri"/>
              <a:ea typeface="Calibri"/>
              <a:cs typeface="Calibri"/>
            </a:endParaRPr>
          </a:p>
        </p:txBody>
      </p:sp>
      <p:sp>
        <p:nvSpPr>
          <p:cNvPr id="24" name="Text 22"/>
          <p:cNvSpPr/>
          <p:nvPr/>
        </p:nvSpPr>
        <p:spPr>
          <a:xfrm>
            <a:off x="4608576" y="4523232"/>
            <a:ext cx="2987040" cy="950976"/>
          </a:xfrm>
          <a:prstGeom prst="rect">
            <a:avLst/>
          </a:prstGeom>
          <a:noFill/>
          <a:ln/>
        </p:spPr>
        <p:txBody>
          <a:bodyPr wrap="square" lIns="0" tIns="0" rIns="0" bIns="0" rtlCol="0" anchor="ctr"/>
          <a:lstStyle/>
          <a:p>
            <a:r>
              <a:rPr lang="pl-PL" sz="2000">
                <a:solidFill>
                  <a:srgbClr val="5B6472"/>
                </a:solidFill>
                <a:latin typeface="Calibri"/>
                <a:ea typeface="Calibri"/>
                <a:cs typeface="Calibri"/>
              </a:rPr>
              <a:t>warunek wstępny uczestnictwa każdej osoby</a:t>
            </a:r>
            <a:endParaRPr lang="pl-PL" sz="2000">
              <a:latin typeface="Calibri"/>
              <a:ea typeface="Calibri"/>
              <a:cs typeface="Calibri"/>
            </a:endParaRPr>
          </a:p>
        </p:txBody>
      </p:sp>
      <p:sp>
        <p:nvSpPr>
          <p:cNvPr id="25" name="Shape 23"/>
          <p:cNvSpPr/>
          <p:nvPr/>
        </p:nvSpPr>
        <p:spPr>
          <a:xfrm>
            <a:off x="816864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8388096" y="4034971"/>
            <a:ext cx="195072" cy="195072"/>
          </a:xfrm>
          <a:prstGeom prst="rect">
            <a:avLst/>
          </a:prstGeom>
          <a:solidFill>
            <a:srgbClr val="FFFFFF"/>
          </a:solidFill>
          <a:ln w="19050">
            <a:solidFill>
              <a:srgbClr val="1B2A56"/>
            </a:solidFill>
            <a:prstDash val="solid"/>
          </a:ln>
        </p:spPr>
      </p:sp>
      <p:sp>
        <p:nvSpPr>
          <p:cNvPr id="27" name="Text 25"/>
          <p:cNvSpPr/>
          <p:nvPr/>
        </p:nvSpPr>
        <p:spPr>
          <a:xfrm>
            <a:off x="8714958" y="3877056"/>
            <a:ext cx="2783839" cy="548640"/>
          </a:xfrm>
          <a:prstGeom prst="rect">
            <a:avLst/>
          </a:prstGeom>
          <a:noFill/>
          <a:ln/>
        </p:spPr>
        <p:txBody>
          <a:bodyPr wrap="square" lIns="0" tIns="0" rIns="0" bIns="0" rtlCol="0" anchor="ctr"/>
          <a:lstStyle/>
          <a:p>
            <a:r>
              <a:rPr lang="en-US" sz="2400" b="1" err="1">
                <a:solidFill>
                  <a:srgbClr val="1B2A56"/>
                </a:solidFill>
                <a:latin typeface="Cambria"/>
                <a:ea typeface="Cambria"/>
                <a:cs typeface="Cambria" pitchFamily="34" charset="-120"/>
              </a:rPr>
              <a:t>Kontrakt</a:t>
            </a:r>
            <a:r>
              <a:rPr lang="en-US" sz="2400" b="1">
                <a:solidFill>
                  <a:srgbClr val="1B2A56"/>
                </a:solidFill>
                <a:latin typeface="Cambria"/>
                <a:ea typeface="Cambria"/>
                <a:cs typeface="Cambria" pitchFamily="34" charset="-120"/>
              </a:rPr>
              <a:t> </a:t>
            </a:r>
            <a:r>
              <a:rPr lang="en-US" sz="2400" b="1" err="1">
                <a:solidFill>
                  <a:srgbClr val="1B2A56"/>
                </a:solidFill>
                <a:latin typeface="Cambria"/>
                <a:ea typeface="Cambria"/>
                <a:cs typeface="Cambria" pitchFamily="34" charset="-120"/>
              </a:rPr>
              <a:t>poufności</a:t>
            </a:r>
            <a:endParaRPr lang="en-US" sz="2400">
              <a:latin typeface="Cambria"/>
              <a:ea typeface="Cambria"/>
              <a:cs typeface="Calibri"/>
            </a:endParaRPr>
          </a:p>
        </p:txBody>
      </p:sp>
      <p:sp>
        <p:nvSpPr>
          <p:cNvPr id="28" name="Text 26"/>
          <p:cNvSpPr/>
          <p:nvPr/>
        </p:nvSpPr>
        <p:spPr>
          <a:xfrm>
            <a:off x="8388096" y="4523232"/>
            <a:ext cx="2987040" cy="950976"/>
          </a:xfrm>
          <a:prstGeom prst="rect">
            <a:avLst/>
          </a:prstGeom>
          <a:noFill/>
          <a:ln/>
        </p:spPr>
        <p:txBody>
          <a:bodyPr wrap="square" lIns="0" tIns="0" rIns="0" bIns="0" rtlCol="0" anchor="ctr"/>
          <a:lstStyle/>
          <a:p>
            <a:r>
              <a:rPr lang="pl-PL" sz="2000">
                <a:solidFill>
                  <a:srgbClr val="5B6472"/>
                </a:solidFill>
                <a:latin typeface="Calibri"/>
                <a:ea typeface="Calibri"/>
                <a:cs typeface="Calibri"/>
              </a:rPr>
              <a:t>procedura zgłaszania i plan awaryjny</a:t>
            </a:r>
            <a:endParaRPr lang="pl-PL" sz="2000">
              <a:latin typeface="Calibri"/>
              <a:ea typeface="Calibri"/>
              <a:cs typeface="Calibri"/>
            </a:endParaRPr>
          </a:p>
        </p:txBody>
      </p:sp>
    </p:spTree>
    <p:extLst>
      <p:ext uri="{BB962C8B-B14F-4D97-AF65-F5344CB8AC3E}">
        <p14:creationId xmlns:p14="http://schemas.microsoft.com/office/powerpoint/2010/main" val="4164089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00" b="1">
                <a:solidFill>
                  <a:srgbClr val="FFFFFF"/>
                </a:solidFill>
                <a:latin typeface="Cambria" pitchFamily="34" charset="0"/>
                <a:ea typeface="Cambria" pitchFamily="34" charset="-122"/>
                <a:cs typeface="Cambria" pitchFamily="34" charset="-120"/>
              </a:rPr>
              <a:t>APLIKACJE MOBILNE W ZDROWIU PSYCHICZNYM</a:t>
            </a:r>
            <a:endParaRPr lang="en-US" sz="2600"/>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400" i="1" dirty="0" smtClean="0">
                <a:solidFill>
                  <a:srgbClr val="B7C6E6"/>
                </a:solidFill>
                <a:latin typeface="Calibri"/>
                <a:ea typeface="Calibri"/>
                <a:cs typeface="Calibri"/>
              </a:rPr>
              <a:t>Sześć funkcji najczęściej wykorzystywanych w praktyce</a:t>
            </a:r>
            <a:endParaRPr lang="pl-PL" sz="1400" dirty="0">
              <a:latin typeface="Calibri"/>
              <a:ea typeface="Calibri"/>
              <a:cs typeface="Calibri"/>
            </a:endParaRPr>
          </a:p>
        </p:txBody>
      </p:sp>
      <p:sp>
        <p:nvSpPr>
          <p:cNvPr id="25" name="Shape 23"/>
          <p:cNvSpPr/>
          <p:nvPr/>
        </p:nvSpPr>
        <p:spPr>
          <a:xfrm>
            <a:off x="487680" y="2560320"/>
            <a:ext cx="3108960" cy="1828800"/>
          </a:xfrm>
          <a:prstGeom prst="roundRect">
            <a:avLst>
              <a:gd name="adj" fmla="val 4667"/>
            </a:avLst>
          </a:prstGeom>
          <a:solidFill>
            <a:srgbClr val="EAF0FB"/>
          </a:solidFill>
          <a:ln w="12700">
            <a:solidFill>
              <a:srgbClr val="DCE2EC"/>
            </a:solidFill>
            <a:prstDash val="solid"/>
          </a:ln>
        </p:spPr>
      </p:sp>
      <p:sp>
        <p:nvSpPr>
          <p:cNvPr id="26" name="Text 24"/>
          <p:cNvSpPr/>
          <p:nvPr/>
        </p:nvSpPr>
        <p:spPr>
          <a:xfrm>
            <a:off x="609600" y="2743200"/>
            <a:ext cx="2911366" cy="14630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1B2A56"/>
                </a:solidFill>
                <a:latin typeface="Calibri"/>
                <a:ea typeface="Calibri"/>
                <a:cs typeface="Calibri"/>
              </a:rPr>
              <a:t>Codzienne, krótkie wpisy dają bogatszy obraz przebiegu objawów </a:t>
            </a:r>
            <a:br>
              <a:rPr lang="pl-PL" sz="2000" dirty="0" smtClean="0">
                <a:solidFill>
                  <a:srgbClr val="1B2A56"/>
                </a:solidFill>
                <a:latin typeface="Calibri"/>
                <a:ea typeface="Calibri"/>
                <a:cs typeface="Calibri"/>
              </a:rPr>
            </a:br>
            <a:r>
              <a:rPr lang="pl-PL" sz="2000" dirty="0" smtClean="0">
                <a:solidFill>
                  <a:srgbClr val="1B2A56"/>
                </a:solidFill>
                <a:latin typeface="Calibri"/>
                <a:ea typeface="Calibri"/>
                <a:cs typeface="Calibri"/>
              </a:rPr>
              <a:t>w czasie niż retrospektywny opis na sesji.</a:t>
            </a:r>
            <a:endParaRPr lang="pl-PL" sz="2000" dirty="0">
              <a:latin typeface="Calibri"/>
              <a:ea typeface="Calibri"/>
              <a:cs typeface="Calibri"/>
            </a:endParaRPr>
          </a:p>
        </p:txBody>
      </p:sp>
      <p:sp>
        <p:nvSpPr>
          <p:cNvPr id="5" name="Shape 3"/>
          <p:cNvSpPr/>
          <p:nvPr/>
        </p:nvSpPr>
        <p:spPr>
          <a:xfrm>
            <a:off x="4023360" y="1584961"/>
            <a:ext cx="4145280" cy="3575618"/>
          </a:xfrm>
          <a:prstGeom prst="roundRect">
            <a:avLst>
              <a:gd name="adj" fmla="val 6471"/>
            </a:avLst>
          </a:prstGeom>
          <a:solidFill>
            <a:srgbClr val="FFFFFF"/>
          </a:solidFill>
          <a:ln w="31750">
            <a:solidFill>
              <a:srgbClr val="1B2A56"/>
            </a:solidFill>
            <a:prstDash val="solid"/>
          </a:ln>
        </p:spPr>
      </p:sp>
      <p:sp>
        <p:nvSpPr>
          <p:cNvPr id="6" name="Shape 4"/>
          <p:cNvSpPr/>
          <p:nvPr/>
        </p:nvSpPr>
        <p:spPr>
          <a:xfrm>
            <a:off x="5547360" y="1731264"/>
            <a:ext cx="1097280" cy="121920"/>
          </a:xfrm>
          <a:prstGeom prst="roundRect">
            <a:avLst>
              <a:gd name="adj" fmla="val 50000"/>
            </a:avLst>
          </a:prstGeom>
          <a:solidFill>
            <a:srgbClr val="DCE2EC"/>
          </a:solidFill>
          <a:ln w="12700">
            <a:solidFill>
              <a:srgbClr val="DCE2EC"/>
            </a:solidFill>
            <a:prstDash val="solid"/>
          </a:ln>
        </p:spPr>
      </p:sp>
      <p:sp>
        <p:nvSpPr>
          <p:cNvPr id="7" name="Shape 5"/>
          <p:cNvSpPr/>
          <p:nvPr/>
        </p:nvSpPr>
        <p:spPr>
          <a:xfrm>
            <a:off x="4242816" y="2209272"/>
            <a:ext cx="1755648" cy="751283"/>
          </a:xfrm>
          <a:prstGeom prst="roundRect">
            <a:avLst>
              <a:gd name="adj" fmla="val 11111"/>
            </a:avLst>
          </a:prstGeom>
          <a:solidFill>
            <a:srgbClr val="3D63B3"/>
          </a:solidFill>
          <a:ln w="12700">
            <a:solidFill>
              <a:srgbClr val="3D63B3"/>
            </a:solidFill>
            <a:prstDash val="solid"/>
          </a:ln>
        </p:spPr>
      </p:sp>
      <p:sp>
        <p:nvSpPr>
          <p:cNvPr id="8" name="Text 6"/>
          <p:cNvSpPr/>
          <p:nvPr/>
        </p:nvSpPr>
        <p:spPr>
          <a:xfrm>
            <a:off x="4340352" y="2131500"/>
            <a:ext cx="1560576" cy="56083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dirty="0" smtClean="0">
                <a:solidFill>
                  <a:srgbClr val="FFFFFF"/>
                </a:solidFill>
                <a:latin typeface="Calibri"/>
                <a:ea typeface="Calibri"/>
                <a:cs typeface="Calibri"/>
              </a:rPr>
              <a:t>Dzienniczki</a:t>
            </a:r>
            <a:endParaRPr lang="pl-PL" sz="1800" dirty="0">
              <a:latin typeface="Calibri"/>
              <a:ea typeface="Calibri"/>
              <a:cs typeface="Calibri"/>
            </a:endParaRPr>
          </a:p>
        </p:txBody>
      </p:sp>
      <p:sp>
        <p:nvSpPr>
          <p:cNvPr id="9" name="Text 7"/>
          <p:cNvSpPr/>
          <p:nvPr/>
        </p:nvSpPr>
        <p:spPr>
          <a:xfrm>
            <a:off x="4340352" y="2580086"/>
            <a:ext cx="1560576" cy="310681"/>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400" i="1" dirty="0" smtClean="0">
                <a:solidFill>
                  <a:srgbClr val="E4ECFA"/>
                </a:solidFill>
                <a:latin typeface="Calibri"/>
                <a:ea typeface="Calibri"/>
                <a:cs typeface="Calibri"/>
              </a:rPr>
              <a:t>nastroju, snu, lęku</a:t>
            </a:r>
            <a:endParaRPr lang="pl-PL" sz="1400" dirty="0">
              <a:latin typeface="Calibri"/>
              <a:ea typeface="Calibri"/>
              <a:cs typeface="Calibri"/>
            </a:endParaRPr>
          </a:p>
        </p:txBody>
      </p:sp>
      <p:sp>
        <p:nvSpPr>
          <p:cNvPr id="10" name="Shape 8"/>
          <p:cNvSpPr/>
          <p:nvPr/>
        </p:nvSpPr>
        <p:spPr>
          <a:xfrm>
            <a:off x="6193536" y="2209272"/>
            <a:ext cx="1755648" cy="751283"/>
          </a:xfrm>
          <a:prstGeom prst="roundRect">
            <a:avLst>
              <a:gd name="adj" fmla="val 11111"/>
            </a:avLst>
          </a:prstGeom>
          <a:solidFill>
            <a:srgbClr val="1E9E78"/>
          </a:solidFill>
          <a:ln w="12700">
            <a:solidFill>
              <a:srgbClr val="1E9E78"/>
            </a:solidFill>
            <a:prstDash val="solid"/>
          </a:ln>
        </p:spPr>
      </p:sp>
      <p:sp>
        <p:nvSpPr>
          <p:cNvPr id="11" name="Text 9"/>
          <p:cNvSpPr/>
          <p:nvPr/>
        </p:nvSpPr>
        <p:spPr>
          <a:xfrm>
            <a:off x="6291072" y="2131500"/>
            <a:ext cx="1560576" cy="56083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dirty="0" smtClean="0">
                <a:solidFill>
                  <a:srgbClr val="FFFFFF"/>
                </a:solidFill>
                <a:latin typeface="Calibri"/>
                <a:ea typeface="Calibri"/>
                <a:cs typeface="Calibri"/>
              </a:rPr>
              <a:t>Przypomnienia</a:t>
            </a:r>
            <a:endParaRPr lang="pl-PL" sz="1800" dirty="0">
              <a:latin typeface="Calibri"/>
              <a:ea typeface="Calibri"/>
              <a:cs typeface="Calibri"/>
            </a:endParaRPr>
          </a:p>
        </p:txBody>
      </p:sp>
      <p:sp>
        <p:nvSpPr>
          <p:cNvPr id="12" name="Text 10"/>
          <p:cNvSpPr/>
          <p:nvPr/>
        </p:nvSpPr>
        <p:spPr>
          <a:xfrm>
            <a:off x="6291072" y="2580086"/>
            <a:ext cx="1560576" cy="310681"/>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400" i="1" dirty="0" smtClean="0">
                <a:solidFill>
                  <a:srgbClr val="E4ECFA"/>
                </a:solidFill>
                <a:latin typeface="Calibri"/>
                <a:ea typeface="Calibri"/>
                <a:cs typeface="Calibri"/>
              </a:rPr>
              <a:t>o zadaniach, lekach</a:t>
            </a:r>
            <a:endParaRPr lang="pl-PL" sz="1400" dirty="0">
              <a:latin typeface="Calibri"/>
              <a:ea typeface="Calibri"/>
              <a:cs typeface="Calibri"/>
            </a:endParaRPr>
          </a:p>
        </p:txBody>
      </p:sp>
      <p:sp>
        <p:nvSpPr>
          <p:cNvPr id="13" name="Shape 11"/>
          <p:cNvSpPr/>
          <p:nvPr/>
        </p:nvSpPr>
        <p:spPr>
          <a:xfrm>
            <a:off x="4242816" y="3098874"/>
            <a:ext cx="1755648" cy="841670"/>
          </a:xfrm>
          <a:prstGeom prst="roundRect">
            <a:avLst>
              <a:gd name="adj" fmla="val 11111"/>
            </a:avLst>
          </a:prstGeom>
          <a:solidFill>
            <a:srgbClr val="3D63B3"/>
          </a:solidFill>
          <a:ln w="12700">
            <a:solidFill>
              <a:srgbClr val="3D63B3"/>
            </a:solidFill>
            <a:prstDash val="solid"/>
          </a:ln>
        </p:spPr>
      </p:sp>
      <p:sp>
        <p:nvSpPr>
          <p:cNvPr id="14" name="Text 12"/>
          <p:cNvSpPr/>
          <p:nvPr/>
        </p:nvSpPr>
        <p:spPr>
          <a:xfrm>
            <a:off x="4340352" y="3217430"/>
            <a:ext cx="1560576" cy="37248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ts val="1600"/>
              </a:lnSpc>
            </a:pPr>
            <a:r>
              <a:rPr lang="pl-PL" sz="1800" b="1" dirty="0" smtClean="0">
                <a:solidFill>
                  <a:srgbClr val="FFFFFF"/>
                </a:solidFill>
                <a:latin typeface="Calibri"/>
                <a:ea typeface="Calibri"/>
                <a:cs typeface="Calibri"/>
              </a:rPr>
              <a:t>Oddech </a:t>
            </a:r>
            <a:r>
              <a:rPr lang="pl-PL" sz="1800" b="1" dirty="0" smtClean="0">
                <a:latin typeface="Calibri"/>
                <a:ea typeface="Calibri"/>
                <a:cs typeface="Calibri"/>
              </a:rPr>
              <a:t/>
            </a:r>
            <a:br>
              <a:rPr lang="pl-PL" sz="1800" b="1" dirty="0" smtClean="0">
                <a:latin typeface="Calibri"/>
                <a:ea typeface="Calibri"/>
                <a:cs typeface="Calibri"/>
              </a:rPr>
            </a:br>
            <a:r>
              <a:rPr lang="pl-PL" sz="1800" b="1" dirty="0" smtClean="0">
                <a:solidFill>
                  <a:srgbClr val="FFFFFF"/>
                </a:solidFill>
                <a:latin typeface="Calibri"/>
                <a:ea typeface="Calibri"/>
                <a:cs typeface="Calibri"/>
              </a:rPr>
              <a:t>i mindfulness</a:t>
            </a:r>
            <a:endParaRPr lang="pl-PL" sz="1800" dirty="0">
              <a:latin typeface="Calibri"/>
              <a:ea typeface="Calibri"/>
              <a:cs typeface="Calibri"/>
            </a:endParaRPr>
          </a:p>
        </p:txBody>
      </p:sp>
      <p:sp>
        <p:nvSpPr>
          <p:cNvPr id="15" name="Text 13"/>
          <p:cNvSpPr/>
          <p:nvPr/>
        </p:nvSpPr>
        <p:spPr>
          <a:xfrm>
            <a:off x="4305876" y="3676521"/>
            <a:ext cx="1658112" cy="285043"/>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1400"/>
              </a:lnSpc>
              <a:buNone/>
            </a:pPr>
            <a:r>
              <a:rPr lang="pl-PL" sz="1400" i="1" dirty="0" smtClean="0">
                <a:solidFill>
                  <a:srgbClr val="E4ECFA"/>
                </a:solidFill>
                <a:latin typeface="Calibri"/>
                <a:ea typeface="Calibri"/>
                <a:cs typeface="Calibri"/>
              </a:rPr>
              <a:t>ćwiczenia prowadzone</a:t>
            </a:r>
            <a:endParaRPr lang="pl-PL" sz="1400" dirty="0">
              <a:latin typeface="Calibri"/>
              <a:ea typeface="Calibri"/>
              <a:cs typeface="Calibri"/>
            </a:endParaRPr>
          </a:p>
        </p:txBody>
      </p:sp>
      <p:sp>
        <p:nvSpPr>
          <p:cNvPr id="16" name="Shape 14"/>
          <p:cNvSpPr/>
          <p:nvPr/>
        </p:nvSpPr>
        <p:spPr>
          <a:xfrm>
            <a:off x="6193536" y="3098874"/>
            <a:ext cx="1755648" cy="841670"/>
          </a:xfrm>
          <a:prstGeom prst="roundRect">
            <a:avLst>
              <a:gd name="adj" fmla="val 11111"/>
            </a:avLst>
          </a:prstGeom>
          <a:solidFill>
            <a:srgbClr val="1E9E78"/>
          </a:solidFill>
          <a:ln w="12700">
            <a:solidFill>
              <a:srgbClr val="1E9E78"/>
            </a:solidFill>
            <a:prstDash val="solid"/>
          </a:ln>
        </p:spPr>
      </p:sp>
      <p:sp>
        <p:nvSpPr>
          <p:cNvPr id="17" name="Text 15"/>
          <p:cNvSpPr/>
          <p:nvPr/>
        </p:nvSpPr>
        <p:spPr>
          <a:xfrm>
            <a:off x="6291072" y="3217430"/>
            <a:ext cx="1560576" cy="37248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1600"/>
              </a:lnSpc>
              <a:buNone/>
            </a:pPr>
            <a:r>
              <a:rPr lang="pl-PL" sz="1800" b="1" dirty="0" smtClean="0">
                <a:solidFill>
                  <a:srgbClr val="FFFFFF"/>
                </a:solidFill>
                <a:latin typeface="Calibri"/>
                <a:ea typeface="Calibri"/>
                <a:cs typeface="Calibri"/>
              </a:rPr>
              <a:t>Ekspozycja</a:t>
            </a:r>
            <a:endParaRPr lang="pl-PL" sz="1800" dirty="0" smtClean="0">
              <a:latin typeface="Calibri"/>
              <a:ea typeface="Calibri"/>
              <a:cs typeface="Calibri"/>
            </a:endParaRPr>
          </a:p>
          <a:p>
            <a:pPr marL="0" indent="0" algn="ctr">
              <a:lnSpc>
                <a:spcPts val="1600"/>
              </a:lnSpc>
              <a:buNone/>
            </a:pPr>
            <a:r>
              <a:rPr lang="pl-PL" sz="1800" b="1" dirty="0" smtClean="0">
                <a:solidFill>
                  <a:srgbClr val="FFFFFF"/>
                </a:solidFill>
                <a:latin typeface="Calibri"/>
                <a:ea typeface="Calibri"/>
                <a:cs typeface="Calibri"/>
              </a:rPr>
              <a:t>wspomagana</a:t>
            </a:r>
            <a:endParaRPr lang="pl-PL" sz="1800" dirty="0">
              <a:latin typeface="Calibri"/>
              <a:ea typeface="Calibri"/>
              <a:cs typeface="Calibri"/>
            </a:endParaRPr>
          </a:p>
        </p:txBody>
      </p:sp>
      <p:sp>
        <p:nvSpPr>
          <p:cNvPr id="18" name="Text 16"/>
          <p:cNvSpPr/>
          <p:nvPr/>
        </p:nvSpPr>
        <p:spPr>
          <a:xfrm>
            <a:off x="6217920" y="3687031"/>
            <a:ext cx="1731264" cy="243003"/>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1400"/>
              </a:lnSpc>
              <a:buNone/>
            </a:pPr>
            <a:r>
              <a:rPr lang="pl-PL" sz="1400" i="1" dirty="0" smtClean="0">
                <a:solidFill>
                  <a:srgbClr val="E4ECFA"/>
                </a:solidFill>
                <a:latin typeface="Calibri"/>
                <a:ea typeface="Calibri"/>
                <a:cs typeface="Calibri"/>
              </a:rPr>
              <a:t>hierarchie</a:t>
            </a:r>
            <a:r>
              <a:rPr lang="en-US" sz="1400" i="1" dirty="0" smtClean="0">
                <a:solidFill>
                  <a:srgbClr val="E4ECFA"/>
                </a:solidFill>
                <a:latin typeface="Calibri"/>
                <a:ea typeface="Calibri"/>
                <a:cs typeface="Calibri"/>
              </a:rPr>
              <a:t>, </a:t>
            </a:r>
            <a:r>
              <a:rPr lang="pl-PL" sz="1400" i="1" dirty="0" smtClean="0">
                <a:solidFill>
                  <a:srgbClr val="E4ECFA"/>
                </a:solidFill>
                <a:latin typeface="Calibri"/>
                <a:ea typeface="Calibri"/>
                <a:cs typeface="Calibri"/>
              </a:rPr>
              <a:t>monitoring</a:t>
            </a:r>
            <a:endParaRPr lang="pl-PL" sz="1400" dirty="0">
              <a:latin typeface="Calibri"/>
              <a:ea typeface="Calibri"/>
              <a:cs typeface="Calibri"/>
            </a:endParaRPr>
          </a:p>
        </p:txBody>
      </p:sp>
      <p:sp>
        <p:nvSpPr>
          <p:cNvPr id="19" name="Shape 17"/>
          <p:cNvSpPr/>
          <p:nvPr/>
        </p:nvSpPr>
        <p:spPr>
          <a:xfrm>
            <a:off x="4242816" y="4079706"/>
            <a:ext cx="1755648" cy="868995"/>
          </a:xfrm>
          <a:prstGeom prst="roundRect">
            <a:avLst>
              <a:gd name="adj" fmla="val 11111"/>
            </a:avLst>
          </a:prstGeom>
          <a:solidFill>
            <a:srgbClr val="3D63B3"/>
          </a:solidFill>
          <a:ln w="12700">
            <a:solidFill>
              <a:srgbClr val="3D63B3"/>
            </a:solidFill>
            <a:prstDash val="solid"/>
          </a:ln>
        </p:spPr>
      </p:sp>
      <p:sp>
        <p:nvSpPr>
          <p:cNvPr id="20" name="Text 18"/>
          <p:cNvSpPr/>
          <p:nvPr/>
        </p:nvSpPr>
        <p:spPr>
          <a:xfrm>
            <a:off x="4340352" y="4198262"/>
            <a:ext cx="1560576" cy="37248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1800"/>
              </a:lnSpc>
              <a:buNone/>
            </a:pPr>
            <a:r>
              <a:rPr lang="pl-PL" sz="1800" b="1" dirty="0" smtClean="0">
                <a:solidFill>
                  <a:srgbClr val="FFFFFF"/>
                </a:solidFill>
                <a:latin typeface="Calibri"/>
                <a:ea typeface="Calibri"/>
                <a:cs typeface="Calibri"/>
              </a:rPr>
              <a:t>Monitoring</a:t>
            </a:r>
            <a:endParaRPr lang="pl-PL" sz="1800" dirty="0" smtClean="0">
              <a:latin typeface="Calibri"/>
              <a:ea typeface="Calibri"/>
              <a:cs typeface="Calibri"/>
            </a:endParaRPr>
          </a:p>
          <a:p>
            <a:pPr marL="0" indent="0" algn="ctr">
              <a:lnSpc>
                <a:spcPts val="1800"/>
              </a:lnSpc>
              <a:buNone/>
            </a:pPr>
            <a:r>
              <a:rPr lang="pl-PL" sz="1800" b="1" dirty="0" smtClean="0">
                <a:solidFill>
                  <a:srgbClr val="FFFFFF"/>
                </a:solidFill>
                <a:latin typeface="Calibri"/>
                <a:ea typeface="Calibri"/>
                <a:cs typeface="Calibri"/>
              </a:rPr>
              <a:t>zachowań</a:t>
            </a:r>
            <a:endParaRPr lang="pl-PL" sz="1800" dirty="0">
              <a:latin typeface="Calibri"/>
              <a:ea typeface="Calibri"/>
              <a:cs typeface="Calibri"/>
            </a:endParaRPr>
          </a:p>
        </p:txBody>
      </p:sp>
      <p:sp>
        <p:nvSpPr>
          <p:cNvPr id="21" name="Text 19"/>
          <p:cNvSpPr/>
          <p:nvPr/>
        </p:nvSpPr>
        <p:spPr>
          <a:xfrm>
            <a:off x="4340352" y="4625826"/>
            <a:ext cx="1560576" cy="32287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400" i="1" dirty="0" smtClean="0">
                <a:solidFill>
                  <a:srgbClr val="E4ECFA"/>
                </a:solidFill>
                <a:latin typeface="Calibri"/>
                <a:ea typeface="Calibri"/>
                <a:cs typeface="Calibri"/>
              </a:rPr>
              <a:t>aktywność, używki</a:t>
            </a:r>
            <a:endParaRPr lang="pl-PL" sz="1400" dirty="0">
              <a:latin typeface="Calibri"/>
              <a:ea typeface="Calibri"/>
              <a:cs typeface="Calibri"/>
            </a:endParaRPr>
          </a:p>
        </p:txBody>
      </p:sp>
      <p:sp>
        <p:nvSpPr>
          <p:cNvPr id="22" name="Shape 20"/>
          <p:cNvSpPr/>
          <p:nvPr/>
        </p:nvSpPr>
        <p:spPr>
          <a:xfrm>
            <a:off x="6193536" y="4079706"/>
            <a:ext cx="1755648" cy="868995"/>
          </a:xfrm>
          <a:prstGeom prst="roundRect">
            <a:avLst>
              <a:gd name="adj" fmla="val 11111"/>
            </a:avLst>
          </a:prstGeom>
          <a:solidFill>
            <a:srgbClr val="1E9E78"/>
          </a:solidFill>
          <a:ln w="12700">
            <a:solidFill>
              <a:srgbClr val="1E9E78"/>
            </a:solidFill>
            <a:prstDash val="solid"/>
          </a:ln>
        </p:spPr>
      </p:sp>
      <p:sp>
        <p:nvSpPr>
          <p:cNvPr id="23" name="Text 21"/>
          <p:cNvSpPr/>
          <p:nvPr/>
        </p:nvSpPr>
        <p:spPr>
          <a:xfrm>
            <a:off x="6291072" y="4198262"/>
            <a:ext cx="1560576" cy="37248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1800"/>
              </a:lnSpc>
              <a:buNone/>
            </a:pPr>
            <a:r>
              <a:rPr lang="pl-PL" sz="1800" b="1" dirty="0" smtClean="0">
                <a:solidFill>
                  <a:srgbClr val="FFFFFF"/>
                </a:solidFill>
                <a:latin typeface="Calibri"/>
                <a:ea typeface="Calibri"/>
                <a:cs typeface="Calibri"/>
              </a:rPr>
              <a:t>Skale</a:t>
            </a:r>
            <a:endParaRPr lang="pl-PL" sz="1800" dirty="0" smtClean="0">
              <a:latin typeface="Calibri"/>
              <a:ea typeface="Calibri"/>
              <a:cs typeface="Calibri"/>
            </a:endParaRPr>
          </a:p>
          <a:p>
            <a:pPr marL="0" indent="0" algn="ctr">
              <a:lnSpc>
                <a:spcPts val="1800"/>
              </a:lnSpc>
              <a:buNone/>
            </a:pPr>
            <a:r>
              <a:rPr lang="pl-PL" sz="1800" b="1" dirty="0" smtClean="0">
                <a:solidFill>
                  <a:srgbClr val="FFFFFF"/>
                </a:solidFill>
                <a:latin typeface="Calibri"/>
                <a:ea typeface="Calibri"/>
                <a:cs typeface="Calibri"/>
              </a:rPr>
              <a:t>objawowe</a:t>
            </a:r>
            <a:endParaRPr lang="pl-PL" sz="1800" dirty="0">
              <a:latin typeface="Calibri"/>
              <a:ea typeface="Calibri"/>
              <a:cs typeface="Calibri"/>
            </a:endParaRPr>
          </a:p>
        </p:txBody>
      </p:sp>
      <p:sp>
        <p:nvSpPr>
          <p:cNvPr id="24" name="Text 22"/>
          <p:cNvSpPr/>
          <p:nvPr/>
        </p:nvSpPr>
        <p:spPr>
          <a:xfrm>
            <a:off x="6291072" y="4625826"/>
            <a:ext cx="1560576" cy="32287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400" i="1" dirty="0" smtClean="0">
                <a:solidFill>
                  <a:srgbClr val="E4ECFA"/>
                </a:solidFill>
                <a:latin typeface="Calibri"/>
                <a:ea typeface="Calibri"/>
                <a:cs typeface="Calibri"/>
              </a:rPr>
              <a:t>wypełniane cyklicznie</a:t>
            </a:r>
            <a:endParaRPr lang="pl-PL" sz="1400" dirty="0">
              <a:latin typeface="Calibri"/>
              <a:ea typeface="Calibri"/>
              <a:cs typeface="Calibri"/>
            </a:endParaRPr>
          </a:p>
        </p:txBody>
      </p:sp>
      <p:sp>
        <p:nvSpPr>
          <p:cNvPr id="27" name="Shape 25"/>
          <p:cNvSpPr/>
          <p:nvPr/>
        </p:nvSpPr>
        <p:spPr>
          <a:xfrm>
            <a:off x="8595360" y="2560320"/>
            <a:ext cx="3108960" cy="1828800"/>
          </a:xfrm>
          <a:prstGeom prst="roundRect">
            <a:avLst>
              <a:gd name="adj" fmla="val 4667"/>
            </a:avLst>
          </a:prstGeom>
          <a:solidFill>
            <a:srgbClr val="EAF0FB"/>
          </a:solidFill>
          <a:ln w="12700">
            <a:solidFill>
              <a:srgbClr val="DCE2EC"/>
            </a:solidFill>
            <a:prstDash val="solid"/>
          </a:ln>
        </p:spPr>
      </p:sp>
      <p:sp>
        <p:nvSpPr>
          <p:cNvPr id="28" name="Text 26"/>
          <p:cNvSpPr/>
          <p:nvPr/>
        </p:nvSpPr>
        <p:spPr>
          <a:xfrm>
            <a:off x="8694058" y="2743200"/>
            <a:ext cx="2892696" cy="147029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1B2A56"/>
                </a:solidFill>
                <a:latin typeface="Calibri"/>
                <a:ea typeface="Calibri"/>
                <a:cs typeface="Calibri"/>
              </a:rPr>
              <a:t>Dane behawioralne </a:t>
            </a:r>
            <a:br>
              <a:rPr lang="pl-PL" sz="2000" dirty="0" smtClean="0">
                <a:solidFill>
                  <a:srgbClr val="1B2A56"/>
                </a:solidFill>
                <a:latin typeface="Calibri"/>
                <a:ea typeface="Calibri"/>
                <a:cs typeface="Calibri"/>
              </a:rPr>
            </a:br>
            <a:r>
              <a:rPr lang="pl-PL" sz="2000" dirty="0" smtClean="0">
                <a:solidFill>
                  <a:srgbClr val="1B2A56"/>
                </a:solidFill>
                <a:latin typeface="Calibri"/>
                <a:ea typeface="Calibri"/>
                <a:cs typeface="Calibri"/>
              </a:rPr>
              <a:t>z monitoringu uzupełniają </a:t>
            </a:r>
            <a:r>
              <a:rPr lang="pl-PL" sz="2000" dirty="0" err="1" smtClean="0">
                <a:solidFill>
                  <a:srgbClr val="1B2A56"/>
                </a:solidFill>
                <a:latin typeface="Calibri"/>
                <a:ea typeface="Calibri"/>
                <a:cs typeface="Calibri"/>
              </a:rPr>
              <a:t>samoopis</a:t>
            </a:r>
            <a:r>
              <a:rPr lang="pl-PL" sz="2000" dirty="0" smtClean="0">
                <a:solidFill>
                  <a:srgbClr val="1B2A56"/>
                </a:solidFill>
                <a:latin typeface="Calibri"/>
                <a:ea typeface="Calibri"/>
                <a:cs typeface="Calibri"/>
              </a:rPr>
              <a:t> pacjenta, prowadzą do tematu pomiaru efektów.</a:t>
            </a:r>
            <a:endParaRPr lang="pl-PL" sz="2000" dirty="0">
              <a:latin typeface="Calibri"/>
              <a:ea typeface="Calibri"/>
              <a:cs typeface="Calibri"/>
            </a:endParaRPr>
          </a:p>
        </p:txBody>
      </p:sp>
      <p:sp>
        <p:nvSpPr>
          <p:cNvPr id="29" name="Shape 27"/>
          <p:cNvSpPr/>
          <p:nvPr/>
        </p:nvSpPr>
        <p:spPr>
          <a:xfrm>
            <a:off x="609600" y="6010656"/>
            <a:ext cx="10972800" cy="487680"/>
          </a:xfrm>
          <a:prstGeom prst="roundRect">
            <a:avLst>
              <a:gd name="adj" fmla="val 15000"/>
            </a:avLst>
          </a:prstGeom>
          <a:solidFill>
            <a:srgbClr val="EAF0FB"/>
          </a:solidFill>
          <a:ln w="12700">
            <a:solidFill>
              <a:srgbClr val="EAF0FB"/>
            </a:solidFill>
            <a:prstDash val="solid"/>
          </a:ln>
        </p:spPr>
      </p:sp>
      <p:sp>
        <p:nvSpPr>
          <p:cNvPr id="30" name="Text 28"/>
          <p:cNvSpPr/>
          <p:nvPr/>
        </p:nvSpPr>
        <p:spPr>
          <a:xfrm>
            <a:off x="914400" y="6083808"/>
            <a:ext cx="103632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sz="2000" dirty="0" smtClean="0">
                <a:solidFill>
                  <a:srgbClr val="1B2A56"/>
                </a:solidFill>
                <a:latin typeface="Calibri"/>
                <a:ea typeface="Calibri"/>
                <a:cs typeface="Calibri"/>
              </a:rPr>
              <a:t>Element nadzorowanej e-terapii albo czysto samopomocowego użycia - wymaga krytycznej oceny</a:t>
            </a:r>
            <a:endParaRPr lang="pl-PL" sz="2000" dirty="0">
              <a:latin typeface="Calibri"/>
              <a:ea typeface="Calibri"/>
              <a:cs typeface="Calibri"/>
            </a:endParaRPr>
          </a:p>
        </p:txBody>
      </p:sp>
      <p:sp>
        <p:nvSpPr>
          <p:cNvPr id="31" name="Text 29"/>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36  ·  Sekcja IV</a:t>
            </a:r>
            <a:endParaRPr lang="en-US" sz="1067"/>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00" b="1">
                <a:solidFill>
                  <a:srgbClr val="FFFFFF"/>
                </a:solidFill>
                <a:latin typeface="Cambria" pitchFamily="34" charset="0"/>
                <a:ea typeface="Cambria" pitchFamily="34" charset="-122"/>
                <a:cs typeface="Cambria" pitchFamily="34" charset="-120"/>
              </a:rPr>
              <a:t>PLATFORMY INTERNETOWE DO TERAPII</a:t>
            </a:r>
            <a:endParaRPr lang="en-US" sz="2600"/>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Sześć</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kryteriów</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wyboru</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infrastruktury</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nie</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tylko</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wygody</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interfejsu</a:t>
            </a:r>
            <a:endParaRPr lang="en-US" sz="1600" err="1">
              <a:latin typeface="Calibri"/>
              <a:ea typeface="Calibri"/>
              <a:cs typeface="Calibri"/>
            </a:endParaRPr>
          </a:p>
        </p:txBody>
      </p:sp>
      <p:sp>
        <p:nvSpPr>
          <p:cNvPr id="5" name="Shape 3"/>
          <p:cNvSpPr/>
          <p:nvPr/>
        </p:nvSpPr>
        <p:spPr>
          <a:xfrm>
            <a:off x="609600" y="1645920"/>
            <a:ext cx="3413760" cy="1662737"/>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865376"/>
            <a:ext cx="390144" cy="390144"/>
          </a:xfrm>
          <a:prstGeom prst="ellipse">
            <a:avLst/>
          </a:prstGeom>
          <a:solidFill>
            <a:srgbClr val="1B2A56"/>
          </a:solidFill>
          <a:ln w="12700">
            <a:solidFill>
              <a:srgbClr val="1B2A56"/>
            </a:solidFill>
            <a:prstDash val="solid"/>
          </a:ln>
        </p:spPr>
      </p:sp>
      <p:sp>
        <p:nvSpPr>
          <p:cNvPr id="7" name="Text 5"/>
          <p:cNvSpPr/>
          <p:nvPr/>
        </p:nvSpPr>
        <p:spPr>
          <a:xfrm>
            <a:off x="829056" y="1865376"/>
            <a:ext cx="390144"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FFFFFF"/>
                </a:solidFill>
              </a:rPr>
              <a:t>1</a:t>
            </a:r>
            <a:endParaRPr lang="en-US" sz="1400"/>
          </a:p>
        </p:txBody>
      </p:sp>
      <p:sp>
        <p:nvSpPr>
          <p:cNvPr id="8" name="Text 6"/>
          <p:cNvSpPr/>
          <p:nvPr/>
        </p:nvSpPr>
        <p:spPr>
          <a:xfrm>
            <a:off x="1365504" y="1816608"/>
            <a:ext cx="2499360"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Bezpieczeństwo</a:t>
            </a:r>
            <a:endParaRPr lang="pl-PL" sz="2000" dirty="0">
              <a:latin typeface="Cambria"/>
              <a:ea typeface="Cambria"/>
              <a:cs typeface="Calibri"/>
            </a:endParaRPr>
          </a:p>
        </p:txBody>
      </p:sp>
      <p:sp>
        <p:nvSpPr>
          <p:cNvPr id="9" name="Text 7"/>
          <p:cNvSpPr/>
          <p:nvPr/>
        </p:nvSpPr>
        <p:spPr>
          <a:xfrm>
            <a:off x="829056" y="2596896"/>
            <a:ext cx="2974848" cy="55326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a:ea typeface="Calibri"/>
                <a:cs typeface="Calibri"/>
              </a:rPr>
              <a:t>szyfrowanie, ochrona przed nieautoryzowanym dostępem</a:t>
            </a:r>
            <a:endParaRPr lang="pl-PL" sz="1800" dirty="0">
              <a:latin typeface="Calibri"/>
              <a:ea typeface="Calibri"/>
              <a:cs typeface="Calibri"/>
            </a:endParaRPr>
          </a:p>
        </p:txBody>
      </p:sp>
      <p:sp>
        <p:nvSpPr>
          <p:cNvPr id="10" name="Shape 8"/>
          <p:cNvSpPr/>
          <p:nvPr/>
        </p:nvSpPr>
        <p:spPr>
          <a:xfrm>
            <a:off x="4389120" y="1645920"/>
            <a:ext cx="3413760" cy="1662737"/>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1" name="Shape 9"/>
          <p:cNvSpPr/>
          <p:nvPr/>
        </p:nvSpPr>
        <p:spPr>
          <a:xfrm>
            <a:off x="4608576" y="1865376"/>
            <a:ext cx="390144" cy="390144"/>
          </a:xfrm>
          <a:prstGeom prst="ellipse">
            <a:avLst/>
          </a:prstGeom>
          <a:solidFill>
            <a:srgbClr val="1B2A56"/>
          </a:solidFill>
          <a:ln w="12700">
            <a:solidFill>
              <a:srgbClr val="1B2A56"/>
            </a:solidFill>
            <a:prstDash val="solid"/>
          </a:ln>
        </p:spPr>
      </p:sp>
      <p:sp>
        <p:nvSpPr>
          <p:cNvPr id="12" name="Text 10"/>
          <p:cNvSpPr/>
          <p:nvPr/>
        </p:nvSpPr>
        <p:spPr>
          <a:xfrm>
            <a:off x="4608576" y="1865376"/>
            <a:ext cx="390144"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FFFFFF"/>
                </a:solidFill>
              </a:rPr>
              <a:t>2</a:t>
            </a:r>
            <a:endParaRPr lang="en-US" sz="1400"/>
          </a:p>
        </p:txBody>
      </p:sp>
      <p:sp>
        <p:nvSpPr>
          <p:cNvPr id="13" name="Text 11"/>
          <p:cNvSpPr/>
          <p:nvPr/>
        </p:nvSpPr>
        <p:spPr>
          <a:xfrm>
            <a:off x="5145024" y="1816608"/>
            <a:ext cx="2499360"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Stabilność</a:t>
            </a:r>
            <a:endParaRPr lang="pl-PL" sz="2000" dirty="0">
              <a:latin typeface="Calibri"/>
              <a:ea typeface="Calibri"/>
              <a:cs typeface="Calibri"/>
            </a:endParaRPr>
          </a:p>
        </p:txBody>
      </p:sp>
      <p:sp>
        <p:nvSpPr>
          <p:cNvPr id="14" name="Text 12"/>
          <p:cNvSpPr/>
          <p:nvPr/>
        </p:nvSpPr>
        <p:spPr>
          <a:xfrm>
            <a:off x="4608576" y="2596896"/>
            <a:ext cx="2974848" cy="55326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a:ea typeface="Calibri"/>
                <a:cs typeface="Calibri"/>
              </a:rPr>
              <a:t>jakość połączenia, dostępność serwerów</a:t>
            </a:r>
            <a:endParaRPr lang="pl-PL" sz="1800" dirty="0">
              <a:latin typeface="Calibri"/>
              <a:ea typeface="Calibri"/>
              <a:cs typeface="Calibri"/>
            </a:endParaRPr>
          </a:p>
        </p:txBody>
      </p:sp>
      <p:sp>
        <p:nvSpPr>
          <p:cNvPr id="15" name="Shape 13"/>
          <p:cNvSpPr/>
          <p:nvPr/>
        </p:nvSpPr>
        <p:spPr>
          <a:xfrm>
            <a:off x="8168640" y="1645920"/>
            <a:ext cx="3413760" cy="1662737"/>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6" name="Shape 14"/>
          <p:cNvSpPr/>
          <p:nvPr/>
        </p:nvSpPr>
        <p:spPr>
          <a:xfrm>
            <a:off x="8388096" y="1865376"/>
            <a:ext cx="390144" cy="390144"/>
          </a:xfrm>
          <a:prstGeom prst="ellipse">
            <a:avLst/>
          </a:prstGeom>
          <a:solidFill>
            <a:srgbClr val="1B2A56"/>
          </a:solidFill>
          <a:ln w="12700">
            <a:solidFill>
              <a:srgbClr val="1B2A56"/>
            </a:solidFill>
            <a:prstDash val="solid"/>
          </a:ln>
        </p:spPr>
      </p:sp>
      <p:sp>
        <p:nvSpPr>
          <p:cNvPr id="17" name="Text 15"/>
          <p:cNvSpPr/>
          <p:nvPr/>
        </p:nvSpPr>
        <p:spPr>
          <a:xfrm>
            <a:off x="8388096" y="1865376"/>
            <a:ext cx="390144"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FFFFFF"/>
                </a:solidFill>
              </a:rPr>
              <a:t>3</a:t>
            </a:r>
            <a:endParaRPr lang="en-US" sz="1400"/>
          </a:p>
        </p:txBody>
      </p:sp>
      <p:sp>
        <p:nvSpPr>
          <p:cNvPr id="18" name="Text 16"/>
          <p:cNvSpPr/>
          <p:nvPr/>
        </p:nvSpPr>
        <p:spPr>
          <a:xfrm>
            <a:off x="8924544" y="1816608"/>
            <a:ext cx="2499360"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Zgodność prawna</a:t>
            </a:r>
            <a:endParaRPr lang="pl-PL" sz="2000" dirty="0">
              <a:latin typeface="Calibri"/>
              <a:ea typeface="Calibri"/>
              <a:cs typeface="Calibri"/>
            </a:endParaRPr>
          </a:p>
        </p:txBody>
      </p:sp>
      <p:sp>
        <p:nvSpPr>
          <p:cNvPr id="19" name="Text 17"/>
          <p:cNvSpPr/>
          <p:nvPr/>
        </p:nvSpPr>
        <p:spPr>
          <a:xfrm>
            <a:off x="8388096" y="2596896"/>
            <a:ext cx="2974848" cy="55326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a:ea typeface="Calibri"/>
                <a:cs typeface="Calibri"/>
              </a:rPr>
              <a:t>RODO i lokalne regulacje dot. danych medycznych</a:t>
            </a:r>
            <a:endParaRPr lang="pl-PL" sz="1800" dirty="0">
              <a:latin typeface="Calibri"/>
              <a:ea typeface="Calibri"/>
              <a:cs typeface="Calibri"/>
            </a:endParaRPr>
          </a:p>
        </p:txBody>
      </p:sp>
      <p:sp>
        <p:nvSpPr>
          <p:cNvPr id="20" name="Shape 18"/>
          <p:cNvSpPr/>
          <p:nvPr/>
        </p:nvSpPr>
        <p:spPr>
          <a:xfrm>
            <a:off x="609600" y="3718560"/>
            <a:ext cx="3413760" cy="1662737"/>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1" name="Shape 19"/>
          <p:cNvSpPr/>
          <p:nvPr/>
        </p:nvSpPr>
        <p:spPr>
          <a:xfrm>
            <a:off x="829056" y="3938016"/>
            <a:ext cx="390144" cy="390144"/>
          </a:xfrm>
          <a:prstGeom prst="ellipse">
            <a:avLst/>
          </a:prstGeom>
          <a:solidFill>
            <a:srgbClr val="1B2A56"/>
          </a:solidFill>
          <a:ln w="12700">
            <a:solidFill>
              <a:srgbClr val="1B2A56"/>
            </a:solidFill>
            <a:prstDash val="solid"/>
          </a:ln>
        </p:spPr>
      </p:sp>
      <p:sp>
        <p:nvSpPr>
          <p:cNvPr id="22" name="Text 20"/>
          <p:cNvSpPr/>
          <p:nvPr/>
        </p:nvSpPr>
        <p:spPr>
          <a:xfrm>
            <a:off x="829056" y="3938016"/>
            <a:ext cx="390144"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FFFFFF"/>
                </a:solidFill>
              </a:rPr>
              <a:t>4</a:t>
            </a:r>
            <a:endParaRPr lang="en-US" sz="1400"/>
          </a:p>
        </p:txBody>
      </p:sp>
      <p:sp>
        <p:nvSpPr>
          <p:cNvPr id="23" name="Text 21"/>
          <p:cNvSpPr/>
          <p:nvPr/>
        </p:nvSpPr>
        <p:spPr>
          <a:xfrm>
            <a:off x="1365504" y="3889248"/>
            <a:ext cx="2499360"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Zarządzanie zgodami</a:t>
            </a:r>
            <a:endParaRPr lang="pl-PL" sz="2000" dirty="0">
              <a:latin typeface="Calibri"/>
              <a:ea typeface="Calibri"/>
              <a:cs typeface="Calibri"/>
            </a:endParaRPr>
          </a:p>
        </p:txBody>
      </p:sp>
      <p:sp>
        <p:nvSpPr>
          <p:cNvPr id="24" name="Text 22"/>
          <p:cNvSpPr/>
          <p:nvPr/>
        </p:nvSpPr>
        <p:spPr>
          <a:xfrm>
            <a:off x="1097280" y="4613201"/>
            <a:ext cx="2438400" cy="59278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a:ea typeface="Calibri"/>
                <a:cs typeface="Calibri"/>
              </a:rPr>
              <a:t>wbudowane w system, nie poza nim</a:t>
            </a:r>
            <a:endParaRPr lang="pl-PL" sz="1800" dirty="0">
              <a:latin typeface="Calibri"/>
              <a:ea typeface="Calibri"/>
              <a:cs typeface="Calibri"/>
            </a:endParaRPr>
          </a:p>
        </p:txBody>
      </p:sp>
      <p:sp>
        <p:nvSpPr>
          <p:cNvPr id="25" name="Shape 23"/>
          <p:cNvSpPr/>
          <p:nvPr/>
        </p:nvSpPr>
        <p:spPr>
          <a:xfrm>
            <a:off x="4389120" y="3718560"/>
            <a:ext cx="3413760" cy="1662737"/>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4608576" y="3938016"/>
            <a:ext cx="390144" cy="390144"/>
          </a:xfrm>
          <a:prstGeom prst="ellipse">
            <a:avLst/>
          </a:prstGeom>
          <a:solidFill>
            <a:srgbClr val="1B2A56"/>
          </a:solidFill>
          <a:ln w="12700">
            <a:solidFill>
              <a:srgbClr val="1B2A56"/>
            </a:solidFill>
            <a:prstDash val="solid"/>
          </a:ln>
        </p:spPr>
      </p:sp>
      <p:sp>
        <p:nvSpPr>
          <p:cNvPr id="27" name="Text 25"/>
          <p:cNvSpPr/>
          <p:nvPr/>
        </p:nvSpPr>
        <p:spPr>
          <a:xfrm>
            <a:off x="4608576" y="3938016"/>
            <a:ext cx="390144"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FFFFFF"/>
                </a:solidFill>
              </a:rPr>
              <a:t>5</a:t>
            </a:r>
            <a:endParaRPr lang="en-US" sz="1400"/>
          </a:p>
        </p:txBody>
      </p:sp>
      <p:sp>
        <p:nvSpPr>
          <p:cNvPr id="28" name="Text 26"/>
          <p:cNvSpPr/>
          <p:nvPr/>
        </p:nvSpPr>
        <p:spPr>
          <a:xfrm>
            <a:off x="5145024" y="3889248"/>
            <a:ext cx="2499360"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Dokumentacja</a:t>
            </a:r>
            <a:endParaRPr lang="pl-PL" sz="2000" dirty="0">
              <a:latin typeface="Calibri"/>
              <a:ea typeface="Calibri"/>
              <a:cs typeface="Calibri"/>
            </a:endParaRPr>
          </a:p>
        </p:txBody>
      </p:sp>
      <p:sp>
        <p:nvSpPr>
          <p:cNvPr id="29" name="Text 27"/>
          <p:cNvSpPr/>
          <p:nvPr/>
        </p:nvSpPr>
        <p:spPr>
          <a:xfrm>
            <a:off x="4908331" y="4613201"/>
            <a:ext cx="2675093" cy="5927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a:ea typeface="Calibri"/>
                <a:cs typeface="Calibri"/>
              </a:rPr>
              <a:t>notatki zgodne z wymogami zawodowymi</a:t>
            </a:r>
            <a:endParaRPr lang="pl-PL" sz="1800" dirty="0">
              <a:latin typeface="Calibri"/>
              <a:ea typeface="Calibri"/>
              <a:cs typeface="Calibri"/>
            </a:endParaRPr>
          </a:p>
        </p:txBody>
      </p:sp>
      <p:sp>
        <p:nvSpPr>
          <p:cNvPr id="30" name="Shape 28"/>
          <p:cNvSpPr/>
          <p:nvPr/>
        </p:nvSpPr>
        <p:spPr>
          <a:xfrm>
            <a:off x="8168640" y="3718560"/>
            <a:ext cx="3413760" cy="1662737"/>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1" name="Shape 29"/>
          <p:cNvSpPr/>
          <p:nvPr/>
        </p:nvSpPr>
        <p:spPr>
          <a:xfrm>
            <a:off x="8388096" y="3938016"/>
            <a:ext cx="390144" cy="390144"/>
          </a:xfrm>
          <a:prstGeom prst="ellipse">
            <a:avLst/>
          </a:prstGeom>
          <a:solidFill>
            <a:srgbClr val="1B2A56"/>
          </a:solidFill>
          <a:ln w="12700">
            <a:solidFill>
              <a:srgbClr val="1B2A56"/>
            </a:solidFill>
            <a:prstDash val="solid"/>
          </a:ln>
        </p:spPr>
      </p:sp>
      <p:sp>
        <p:nvSpPr>
          <p:cNvPr id="32" name="Text 30"/>
          <p:cNvSpPr/>
          <p:nvPr/>
        </p:nvSpPr>
        <p:spPr>
          <a:xfrm>
            <a:off x="8388096" y="3938016"/>
            <a:ext cx="390144"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FFFFFF"/>
                </a:solidFill>
              </a:rPr>
              <a:t>6</a:t>
            </a:r>
            <a:endParaRPr lang="en-US" sz="1400"/>
          </a:p>
        </p:txBody>
      </p:sp>
      <p:sp>
        <p:nvSpPr>
          <p:cNvPr id="33" name="Text 31"/>
          <p:cNvSpPr/>
          <p:nvPr/>
        </p:nvSpPr>
        <p:spPr>
          <a:xfrm>
            <a:off x="8924544" y="3918276"/>
            <a:ext cx="2651760" cy="4180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Konta i eksport danych</a:t>
            </a:r>
            <a:endParaRPr lang="pl-PL" sz="2000" dirty="0">
              <a:latin typeface="Calibri"/>
              <a:ea typeface="Calibri"/>
              <a:cs typeface="Calibri"/>
            </a:endParaRPr>
          </a:p>
        </p:txBody>
      </p:sp>
      <p:sp>
        <p:nvSpPr>
          <p:cNvPr id="34" name="Text 32"/>
          <p:cNvSpPr/>
          <p:nvPr/>
        </p:nvSpPr>
        <p:spPr>
          <a:xfrm>
            <a:off x="8388096" y="4669536"/>
            <a:ext cx="2974848"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a:ea typeface="Calibri"/>
                <a:cs typeface="Calibri"/>
              </a:rPr>
              <a:t>przenośność i kontrola klienta nad danymi</a:t>
            </a:r>
            <a:endParaRPr lang="pl-PL" sz="1800" dirty="0">
              <a:latin typeface="Calibri"/>
              <a:ea typeface="Calibri"/>
              <a:cs typeface="Calibri"/>
            </a:endParaRPr>
          </a:p>
        </p:txBody>
      </p:sp>
      <p:sp>
        <p:nvSpPr>
          <p:cNvPr id="35" name="Shape 33"/>
          <p:cNvSpPr/>
          <p:nvPr/>
        </p:nvSpPr>
        <p:spPr>
          <a:xfrm>
            <a:off x="609600" y="5730240"/>
            <a:ext cx="10972800" cy="670560"/>
          </a:xfrm>
          <a:prstGeom prst="roundRect">
            <a:avLst>
              <a:gd name="adj" fmla="val 10909"/>
            </a:avLst>
          </a:prstGeom>
          <a:solidFill>
            <a:srgbClr val="EAF0FB"/>
          </a:solidFill>
          <a:ln w="12700">
            <a:solidFill>
              <a:srgbClr val="EAF0FB"/>
            </a:solidFill>
            <a:prstDash val="solid"/>
          </a:ln>
        </p:spPr>
      </p:sp>
      <p:sp>
        <p:nvSpPr>
          <p:cNvPr id="36" name="Text 34"/>
          <p:cNvSpPr/>
          <p:nvPr/>
        </p:nvSpPr>
        <p:spPr>
          <a:xfrm>
            <a:off x="914400" y="5803392"/>
            <a:ext cx="10363200" cy="524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2000" dirty="0" smtClean="0">
                <a:solidFill>
                  <a:srgbClr val="1B2A56"/>
                </a:solidFill>
                <a:latin typeface="Calibri" pitchFamily="34" charset="0"/>
                <a:ea typeface="Calibri" pitchFamily="34" charset="-122"/>
                <a:cs typeface="Calibri" pitchFamily="34" charset="-120"/>
              </a:rPr>
              <a:t>Wybór platformy to decyzja o infrastrukturze procesu klinicznego, a nie kwestia wygody interfejsu</a:t>
            </a:r>
            <a:endParaRPr lang="pl-PL" sz="2000" dirty="0"/>
          </a:p>
        </p:txBody>
      </p:sp>
      <p:sp>
        <p:nvSpPr>
          <p:cNvPr id="37" name="Text 35"/>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37  ·  Sekcja IV</a:t>
            </a:r>
            <a:endParaRPr lang="en-US" sz="1067"/>
          </a:p>
        </p:txBody>
      </p:sp>
    </p:spTree>
    <p:extLst>
      <p:ext uri="{BB962C8B-B14F-4D97-AF65-F5344CB8AC3E}">
        <p14:creationId xmlns:p14="http://schemas.microsoft.com/office/powerpoint/2010/main" val="81590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5" name="Shape 3"/>
          <p:cNvSpPr/>
          <p:nvPr/>
        </p:nvSpPr>
        <p:spPr>
          <a:xfrm>
            <a:off x="609600" y="1706880"/>
            <a:ext cx="4998720" cy="3840480"/>
          </a:xfrm>
          <a:prstGeom prst="roundRect">
            <a:avLst>
              <a:gd name="adj" fmla="val 2222"/>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15" name="Shape 13"/>
          <p:cNvSpPr/>
          <p:nvPr/>
        </p:nvSpPr>
        <p:spPr>
          <a:xfrm>
            <a:off x="6096000" y="1706880"/>
            <a:ext cx="4998720" cy="3840480"/>
          </a:xfrm>
          <a:prstGeom prst="roundRect">
            <a:avLst>
              <a:gd name="adj" fmla="val 2222"/>
            </a:avLst>
          </a:prstGeom>
          <a:solidFill>
            <a:srgbClr val="FBE7E5"/>
          </a:solidFill>
          <a:ln w="12700">
            <a:solidFill>
              <a:srgbClr val="DCE2EC"/>
            </a:solidFill>
            <a:prstDash val="solid"/>
          </a:ln>
          <a:effectLst>
            <a:outerShdw blurRad="76200" dist="25400" dir="5400000" algn="bl" rotWithShape="0">
              <a:srgbClr val="000000">
                <a:alpha val="10000"/>
              </a:srgbClr>
            </a:outerShdw>
          </a:effectLst>
        </p:spPr>
      </p:sp>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00" b="1">
                <a:solidFill>
                  <a:srgbClr val="FFFFFF"/>
                </a:solidFill>
                <a:latin typeface="Cambria" pitchFamily="34" charset="0"/>
                <a:ea typeface="Cambria" pitchFamily="34" charset="-122"/>
                <a:cs typeface="Cambria" pitchFamily="34" charset="-120"/>
              </a:rPr>
              <a:t>PROBLEM JAKOŚCI APLIKACJI MENTAL HEALTH</a:t>
            </a:r>
            <a:endParaRPr lang="en-US" sz="2600"/>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Popularność</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estetyka</a:t>
            </a:r>
            <a:r>
              <a:rPr lang="en-US" sz="1600" i="1">
                <a:solidFill>
                  <a:srgbClr val="B7C6E6"/>
                </a:solidFill>
                <a:latin typeface="Calibri"/>
                <a:ea typeface="Calibri"/>
                <a:cs typeface="Calibri"/>
              </a:rPr>
              <a:t> to </a:t>
            </a:r>
            <a:r>
              <a:rPr lang="en-US" sz="1600" i="1" err="1">
                <a:solidFill>
                  <a:srgbClr val="B7C6E6"/>
                </a:solidFill>
                <a:latin typeface="Calibri"/>
                <a:ea typeface="Calibri"/>
                <a:cs typeface="Calibri"/>
              </a:rPr>
              <a:t>nie</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dowód</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skuteczności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klinicznej</a:t>
            </a:r>
            <a:endParaRPr lang="en-US" sz="1600">
              <a:latin typeface="Calibri"/>
              <a:ea typeface="Calibri"/>
              <a:cs typeface="Calibri"/>
            </a:endParaRPr>
          </a:p>
        </p:txBody>
      </p:sp>
      <p:sp>
        <p:nvSpPr>
          <p:cNvPr id="27" name="Text 25"/>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38  ·  Sekcja IV</a:t>
            </a:r>
            <a:endParaRPr lang="en-US" sz="1067"/>
          </a:p>
        </p:txBody>
      </p:sp>
      <p:sp>
        <p:nvSpPr>
          <p:cNvPr id="6" name="Text 4"/>
          <p:cNvSpPr/>
          <p:nvPr/>
        </p:nvSpPr>
        <p:spPr>
          <a:xfrm>
            <a:off x="609600" y="1889760"/>
            <a:ext cx="499872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800" b="1">
                <a:solidFill>
                  <a:srgbClr val="5B6472"/>
                </a:solidFill>
                <a:latin typeface="Cambria"/>
                <a:ea typeface="Cambria"/>
                <a:cs typeface="Cambria" pitchFamily="34" charset="-120"/>
              </a:rPr>
              <a:t>CO WIDAĆ</a:t>
            </a:r>
            <a:endParaRPr lang="en-US" sz="2800">
              <a:latin typeface="Calibri"/>
              <a:ea typeface="Calibri"/>
              <a:cs typeface="Calibri"/>
            </a:endParaRPr>
          </a:p>
        </p:txBody>
      </p:sp>
      <p:sp>
        <p:nvSpPr>
          <p:cNvPr id="16" name="Text 14"/>
          <p:cNvSpPr/>
          <p:nvPr/>
        </p:nvSpPr>
        <p:spPr>
          <a:xfrm>
            <a:off x="6096000" y="1889760"/>
            <a:ext cx="499872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800" b="1">
                <a:solidFill>
                  <a:srgbClr val="C0392B"/>
                </a:solidFill>
                <a:latin typeface="Cambria"/>
                <a:ea typeface="Cambria"/>
                <a:cs typeface="Cambria" pitchFamily="34" charset="-120"/>
              </a:rPr>
              <a:t>CZEGO NIE WIDAĆ</a:t>
            </a:r>
            <a:endParaRPr lang="en-US" sz="2800">
              <a:latin typeface="Calibri"/>
              <a:ea typeface="Calibri"/>
              <a:cs typeface="Calibri"/>
            </a:endParaRPr>
          </a:p>
        </p:txBody>
      </p:sp>
      <p:sp>
        <p:nvSpPr>
          <p:cNvPr id="7" name="Shape 5"/>
          <p:cNvSpPr/>
          <p:nvPr/>
        </p:nvSpPr>
        <p:spPr>
          <a:xfrm>
            <a:off x="914400" y="2645664"/>
            <a:ext cx="121920" cy="121920"/>
          </a:xfrm>
          <a:prstGeom prst="ellipse">
            <a:avLst/>
          </a:prstGeom>
          <a:solidFill>
            <a:srgbClr val="8B95A6"/>
          </a:solidFill>
          <a:ln w="12700">
            <a:solidFill>
              <a:srgbClr val="8B95A6"/>
            </a:solidFill>
            <a:prstDash val="solid"/>
          </a:ln>
        </p:spPr>
      </p:sp>
      <p:sp>
        <p:nvSpPr>
          <p:cNvPr id="9" name="Shape 7"/>
          <p:cNvSpPr/>
          <p:nvPr/>
        </p:nvSpPr>
        <p:spPr>
          <a:xfrm>
            <a:off x="914400" y="3352800"/>
            <a:ext cx="121920" cy="121920"/>
          </a:xfrm>
          <a:prstGeom prst="ellipse">
            <a:avLst/>
          </a:prstGeom>
          <a:solidFill>
            <a:srgbClr val="8B95A6"/>
          </a:solidFill>
          <a:ln w="12700">
            <a:solidFill>
              <a:srgbClr val="8B95A6"/>
            </a:solidFill>
            <a:prstDash val="solid"/>
          </a:ln>
        </p:spPr>
      </p:sp>
      <p:sp>
        <p:nvSpPr>
          <p:cNvPr id="11" name="Shape 9"/>
          <p:cNvSpPr/>
          <p:nvPr/>
        </p:nvSpPr>
        <p:spPr>
          <a:xfrm>
            <a:off x="914400" y="4059936"/>
            <a:ext cx="121920" cy="121920"/>
          </a:xfrm>
          <a:prstGeom prst="ellipse">
            <a:avLst/>
          </a:prstGeom>
          <a:solidFill>
            <a:srgbClr val="8B95A6"/>
          </a:solidFill>
          <a:ln w="12700">
            <a:solidFill>
              <a:srgbClr val="8B95A6"/>
            </a:solidFill>
            <a:prstDash val="solid"/>
          </a:ln>
        </p:spPr>
      </p:sp>
      <p:sp>
        <p:nvSpPr>
          <p:cNvPr id="8" name="Text 6"/>
          <p:cNvSpPr/>
          <p:nvPr/>
        </p:nvSpPr>
        <p:spPr>
          <a:xfrm>
            <a:off x="1182624" y="2560320"/>
            <a:ext cx="42062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1B2A56"/>
                </a:solidFill>
                <a:latin typeface="Calibri" pitchFamily="34" charset="0"/>
                <a:ea typeface="Calibri" pitchFamily="34" charset="-122"/>
                <a:cs typeface="Calibri" pitchFamily="34" charset="-120"/>
              </a:rPr>
              <a:t>Wysokie oceny w sklepie aplikacji</a:t>
            </a:r>
            <a:endParaRPr lang="en-US" sz="2000"/>
          </a:p>
        </p:txBody>
      </p:sp>
      <p:sp>
        <p:nvSpPr>
          <p:cNvPr id="13" name="Shape 11"/>
          <p:cNvSpPr/>
          <p:nvPr/>
        </p:nvSpPr>
        <p:spPr>
          <a:xfrm>
            <a:off x="914400" y="4767072"/>
            <a:ext cx="121920" cy="121920"/>
          </a:xfrm>
          <a:prstGeom prst="ellipse">
            <a:avLst/>
          </a:prstGeom>
          <a:solidFill>
            <a:srgbClr val="8B95A6"/>
          </a:solidFill>
          <a:ln w="12700">
            <a:solidFill>
              <a:srgbClr val="8B95A6"/>
            </a:solidFill>
            <a:prstDash val="solid"/>
          </a:ln>
        </p:spPr>
      </p:sp>
      <p:sp>
        <p:nvSpPr>
          <p:cNvPr id="10" name="Text 8"/>
          <p:cNvSpPr/>
          <p:nvPr/>
        </p:nvSpPr>
        <p:spPr>
          <a:xfrm>
            <a:off x="1182624" y="3267456"/>
            <a:ext cx="42062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1B2A56"/>
                </a:solidFill>
                <a:latin typeface="Calibri" pitchFamily="34" charset="0"/>
                <a:ea typeface="Calibri" pitchFamily="34" charset="-122"/>
                <a:cs typeface="Calibri" pitchFamily="34" charset="-120"/>
              </a:rPr>
              <a:t>Atrakcyjny, dopracowany interfejs</a:t>
            </a:r>
            <a:endParaRPr lang="en-US" sz="2000"/>
          </a:p>
        </p:txBody>
      </p:sp>
      <p:sp>
        <p:nvSpPr>
          <p:cNvPr id="25" name="Shape 23"/>
          <p:cNvSpPr/>
          <p:nvPr/>
        </p:nvSpPr>
        <p:spPr>
          <a:xfrm>
            <a:off x="609600" y="5730240"/>
            <a:ext cx="10972800" cy="670560"/>
          </a:xfrm>
          <a:prstGeom prst="roundRect">
            <a:avLst>
              <a:gd name="adj" fmla="val 10909"/>
            </a:avLst>
          </a:prstGeom>
          <a:solidFill>
            <a:srgbClr val="FBE7E5"/>
          </a:solidFill>
          <a:ln w="12700">
            <a:solidFill>
              <a:srgbClr val="FBE7E5"/>
            </a:solidFill>
            <a:prstDash val="solid"/>
          </a:ln>
        </p:spPr>
      </p:sp>
      <p:sp>
        <p:nvSpPr>
          <p:cNvPr id="12" name="Text 10"/>
          <p:cNvSpPr/>
          <p:nvPr/>
        </p:nvSpPr>
        <p:spPr>
          <a:xfrm>
            <a:off x="1182624" y="3974592"/>
            <a:ext cx="42062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1B2A56"/>
                </a:solidFill>
                <a:latin typeface="Calibri" pitchFamily="34" charset="0"/>
                <a:ea typeface="Calibri" pitchFamily="34" charset="-122"/>
                <a:cs typeface="Calibri" pitchFamily="34" charset="-120"/>
              </a:rPr>
              <a:t>Deklaracje skuteczności w opisie</a:t>
            </a:r>
            <a:endParaRPr lang="en-US" sz="2000"/>
          </a:p>
        </p:txBody>
      </p:sp>
      <p:sp>
        <p:nvSpPr>
          <p:cNvPr id="17" name="Shape 15"/>
          <p:cNvSpPr/>
          <p:nvPr/>
        </p:nvSpPr>
        <p:spPr>
          <a:xfrm>
            <a:off x="6400800" y="2645664"/>
            <a:ext cx="121920" cy="121920"/>
          </a:xfrm>
          <a:prstGeom prst="ellipse">
            <a:avLst/>
          </a:prstGeom>
          <a:solidFill>
            <a:srgbClr val="C0392B"/>
          </a:solidFill>
          <a:ln w="12700">
            <a:solidFill>
              <a:srgbClr val="C0392B"/>
            </a:solidFill>
            <a:prstDash val="solid"/>
          </a:ln>
        </p:spPr>
      </p:sp>
      <p:sp>
        <p:nvSpPr>
          <p:cNvPr id="14" name="Text 12"/>
          <p:cNvSpPr/>
          <p:nvPr/>
        </p:nvSpPr>
        <p:spPr>
          <a:xfrm>
            <a:off x="1182624" y="4681728"/>
            <a:ext cx="42062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1B2A56"/>
                </a:solidFill>
                <a:latin typeface="Calibri" pitchFamily="34" charset="0"/>
                <a:ea typeface="Calibri" pitchFamily="34" charset="-122"/>
                <a:cs typeface="Calibri" pitchFamily="34" charset="-120"/>
              </a:rPr>
              <a:t>Entuzjastyczne cytaty użytkowników</a:t>
            </a:r>
            <a:endParaRPr lang="en-US" sz="2000"/>
          </a:p>
        </p:txBody>
      </p:sp>
      <p:sp>
        <p:nvSpPr>
          <p:cNvPr id="19" name="Shape 17"/>
          <p:cNvSpPr/>
          <p:nvPr/>
        </p:nvSpPr>
        <p:spPr>
          <a:xfrm>
            <a:off x="6400800" y="3352800"/>
            <a:ext cx="121920" cy="121920"/>
          </a:xfrm>
          <a:prstGeom prst="ellipse">
            <a:avLst/>
          </a:prstGeom>
          <a:solidFill>
            <a:srgbClr val="C0392B"/>
          </a:solidFill>
          <a:ln w="12700">
            <a:solidFill>
              <a:srgbClr val="C0392B"/>
            </a:solidFill>
            <a:prstDash val="solid"/>
          </a:ln>
        </p:spPr>
      </p:sp>
      <p:sp>
        <p:nvSpPr>
          <p:cNvPr id="21" name="Shape 19"/>
          <p:cNvSpPr/>
          <p:nvPr/>
        </p:nvSpPr>
        <p:spPr>
          <a:xfrm>
            <a:off x="6400800" y="4059936"/>
            <a:ext cx="121920" cy="121920"/>
          </a:xfrm>
          <a:prstGeom prst="ellipse">
            <a:avLst/>
          </a:prstGeom>
          <a:solidFill>
            <a:srgbClr val="C0392B"/>
          </a:solidFill>
          <a:ln w="12700">
            <a:solidFill>
              <a:srgbClr val="C0392B"/>
            </a:solidFill>
            <a:prstDash val="solid"/>
          </a:ln>
        </p:spPr>
      </p:sp>
      <p:sp>
        <p:nvSpPr>
          <p:cNvPr id="18" name="Text 16"/>
          <p:cNvSpPr/>
          <p:nvPr/>
        </p:nvSpPr>
        <p:spPr>
          <a:xfrm>
            <a:off x="6669024" y="2560320"/>
            <a:ext cx="42062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1B2A56"/>
                </a:solidFill>
                <a:latin typeface="Calibri" pitchFamily="34" charset="0"/>
                <a:ea typeface="Calibri" pitchFamily="34" charset="-122"/>
                <a:cs typeface="Calibri" pitchFamily="34" charset="-120"/>
              </a:rPr>
              <a:t>Solidnej walidacji klinicznej</a:t>
            </a:r>
            <a:endParaRPr lang="en-US" sz="2000"/>
          </a:p>
        </p:txBody>
      </p:sp>
      <p:sp>
        <p:nvSpPr>
          <p:cNvPr id="23" name="Shape 21"/>
          <p:cNvSpPr/>
          <p:nvPr/>
        </p:nvSpPr>
        <p:spPr>
          <a:xfrm>
            <a:off x="6400800" y="4767072"/>
            <a:ext cx="121920" cy="121920"/>
          </a:xfrm>
          <a:prstGeom prst="ellipse">
            <a:avLst/>
          </a:prstGeom>
          <a:solidFill>
            <a:srgbClr val="C0392B"/>
          </a:solidFill>
          <a:ln w="12700">
            <a:solidFill>
              <a:srgbClr val="C0392B"/>
            </a:solidFill>
            <a:prstDash val="solid"/>
          </a:ln>
        </p:spPr>
      </p:sp>
      <p:sp>
        <p:nvSpPr>
          <p:cNvPr id="20" name="Text 18"/>
          <p:cNvSpPr/>
          <p:nvPr/>
        </p:nvSpPr>
        <p:spPr>
          <a:xfrm>
            <a:off x="6669024" y="3267456"/>
            <a:ext cx="42062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1B2A56"/>
                </a:solidFill>
                <a:latin typeface="Calibri" pitchFamily="34" charset="0"/>
                <a:ea typeface="Calibri" pitchFamily="34" charset="-122"/>
                <a:cs typeface="Calibri" pitchFamily="34" charset="-120"/>
              </a:rPr>
              <a:t>Opublikowanej metodologii badań</a:t>
            </a:r>
            <a:endParaRPr lang="en-US" sz="2000"/>
          </a:p>
        </p:txBody>
      </p:sp>
      <p:sp>
        <p:nvSpPr>
          <p:cNvPr id="26" name="Text 24"/>
          <p:cNvSpPr/>
          <p:nvPr/>
        </p:nvSpPr>
        <p:spPr>
          <a:xfrm>
            <a:off x="914400" y="5803392"/>
            <a:ext cx="10363200" cy="524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2000" b="1" dirty="0" smtClean="0">
                <a:solidFill>
                  <a:srgbClr val="C0392B"/>
                </a:solidFill>
                <a:latin typeface="Calibri"/>
                <a:ea typeface="Calibri"/>
                <a:cs typeface="Calibri"/>
              </a:rPr>
              <a:t>Ryzyko</a:t>
            </a:r>
            <a:r>
              <a:rPr lang="pl-PL" sz="2000" dirty="0" smtClean="0">
                <a:solidFill>
                  <a:srgbClr val="C0392B"/>
                </a:solidFill>
                <a:latin typeface="Calibri"/>
                <a:ea typeface="Calibri"/>
                <a:cs typeface="Calibri"/>
              </a:rPr>
              <a:t>: fałszywe poczucie pomocy przy braku realnego wsparcia - szczególnie w sytuacji kryzysu</a:t>
            </a:r>
            <a:endParaRPr lang="pl-PL" sz="2000" dirty="0">
              <a:latin typeface="Calibri"/>
              <a:ea typeface="Calibri"/>
              <a:cs typeface="Calibri"/>
            </a:endParaRPr>
          </a:p>
        </p:txBody>
      </p:sp>
      <p:sp>
        <p:nvSpPr>
          <p:cNvPr id="22" name="Text 20"/>
          <p:cNvSpPr/>
          <p:nvPr/>
        </p:nvSpPr>
        <p:spPr>
          <a:xfrm>
            <a:off x="6669024" y="3974592"/>
            <a:ext cx="42062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1B2A56"/>
                </a:solidFill>
                <a:latin typeface="Calibri" pitchFamily="34" charset="0"/>
                <a:ea typeface="Calibri" pitchFamily="34" charset="-122"/>
                <a:cs typeface="Calibri" pitchFamily="34" charset="-120"/>
              </a:rPr>
              <a:t>Informacji o ryzyku szkody</a:t>
            </a:r>
            <a:endParaRPr lang="en-US" sz="2000"/>
          </a:p>
        </p:txBody>
      </p:sp>
      <p:sp>
        <p:nvSpPr>
          <p:cNvPr id="24" name="Text 22"/>
          <p:cNvSpPr/>
          <p:nvPr/>
        </p:nvSpPr>
        <p:spPr>
          <a:xfrm>
            <a:off x="6669024" y="4681728"/>
            <a:ext cx="42062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1B2A56"/>
                </a:solidFill>
                <a:latin typeface="Calibri" pitchFamily="34" charset="0"/>
                <a:ea typeface="Calibri" pitchFamily="34" charset="-122"/>
                <a:cs typeface="Calibri" pitchFamily="34" charset="-120"/>
              </a:rPr>
              <a:t>Procedur na wypadek kryzysu</a:t>
            </a:r>
            <a:endParaRPr lang="en-US" sz="2000"/>
          </a:p>
        </p:txBody>
      </p:sp>
    </p:spTree>
    <p:extLst>
      <p:ext uri="{BB962C8B-B14F-4D97-AF65-F5344CB8AC3E}">
        <p14:creationId xmlns:p14="http://schemas.microsoft.com/office/powerpoint/2010/main" val="984000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JAK OCENIAĆ NARZĘDZIE CYFROWE?</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Siedem</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kryteriów</a:t>
            </a:r>
            <a:r>
              <a:rPr lang="en-US" sz="1600" i="1">
                <a:solidFill>
                  <a:srgbClr val="B7C6E6"/>
                </a:solidFill>
                <a:latin typeface="Calibri"/>
                <a:ea typeface="Calibri"/>
                <a:cs typeface="Calibri"/>
              </a:rPr>
              <a:t> do </a:t>
            </a:r>
            <a:r>
              <a:rPr lang="en-US" sz="1600" i="1" err="1">
                <a:solidFill>
                  <a:srgbClr val="B7C6E6"/>
                </a:solidFill>
                <a:latin typeface="Calibri"/>
                <a:ea typeface="Calibri"/>
                <a:cs typeface="Calibri"/>
              </a:rPr>
              <a:t>systematycznego</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stosowania</a:t>
            </a:r>
            <a:endParaRPr lang="en-US" sz="1600" err="1">
              <a:latin typeface="Calibri"/>
              <a:ea typeface="Calibri"/>
              <a:cs typeface="Calibri"/>
            </a:endParaRPr>
          </a:p>
        </p:txBody>
      </p:sp>
      <p:sp>
        <p:nvSpPr>
          <p:cNvPr id="5" name="Shape 3"/>
          <p:cNvSpPr/>
          <p:nvPr/>
        </p:nvSpPr>
        <p:spPr>
          <a:xfrm>
            <a:off x="609600"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780288" y="1816608"/>
            <a:ext cx="365760" cy="365760"/>
          </a:xfrm>
          <a:prstGeom prst="ellipse">
            <a:avLst/>
          </a:prstGeom>
          <a:solidFill>
            <a:srgbClr val="3D63B3"/>
          </a:solidFill>
          <a:ln w="12700">
            <a:solidFill>
              <a:srgbClr val="3D63B3"/>
            </a:solidFill>
            <a:prstDash val="solid"/>
          </a:ln>
        </p:spPr>
      </p:sp>
      <p:sp>
        <p:nvSpPr>
          <p:cNvPr id="7" name="Text 5"/>
          <p:cNvSpPr/>
          <p:nvPr/>
        </p:nvSpPr>
        <p:spPr>
          <a:xfrm>
            <a:off x="780288" y="181660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1</a:t>
            </a:r>
            <a:endParaRPr lang="en-US" sz="1333"/>
          </a:p>
        </p:txBody>
      </p:sp>
      <p:sp>
        <p:nvSpPr>
          <p:cNvPr id="8" name="Text 6"/>
          <p:cNvSpPr/>
          <p:nvPr/>
        </p:nvSpPr>
        <p:spPr>
          <a:xfrm>
            <a:off x="768096" y="2279904"/>
            <a:ext cx="224332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Cel kliniczny</a:t>
            </a:r>
            <a:endParaRPr lang="en-US" sz="2000"/>
          </a:p>
        </p:txBody>
      </p:sp>
      <p:sp>
        <p:nvSpPr>
          <p:cNvPr id="9" name="Text 7"/>
          <p:cNvSpPr/>
          <p:nvPr/>
        </p:nvSpPr>
        <p:spPr>
          <a:xfrm>
            <a:off x="768096" y="2840736"/>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jasno zdefiniowany problem</a:t>
            </a:r>
            <a:endParaRPr lang="en-US" sz="1800"/>
          </a:p>
        </p:txBody>
      </p:sp>
      <p:sp>
        <p:nvSpPr>
          <p:cNvPr id="10" name="Shape 8"/>
          <p:cNvSpPr/>
          <p:nvPr/>
        </p:nvSpPr>
        <p:spPr>
          <a:xfrm>
            <a:off x="3377184"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1" name="Shape 9"/>
          <p:cNvSpPr/>
          <p:nvPr/>
        </p:nvSpPr>
        <p:spPr>
          <a:xfrm>
            <a:off x="3547872" y="1816608"/>
            <a:ext cx="365760" cy="365760"/>
          </a:xfrm>
          <a:prstGeom prst="ellipse">
            <a:avLst/>
          </a:prstGeom>
          <a:solidFill>
            <a:srgbClr val="3D63B3"/>
          </a:solidFill>
          <a:ln w="12700">
            <a:solidFill>
              <a:srgbClr val="3D63B3"/>
            </a:solidFill>
            <a:prstDash val="solid"/>
          </a:ln>
        </p:spPr>
      </p:sp>
      <p:sp>
        <p:nvSpPr>
          <p:cNvPr id="12" name="Text 10"/>
          <p:cNvSpPr/>
          <p:nvPr/>
        </p:nvSpPr>
        <p:spPr>
          <a:xfrm>
            <a:off x="3547872" y="181660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2</a:t>
            </a:r>
            <a:endParaRPr lang="en-US" sz="1333"/>
          </a:p>
        </p:txBody>
      </p:sp>
      <p:sp>
        <p:nvSpPr>
          <p:cNvPr id="13" name="Text 11"/>
          <p:cNvSpPr/>
          <p:nvPr/>
        </p:nvSpPr>
        <p:spPr>
          <a:xfrm>
            <a:off x="3542937" y="2279904"/>
            <a:ext cx="2323156" cy="55589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Grupa docelowa</a:t>
            </a:r>
            <a:endParaRPr lang="en-US" sz="2000"/>
          </a:p>
        </p:txBody>
      </p:sp>
      <p:sp>
        <p:nvSpPr>
          <p:cNvPr id="14" name="Text 12"/>
          <p:cNvSpPr/>
          <p:nvPr/>
        </p:nvSpPr>
        <p:spPr>
          <a:xfrm>
            <a:off x="3535680" y="2840736"/>
            <a:ext cx="2315899"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err="1">
                <a:solidFill>
                  <a:srgbClr val="5B6472"/>
                </a:solidFill>
                <a:latin typeface="Calibri"/>
                <a:ea typeface="Calibri"/>
                <a:cs typeface="Calibri"/>
              </a:rPr>
              <a:t>dla</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kogo</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projektowano</a:t>
            </a:r>
            <a:r>
              <a:rPr lang="en-US" sz="1800">
                <a:solidFill>
                  <a:srgbClr val="5B6472"/>
                </a:solidFill>
                <a:latin typeface="Calibri"/>
                <a:ea typeface="Calibri"/>
                <a:cs typeface="Calibri"/>
              </a:rPr>
              <a:t> </a:t>
            </a:r>
            <a:r>
              <a:rPr lang="en-US"/>
              <a:t/>
            </a:r>
            <a:br>
              <a:rPr lang="en-US"/>
            </a:br>
            <a:r>
              <a:rPr lang="en-US" sz="1800" err="1">
                <a:solidFill>
                  <a:srgbClr val="5B6472"/>
                </a:solidFill>
                <a:latin typeface="Calibri"/>
                <a:ea typeface="Calibri"/>
                <a:cs typeface="Calibri"/>
              </a:rPr>
              <a:t>i</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na</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kim</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testowano</a:t>
            </a:r>
            <a:endParaRPr lang="en-US" sz="1800" err="1">
              <a:latin typeface="Calibri"/>
              <a:ea typeface="Calibri"/>
              <a:cs typeface="Calibri"/>
            </a:endParaRPr>
          </a:p>
        </p:txBody>
      </p:sp>
      <p:sp>
        <p:nvSpPr>
          <p:cNvPr id="15" name="Shape 13"/>
          <p:cNvSpPr/>
          <p:nvPr/>
        </p:nvSpPr>
        <p:spPr>
          <a:xfrm>
            <a:off x="6132576"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6" name="Shape 14"/>
          <p:cNvSpPr/>
          <p:nvPr/>
        </p:nvSpPr>
        <p:spPr>
          <a:xfrm>
            <a:off x="6303264" y="1816608"/>
            <a:ext cx="365760" cy="365760"/>
          </a:xfrm>
          <a:prstGeom prst="ellipse">
            <a:avLst/>
          </a:prstGeom>
          <a:solidFill>
            <a:srgbClr val="3D63B3"/>
          </a:solidFill>
          <a:ln w="12700">
            <a:solidFill>
              <a:srgbClr val="3D63B3"/>
            </a:solidFill>
            <a:prstDash val="solid"/>
          </a:ln>
        </p:spPr>
      </p:sp>
      <p:sp>
        <p:nvSpPr>
          <p:cNvPr id="17" name="Text 15"/>
          <p:cNvSpPr/>
          <p:nvPr/>
        </p:nvSpPr>
        <p:spPr>
          <a:xfrm>
            <a:off x="6303264" y="181660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3</a:t>
            </a:r>
            <a:endParaRPr lang="en-US" sz="1333"/>
          </a:p>
        </p:txBody>
      </p:sp>
      <p:sp>
        <p:nvSpPr>
          <p:cNvPr id="18" name="Text 16"/>
          <p:cNvSpPr/>
          <p:nvPr/>
        </p:nvSpPr>
        <p:spPr>
          <a:xfrm>
            <a:off x="6283815" y="2279904"/>
            <a:ext cx="2417498" cy="55589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Dowody empiryczne</a:t>
            </a:r>
            <a:endParaRPr lang="en-US" sz="2000"/>
          </a:p>
        </p:txBody>
      </p:sp>
      <p:sp>
        <p:nvSpPr>
          <p:cNvPr id="19" name="Text 17"/>
          <p:cNvSpPr/>
          <p:nvPr/>
        </p:nvSpPr>
        <p:spPr>
          <a:xfrm>
            <a:off x="6291072" y="2840736"/>
            <a:ext cx="2315899"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jakość i liczba badań</a:t>
            </a:r>
            <a:endParaRPr lang="en-US" sz="1800"/>
          </a:p>
        </p:txBody>
      </p:sp>
      <p:sp>
        <p:nvSpPr>
          <p:cNvPr id="20" name="Shape 18"/>
          <p:cNvSpPr/>
          <p:nvPr/>
        </p:nvSpPr>
        <p:spPr>
          <a:xfrm>
            <a:off x="8900160" y="1689462"/>
            <a:ext cx="2676434" cy="1907178"/>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1" name="Shape 19"/>
          <p:cNvSpPr/>
          <p:nvPr/>
        </p:nvSpPr>
        <p:spPr>
          <a:xfrm>
            <a:off x="9070848" y="1816608"/>
            <a:ext cx="365760" cy="365760"/>
          </a:xfrm>
          <a:prstGeom prst="ellipse">
            <a:avLst/>
          </a:prstGeom>
          <a:solidFill>
            <a:srgbClr val="3D63B3"/>
          </a:solidFill>
          <a:ln w="12700">
            <a:solidFill>
              <a:srgbClr val="3D63B3"/>
            </a:solidFill>
            <a:prstDash val="solid"/>
          </a:ln>
        </p:spPr>
      </p:sp>
      <p:sp>
        <p:nvSpPr>
          <p:cNvPr id="22" name="Text 20"/>
          <p:cNvSpPr/>
          <p:nvPr/>
        </p:nvSpPr>
        <p:spPr>
          <a:xfrm>
            <a:off x="9070848" y="181660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4</a:t>
            </a:r>
            <a:endParaRPr lang="en-US" sz="1333"/>
          </a:p>
        </p:txBody>
      </p:sp>
      <p:sp>
        <p:nvSpPr>
          <p:cNvPr id="23" name="Text 21"/>
          <p:cNvSpPr/>
          <p:nvPr/>
        </p:nvSpPr>
        <p:spPr>
          <a:xfrm>
            <a:off x="9065913" y="2279904"/>
            <a:ext cx="2519099"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2000" b="1" dirty="0" smtClean="0">
                <a:solidFill>
                  <a:srgbClr val="1B2A56"/>
                </a:solidFill>
                <a:latin typeface="Cambria"/>
                <a:ea typeface="Cambria"/>
                <a:cs typeface="Cambria" pitchFamily="34" charset="-120"/>
              </a:rPr>
              <a:t>Autorzy, instytucja</a:t>
            </a:r>
            <a:endParaRPr lang="pl-PL" sz="2000" dirty="0">
              <a:latin typeface="Calibri" panose="020F0502020204030204"/>
              <a:ea typeface="Calibri" panose="020F0502020204030204"/>
              <a:cs typeface="Calibri" panose="020F0502020204030204"/>
            </a:endParaRPr>
          </a:p>
        </p:txBody>
      </p:sp>
      <p:sp>
        <p:nvSpPr>
          <p:cNvPr id="24" name="Text 22"/>
          <p:cNvSpPr/>
          <p:nvPr/>
        </p:nvSpPr>
        <p:spPr>
          <a:xfrm>
            <a:off x="9058656" y="2840736"/>
            <a:ext cx="2315899"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kompetencje, konflikt interesu</a:t>
            </a:r>
            <a:endParaRPr lang="en-US" sz="1800"/>
          </a:p>
        </p:txBody>
      </p:sp>
      <p:sp>
        <p:nvSpPr>
          <p:cNvPr id="25" name="Shape 23"/>
          <p:cNvSpPr/>
          <p:nvPr/>
        </p:nvSpPr>
        <p:spPr>
          <a:xfrm>
            <a:off x="2097024" y="3840480"/>
            <a:ext cx="268224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2267712" y="4011168"/>
            <a:ext cx="365760" cy="365760"/>
          </a:xfrm>
          <a:prstGeom prst="ellipse">
            <a:avLst/>
          </a:prstGeom>
          <a:solidFill>
            <a:srgbClr val="1E9E78"/>
          </a:solidFill>
          <a:ln w="12700">
            <a:solidFill>
              <a:srgbClr val="1E9E78"/>
            </a:solidFill>
            <a:prstDash val="solid"/>
          </a:ln>
        </p:spPr>
      </p:sp>
      <p:sp>
        <p:nvSpPr>
          <p:cNvPr id="27" name="Text 25"/>
          <p:cNvSpPr/>
          <p:nvPr/>
        </p:nvSpPr>
        <p:spPr>
          <a:xfrm>
            <a:off x="2267712" y="401116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5</a:t>
            </a:r>
            <a:endParaRPr lang="en-US" sz="1333"/>
          </a:p>
        </p:txBody>
      </p:sp>
      <p:sp>
        <p:nvSpPr>
          <p:cNvPr id="28" name="Text 26"/>
          <p:cNvSpPr/>
          <p:nvPr/>
        </p:nvSpPr>
        <p:spPr>
          <a:xfrm>
            <a:off x="2255520" y="4474464"/>
            <a:ext cx="236524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Ryzyko szkody</a:t>
            </a:r>
            <a:endParaRPr lang="en-US" sz="2000"/>
          </a:p>
        </p:txBody>
      </p:sp>
      <p:sp>
        <p:nvSpPr>
          <p:cNvPr id="29" name="Text 27"/>
          <p:cNvSpPr/>
          <p:nvPr/>
        </p:nvSpPr>
        <p:spPr>
          <a:xfrm>
            <a:off x="2255520" y="5035296"/>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możliwe negatywne skutki użycia</a:t>
            </a:r>
            <a:endParaRPr lang="en-US" sz="1800"/>
          </a:p>
        </p:txBody>
      </p:sp>
      <p:sp>
        <p:nvSpPr>
          <p:cNvPr id="30" name="Shape 28"/>
          <p:cNvSpPr/>
          <p:nvPr/>
        </p:nvSpPr>
        <p:spPr>
          <a:xfrm>
            <a:off x="5084064" y="3840480"/>
            <a:ext cx="268224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1" name="Shape 29"/>
          <p:cNvSpPr/>
          <p:nvPr/>
        </p:nvSpPr>
        <p:spPr>
          <a:xfrm>
            <a:off x="5254752" y="4011168"/>
            <a:ext cx="365760" cy="365760"/>
          </a:xfrm>
          <a:prstGeom prst="ellipse">
            <a:avLst/>
          </a:prstGeom>
          <a:solidFill>
            <a:srgbClr val="1E9E78"/>
          </a:solidFill>
          <a:ln w="12700">
            <a:solidFill>
              <a:srgbClr val="1E9E78"/>
            </a:solidFill>
            <a:prstDash val="solid"/>
          </a:ln>
        </p:spPr>
      </p:sp>
      <p:sp>
        <p:nvSpPr>
          <p:cNvPr id="32" name="Text 30"/>
          <p:cNvSpPr/>
          <p:nvPr/>
        </p:nvSpPr>
        <p:spPr>
          <a:xfrm>
            <a:off x="5254752" y="401116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6</a:t>
            </a:r>
            <a:endParaRPr lang="en-US" sz="1333"/>
          </a:p>
        </p:txBody>
      </p:sp>
      <p:sp>
        <p:nvSpPr>
          <p:cNvPr id="33" name="Text 31"/>
          <p:cNvSpPr/>
          <p:nvPr/>
        </p:nvSpPr>
        <p:spPr>
          <a:xfrm>
            <a:off x="5249817" y="4474464"/>
            <a:ext cx="2430562" cy="55589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Prywatność danych</a:t>
            </a:r>
            <a:endParaRPr lang="en-US" sz="2000"/>
          </a:p>
        </p:txBody>
      </p:sp>
      <p:sp>
        <p:nvSpPr>
          <p:cNvPr id="34" name="Text 32"/>
          <p:cNvSpPr/>
          <p:nvPr/>
        </p:nvSpPr>
        <p:spPr>
          <a:xfrm>
            <a:off x="5242560" y="5035296"/>
            <a:ext cx="2437819"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co, jak i komu jest przekazywane</a:t>
            </a:r>
            <a:endParaRPr lang="en-US" sz="1800"/>
          </a:p>
        </p:txBody>
      </p:sp>
      <p:sp>
        <p:nvSpPr>
          <p:cNvPr id="35" name="Shape 33"/>
          <p:cNvSpPr/>
          <p:nvPr/>
        </p:nvSpPr>
        <p:spPr>
          <a:xfrm>
            <a:off x="8071104" y="3840480"/>
            <a:ext cx="2762068"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6" name="Shape 34"/>
          <p:cNvSpPr/>
          <p:nvPr/>
        </p:nvSpPr>
        <p:spPr>
          <a:xfrm>
            <a:off x="8241792" y="4011168"/>
            <a:ext cx="365760" cy="365760"/>
          </a:xfrm>
          <a:prstGeom prst="ellipse">
            <a:avLst/>
          </a:prstGeom>
          <a:solidFill>
            <a:srgbClr val="1E9E78"/>
          </a:solidFill>
          <a:ln w="12700">
            <a:solidFill>
              <a:srgbClr val="1E9E78"/>
            </a:solidFill>
            <a:prstDash val="solid"/>
          </a:ln>
        </p:spPr>
      </p:sp>
      <p:sp>
        <p:nvSpPr>
          <p:cNvPr id="37" name="Text 35"/>
          <p:cNvSpPr/>
          <p:nvPr/>
        </p:nvSpPr>
        <p:spPr>
          <a:xfrm>
            <a:off x="8241792" y="401116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7</a:t>
            </a:r>
            <a:endParaRPr lang="en-US" sz="1333"/>
          </a:p>
        </p:txBody>
      </p:sp>
      <p:sp>
        <p:nvSpPr>
          <p:cNvPr id="38" name="Text 36"/>
          <p:cNvSpPr/>
          <p:nvPr/>
        </p:nvSpPr>
        <p:spPr>
          <a:xfrm>
            <a:off x="8236857" y="4474464"/>
            <a:ext cx="2590219"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Procedury kryzysowe</a:t>
            </a:r>
            <a:endParaRPr lang="en-US" sz="2000"/>
          </a:p>
        </p:txBody>
      </p:sp>
      <p:sp>
        <p:nvSpPr>
          <p:cNvPr id="39" name="Text 37"/>
          <p:cNvSpPr/>
          <p:nvPr/>
        </p:nvSpPr>
        <p:spPr>
          <a:xfrm>
            <a:off x="8229600" y="5035296"/>
            <a:ext cx="2437819"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i możliwość usunięcia danych</a:t>
            </a:r>
            <a:endParaRPr lang="en-US" sz="1800"/>
          </a:p>
        </p:txBody>
      </p:sp>
      <p:sp>
        <p:nvSpPr>
          <p:cNvPr id="40" name="Text 38"/>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39  ·  Sekcja IV</a:t>
            </a:r>
            <a:endParaRPr lang="en-US" sz="1067"/>
          </a:p>
        </p:txBody>
      </p:sp>
    </p:spTree>
    <p:extLst>
      <p:ext uri="{BB962C8B-B14F-4D97-AF65-F5344CB8AC3E}">
        <p14:creationId xmlns:p14="http://schemas.microsoft.com/office/powerpoint/2010/main" val="501088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AUDYT FIKCYJNEJ APLIKACJI</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i="1" err="1">
                <a:solidFill>
                  <a:srgbClr val="B7C6E6"/>
                </a:solidFill>
                <a:latin typeface="Calibri"/>
                <a:ea typeface="Calibri"/>
                <a:cs typeface="Calibri"/>
              </a:rPr>
              <a:t>Zastosowanie</a:t>
            </a:r>
            <a:r>
              <a:rPr lang="en-US" sz="1800" i="1">
                <a:solidFill>
                  <a:srgbClr val="B7C6E6"/>
                </a:solidFill>
                <a:latin typeface="Calibri"/>
                <a:ea typeface="Calibri"/>
                <a:cs typeface="Calibri"/>
              </a:rPr>
              <a:t> </a:t>
            </a:r>
            <a:r>
              <a:rPr lang="en-US" sz="1800" i="1" err="1">
                <a:solidFill>
                  <a:srgbClr val="B7C6E6"/>
                </a:solidFill>
                <a:latin typeface="Calibri"/>
                <a:ea typeface="Calibri"/>
                <a:cs typeface="Calibri"/>
              </a:rPr>
              <a:t>macierzy</a:t>
            </a:r>
            <a:r>
              <a:rPr lang="en-US" sz="1800" i="1">
                <a:solidFill>
                  <a:srgbClr val="B7C6E6"/>
                </a:solidFill>
                <a:latin typeface="Calibri"/>
                <a:ea typeface="Calibri"/>
                <a:cs typeface="Calibri"/>
              </a:rPr>
              <a:t> </a:t>
            </a:r>
            <a:r>
              <a:rPr lang="en-US" sz="1800" i="1" err="1">
                <a:solidFill>
                  <a:srgbClr val="B7C6E6"/>
                </a:solidFill>
                <a:latin typeface="Calibri"/>
                <a:ea typeface="Calibri"/>
                <a:cs typeface="Calibri"/>
              </a:rPr>
              <a:t>oceny</a:t>
            </a:r>
            <a:r>
              <a:rPr lang="en-US" sz="1800" i="1">
                <a:solidFill>
                  <a:srgbClr val="B7C6E6"/>
                </a:solidFill>
                <a:latin typeface="Calibri"/>
                <a:ea typeface="Calibri"/>
                <a:cs typeface="Calibri"/>
              </a:rPr>
              <a:t> do </a:t>
            </a:r>
            <a:r>
              <a:rPr lang="en-US" sz="1800" i="1" err="1">
                <a:solidFill>
                  <a:srgbClr val="B7C6E6"/>
                </a:solidFill>
                <a:latin typeface="Calibri"/>
                <a:ea typeface="Calibri"/>
                <a:cs typeface="Calibri"/>
              </a:rPr>
              <a:t>konkretnego</a:t>
            </a:r>
            <a:r>
              <a:rPr lang="en-US" sz="1800" i="1">
                <a:solidFill>
                  <a:srgbClr val="B7C6E6"/>
                </a:solidFill>
                <a:latin typeface="Calibri"/>
                <a:ea typeface="Calibri"/>
                <a:cs typeface="Calibri"/>
              </a:rPr>
              <a:t> </a:t>
            </a:r>
            <a:r>
              <a:rPr lang="en-US" sz="1800" i="1" err="1">
                <a:solidFill>
                  <a:srgbClr val="B7C6E6"/>
                </a:solidFill>
                <a:latin typeface="Calibri"/>
                <a:ea typeface="Calibri"/>
                <a:cs typeface="Calibri"/>
              </a:rPr>
              <a:t>przykładu</a:t>
            </a:r>
            <a:endParaRPr lang="en-US" sz="1800">
              <a:latin typeface="Calibri"/>
              <a:ea typeface="Calibri"/>
              <a:cs typeface="Calibri"/>
            </a:endParaRPr>
          </a:p>
        </p:txBody>
      </p:sp>
      <p:sp>
        <p:nvSpPr>
          <p:cNvPr id="5" name="Shape 3"/>
          <p:cNvSpPr/>
          <p:nvPr/>
        </p:nvSpPr>
        <p:spPr>
          <a:xfrm>
            <a:off x="609600" y="1548384"/>
            <a:ext cx="2255520" cy="414528"/>
          </a:xfrm>
          <a:prstGeom prst="roundRect">
            <a:avLst>
              <a:gd name="adj" fmla="val 50000"/>
            </a:avLst>
          </a:prstGeom>
          <a:solidFill>
            <a:srgbClr val="C97D32"/>
          </a:solidFill>
          <a:ln w="12700">
            <a:solidFill>
              <a:srgbClr val="C97D32"/>
            </a:solidFill>
            <a:prstDash val="solid"/>
          </a:ln>
        </p:spPr>
      </p:sp>
      <p:sp>
        <p:nvSpPr>
          <p:cNvPr id="6" name="Text 4"/>
          <p:cNvSpPr/>
          <p:nvPr/>
        </p:nvSpPr>
        <p:spPr>
          <a:xfrm>
            <a:off x="609600" y="1548384"/>
            <a:ext cx="225552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FFFFFF"/>
                </a:solidFill>
                <a:latin typeface="Calibri" pitchFamily="34" charset="0"/>
                <a:ea typeface="Calibri" pitchFamily="34" charset="-122"/>
                <a:cs typeface="Calibri" pitchFamily="34" charset="-120"/>
              </a:rPr>
              <a:t>ĆWICZENIE 2</a:t>
            </a:r>
            <a:endParaRPr lang="en-US" sz="1400"/>
          </a:p>
        </p:txBody>
      </p:sp>
      <p:sp>
        <p:nvSpPr>
          <p:cNvPr id="7" name="Shape 5"/>
          <p:cNvSpPr/>
          <p:nvPr/>
        </p:nvSpPr>
        <p:spPr>
          <a:xfrm>
            <a:off x="609600" y="2133600"/>
            <a:ext cx="6949440" cy="4206240"/>
          </a:xfrm>
          <a:prstGeom prst="roundRect">
            <a:avLst>
              <a:gd name="adj" fmla="val 2319"/>
            </a:avLst>
          </a:prstGeom>
          <a:solidFill>
            <a:srgbClr val="FFFFFF"/>
          </a:solidFill>
          <a:ln w="19050">
            <a:solidFill>
              <a:srgbClr val="C97D32"/>
            </a:solidFill>
            <a:prstDash val="dash"/>
          </a:ln>
        </p:spPr>
      </p:sp>
      <p:sp>
        <p:nvSpPr>
          <p:cNvPr id="8" name="Text 6"/>
          <p:cNvSpPr/>
          <p:nvPr/>
        </p:nvSpPr>
        <p:spPr>
          <a:xfrm>
            <a:off x="853440" y="2316480"/>
            <a:ext cx="6461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err="1">
                <a:solidFill>
                  <a:srgbClr val="1B2A56"/>
                </a:solidFill>
                <a:latin typeface="Calibri"/>
                <a:ea typeface="Calibri"/>
                <a:cs typeface="Calibri"/>
              </a:rPr>
              <a:t>Materiał</a:t>
            </a:r>
          </a:p>
        </p:txBody>
      </p:sp>
      <p:sp>
        <p:nvSpPr>
          <p:cNvPr id="9" name="Text 7"/>
          <p:cNvSpPr/>
          <p:nvPr/>
        </p:nvSpPr>
        <p:spPr>
          <a:xfrm>
            <a:off x="889725" y="2672370"/>
            <a:ext cx="6425475" cy="67636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i="1" err="1">
                <a:solidFill>
                  <a:srgbClr val="5B6472"/>
                </a:solidFill>
                <a:latin typeface="Calibri"/>
                <a:ea typeface="Calibri"/>
                <a:cs typeface="Calibri"/>
              </a:rPr>
              <a:t>opis</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fikcyjnej</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aplikacji</a:t>
            </a:r>
            <a:r>
              <a:rPr lang="en-US" sz="1800" i="1">
                <a:solidFill>
                  <a:srgbClr val="5B6472"/>
                </a:solidFill>
                <a:latin typeface="Calibri"/>
                <a:ea typeface="Calibri"/>
                <a:cs typeface="Calibri"/>
              </a:rPr>
              <a:t> do „</a:t>
            </a:r>
            <a:r>
              <a:rPr lang="en-US" sz="1800" i="1" err="1">
                <a:solidFill>
                  <a:srgbClr val="5B6472"/>
                </a:solidFill>
                <a:latin typeface="Calibri"/>
                <a:ea typeface="Calibri"/>
                <a:cs typeface="Calibri"/>
              </a:rPr>
              <a:t>redukcji</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stresu</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i</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lęku</a:t>
            </a:r>
            <a:r>
              <a:rPr lang="en-US" sz="1800" i="1">
                <a:solidFill>
                  <a:srgbClr val="5B6472"/>
                </a:solidFill>
                <a:latin typeface="Calibri"/>
                <a:ea typeface="Calibri"/>
                <a:cs typeface="Calibri"/>
              </a:rPr>
              <a:t>” </a:t>
            </a:r>
            <a:r>
              <a:rPr lang="en-US" sz="1800" i="1">
                <a:latin typeface="Calibri"/>
                <a:ea typeface="Calibri"/>
                <a:cs typeface="Calibri"/>
              </a:rPr>
              <a:t/>
            </a:r>
            <a:br>
              <a:rPr lang="en-US" sz="1800" i="1">
                <a:latin typeface="Calibri"/>
                <a:ea typeface="Calibri"/>
                <a:cs typeface="Calibri"/>
              </a:rPr>
            </a:br>
            <a:r>
              <a:rPr lang="en-US" sz="1800" i="1" err="1">
                <a:solidFill>
                  <a:srgbClr val="5B6472"/>
                </a:solidFill>
                <a:latin typeface="Calibri"/>
                <a:ea typeface="Calibri"/>
                <a:cs typeface="Calibri"/>
              </a:rPr>
              <a:t>wraz</a:t>
            </a:r>
            <a:r>
              <a:rPr lang="en-US" sz="1800" i="1">
                <a:solidFill>
                  <a:srgbClr val="5B6472"/>
                </a:solidFill>
                <a:latin typeface="Calibri"/>
                <a:ea typeface="Calibri"/>
                <a:cs typeface="Calibri"/>
              </a:rPr>
              <a:t> z </a:t>
            </a:r>
            <a:r>
              <a:rPr lang="en-US" sz="1800" i="1" err="1">
                <a:solidFill>
                  <a:srgbClr val="5B6472"/>
                </a:solidFill>
                <a:latin typeface="Calibri"/>
                <a:ea typeface="Calibri"/>
                <a:cs typeface="Calibri"/>
              </a:rPr>
              <a:t>materiałem</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marketingowym</a:t>
            </a:r>
            <a:r>
              <a:rPr lang="en-US" sz="1800" i="1">
                <a:solidFill>
                  <a:srgbClr val="5B6472"/>
                </a:solidFill>
                <a:latin typeface="Calibri"/>
                <a:ea typeface="Calibri"/>
                <a:cs typeface="Calibri"/>
              </a:rPr>
              <a:t>.</a:t>
            </a:r>
            <a:endParaRPr lang="en-US" sz="1800">
              <a:latin typeface="Calibri"/>
              <a:ea typeface="Calibri"/>
              <a:cs typeface="Calibri"/>
            </a:endParaRPr>
          </a:p>
        </p:txBody>
      </p:sp>
      <p:sp>
        <p:nvSpPr>
          <p:cNvPr id="10" name="Text 8"/>
          <p:cNvSpPr/>
          <p:nvPr/>
        </p:nvSpPr>
        <p:spPr>
          <a:xfrm>
            <a:off x="853440" y="3550194"/>
            <a:ext cx="6461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err="1">
                <a:solidFill>
                  <a:srgbClr val="1B2A56"/>
                </a:solidFill>
                <a:latin typeface="Calibri"/>
                <a:ea typeface="Calibri"/>
                <a:cs typeface="Calibri"/>
              </a:rPr>
              <a:t>Zadanie</a:t>
            </a:r>
            <a:r>
              <a:rPr lang="en-US" sz="2000" b="1">
                <a:solidFill>
                  <a:srgbClr val="1B2A56"/>
                </a:solidFill>
                <a:latin typeface="Calibri"/>
                <a:ea typeface="Calibri"/>
                <a:cs typeface="Calibri"/>
              </a:rPr>
              <a:t>: </a:t>
            </a:r>
            <a:r>
              <a:rPr lang="en-US" sz="2000" err="1">
                <a:solidFill>
                  <a:srgbClr val="1B2A56"/>
                </a:solidFill>
                <a:latin typeface="Calibri"/>
                <a:ea typeface="Calibri"/>
                <a:cs typeface="Calibri"/>
              </a:rPr>
              <a:t>oceń</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narzędzie</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analizując</a:t>
            </a:r>
          </a:p>
        </p:txBody>
      </p:sp>
      <p:sp>
        <p:nvSpPr>
          <p:cNvPr id="11" name="Shape 9"/>
          <p:cNvSpPr/>
          <p:nvPr/>
        </p:nvSpPr>
        <p:spPr>
          <a:xfrm>
            <a:off x="914400" y="4185339"/>
            <a:ext cx="219456" cy="219456"/>
          </a:xfrm>
          <a:prstGeom prst="rect">
            <a:avLst/>
          </a:prstGeom>
          <a:solidFill>
            <a:srgbClr val="FFFFFF"/>
          </a:solidFill>
          <a:ln w="19050">
            <a:solidFill>
              <a:srgbClr val="C97D32"/>
            </a:solidFill>
            <a:prstDash val="solid"/>
          </a:ln>
        </p:spPr>
      </p:sp>
      <p:sp>
        <p:nvSpPr>
          <p:cNvPr id="12" name="Text 10"/>
          <p:cNvSpPr/>
          <p:nvPr/>
        </p:nvSpPr>
        <p:spPr>
          <a:xfrm>
            <a:off x="1241262" y="4194628"/>
            <a:ext cx="2805612" cy="48187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1B2A56"/>
                </a:solidFill>
                <a:latin typeface="Calibri" pitchFamily="34" charset="0"/>
                <a:ea typeface="Calibri" pitchFamily="34" charset="-122"/>
                <a:cs typeface="Calibri" pitchFamily="34" charset="-120"/>
              </a:rPr>
              <a:t>Deklarowany cel vs to, co aplikacja robi</a:t>
            </a:r>
            <a:endParaRPr lang="en-US" sz="1400"/>
          </a:p>
        </p:txBody>
      </p:sp>
      <p:sp>
        <p:nvSpPr>
          <p:cNvPr id="13" name="Shape 11"/>
          <p:cNvSpPr/>
          <p:nvPr/>
        </p:nvSpPr>
        <p:spPr>
          <a:xfrm>
            <a:off x="4267200" y="4185339"/>
            <a:ext cx="219456" cy="219456"/>
          </a:xfrm>
          <a:prstGeom prst="rect">
            <a:avLst/>
          </a:prstGeom>
          <a:solidFill>
            <a:srgbClr val="FFFFFF"/>
          </a:solidFill>
          <a:ln w="19050">
            <a:solidFill>
              <a:srgbClr val="C97D32"/>
            </a:solidFill>
            <a:prstDash val="solid"/>
          </a:ln>
        </p:spPr>
      </p:sp>
      <p:sp>
        <p:nvSpPr>
          <p:cNvPr id="14" name="Text 12"/>
          <p:cNvSpPr/>
          <p:nvPr/>
        </p:nvSpPr>
        <p:spPr>
          <a:xfrm>
            <a:off x="4594062" y="4165599"/>
            <a:ext cx="2885440" cy="48913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1B2A56"/>
                </a:solidFill>
                <a:latin typeface="Calibri" pitchFamily="34" charset="0"/>
                <a:ea typeface="Calibri" pitchFamily="34" charset="-122"/>
                <a:cs typeface="Calibri" pitchFamily="34" charset="-120"/>
              </a:rPr>
              <a:t>Czy przywołane dowody są weryfikowalne</a:t>
            </a:r>
            <a:endParaRPr lang="en-US" sz="1400"/>
          </a:p>
        </p:txBody>
      </p:sp>
      <p:sp>
        <p:nvSpPr>
          <p:cNvPr id="15" name="Shape 13"/>
          <p:cNvSpPr/>
          <p:nvPr/>
        </p:nvSpPr>
        <p:spPr>
          <a:xfrm>
            <a:off x="914400" y="4941243"/>
            <a:ext cx="219456" cy="219456"/>
          </a:xfrm>
          <a:prstGeom prst="rect">
            <a:avLst/>
          </a:prstGeom>
          <a:solidFill>
            <a:srgbClr val="FFFFFF"/>
          </a:solidFill>
          <a:ln w="19050">
            <a:solidFill>
              <a:srgbClr val="C97D32"/>
            </a:solidFill>
            <a:prstDash val="solid"/>
          </a:ln>
        </p:spPr>
      </p:sp>
      <p:sp>
        <p:nvSpPr>
          <p:cNvPr id="16" name="Text 14"/>
          <p:cNvSpPr/>
          <p:nvPr/>
        </p:nvSpPr>
        <p:spPr>
          <a:xfrm>
            <a:off x="1241262" y="4892475"/>
            <a:ext cx="2805612" cy="48187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1B2A56"/>
                </a:solidFill>
                <a:latin typeface="Calibri" pitchFamily="34" charset="0"/>
                <a:ea typeface="Calibri" pitchFamily="34" charset="-122"/>
                <a:cs typeface="Calibri" pitchFamily="34" charset="-120"/>
              </a:rPr>
              <a:t>Czy mechanizm działania ma sens psychologiczny</a:t>
            </a:r>
            <a:endParaRPr lang="en-US" sz="1400"/>
          </a:p>
        </p:txBody>
      </p:sp>
      <p:sp>
        <p:nvSpPr>
          <p:cNvPr id="17" name="Shape 15"/>
          <p:cNvSpPr/>
          <p:nvPr/>
        </p:nvSpPr>
        <p:spPr>
          <a:xfrm>
            <a:off x="4267200" y="4941243"/>
            <a:ext cx="219456" cy="219456"/>
          </a:xfrm>
          <a:prstGeom prst="rect">
            <a:avLst/>
          </a:prstGeom>
          <a:solidFill>
            <a:srgbClr val="FFFFFF"/>
          </a:solidFill>
          <a:ln w="19050">
            <a:solidFill>
              <a:srgbClr val="C97D32"/>
            </a:solidFill>
            <a:prstDash val="solid"/>
          </a:ln>
        </p:spPr>
      </p:sp>
      <p:sp>
        <p:nvSpPr>
          <p:cNvPr id="18" name="Text 16"/>
          <p:cNvSpPr/>
          <p:nvPr/>
        </p:nvSpPr>
        <p:spPr>
          <a:xfrm>
            <a:off x="4594062" y="4950532"/>
            <a:ext cx="2805612" cy="48187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1B2A56"/>
                </a:solidFill>
                <a:latin typeface="Calibri" pitchFamily="34" charset="0"/>
                <a:ea typeface="Calibri" pitchFamily="34" charset="-122"/>
                <a:cs typeface="Calibri" pitchFamily="34" charset="-120"/>
              </a:rPr>
              <a:t>Co wynika z polityki prywatności</a:t>
            </a:r>
            <a:endParaRPr lang="en-US" sz="1400"/>
          </a:p>
        </p:txBody>
      </p:sp>
      <p:sp>
        <p:nvSpPr>
          <p:cNvPr id="19" name="Shape 17"/>
          <p:cNvSpPr/>
          <p:nvPr/>
        </p:nvSpPr>
        <p:spPr>
          <a:xfrm>
            <a:off x="914400" y="5697147"/>
            <a:ext cx="219456" cy="219456"/>
          </a:xfrm>
          <a:prstGeom prst="rect">
            <a:avLst/>
          </a:prstGeom>
          <a:solidFill>
            <a:srgbClr val="FFFFFF"/>
          </a:solidFill>
          <a:ln w="19050">
            <a:solidFill>
              <a:srgbClr val="C97D32"/>
            </a:solidFill>
            <a:prstDash val="solid"/>
          </a:ln>
        </p:spPr>
      </p:sp>
      <p:sp>
        <p:nvSpPr>
          <p:cNvPr id="20" name="Text 18"/>
          <p:cNvSpPr/>
          <p:nvPr/>
        </p:nvSpPr>
        <p:spPr>
          <a:xfrm>
            <a:off x="1241262" y="5706436"/>
            <a:ext cx="2827383" cy="43833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1B2A56"/>
                </a:solidFill>
                <a:latin typeface="Calibri" pitchFamily="34" charset="0"/>
                <a:ea typeface="Calibri" pitchFamily="34" charset="-122"/>
                <a:cs typeface="Calibri" pitchFamily="34" charset="-120"/>
              </a:rPr>
              <a:t>Ryzyko dla różnych grup użytkowników</a:t>
            </a:r>
            <a:endParaRPr lang="en-US" sz="1400"/>
          </a:p>
        </p:txBody>
      </p:sp>
      <p:sp>
        <p:nvSpPr>
          <p:cNvPr id="21" name="Shape 19"/>
          <p:cNvSpPr/>
          <p:nvPr/>
        </p:nvSpPr>
        <p:spPr>
          <a:xfrm>
            <a:off x="4267200" y="5697147"/>
            <a:ext cx="219456" cy="219456"/>
          </a:xfrm>
          <a:prstGeom prst="rect">
            <a:avLst/>
          </a:prstGeom>
          <a:solidFill>
            <a:srgbClr val="FFFFFF"/>
          </a:solidFill>
          <a:ln w="19050">
            <a:solidFill>
              <a:srgbClr val="C97D32"/>
            </a:solidFill>
            <a:prstDash val="solid"/>
          </a:ln>
        </p:spPr>
      </p:sp>
      <p:sp>
        <p:nvSpPr>
          <p:cNvPr id="22" name="Text 20"/>
          <p:cNvSpPr/>
          <p:nvPr/>
        </p:nvSpPr>
        <p:spPr>
          <a:xfrm>
            <a:off x="4594062" y="5648379"/>
            <a:ext cx="2805612" cy="48187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1B2A56"/>
                </a:solidFill>
                <a:latin typeface="Calibri" pitchFamily="34" charset="0"/>
                <a:ea typeface="Calibri" pitchFamily="34" charset="-122"/>
                <a:cs typeface="Calibri" pitchFamily="34" charset="-120"/>
              </a:rPr>
              <a:t>Przydatność w praktyce klinicznej - werdykt</a:t>
            </a:r>
            <a:endParaRPr lang="en-US" sz="1400"/>
          </a:p>
        </p:txBody>
      </p:sp>
      <p:sp>
        <p:nvSpPr>
          <p:cNvPr id="23" name="Shape 21"/>
          <p:cNvSpPr/>
          <p:nvPr/>
        </p:nvSpPr>
        <p:spPr>
          <a:xfrm>
            <a:off x="7802880" y="2133600"/>
            <a:ext cx="3779520" cy="4206240"/>
          </a:xfrm>
          <a:prstGeom prst="roundRect">
            <a:avLst>
              <a:gd name="adj" fmla="val 2258"/>
            </a:avLst>
          </a:prstGeom>
          <a:solidFill>
            <a:srgbClr val="F7E8D6"/>
          </a:solidFill>
          <a:ln w="12700">
            <a:solidFill>
              <a:srgbClr val="DCE2EC"/>
            </a:solidFill>
            <a:prstDash val="solid"/>
          </a:ln>
        </p:spPr>
      </p:sp>
      <p:sp>
        <p:nvSpPr>
          <p:cNvPr id="24" name="Text 22"/>
          <p:cNvSpPr/>
          <p:nvPr/>
        </p:nvSpPr>
        <p:spPr>
          <a:xfrm>
            <a:off x="8046720" y="2377440"/>
            <a:ext cx="32918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1B2A56"/>
                </a:solidFill>
                <a:latin typeface="Cambria"/>
                <a:ea typeface="Cambria"/>
                <a:cs typeface="Cambria" pitchFamily="34" charset="-120"/>
              </a:rPr>
              <a:t>Format </a:t>
            </a:r>
            <a:r>
              <a:rPr lang="en-US" sz="2800" b="1" err="1">
                <a:solidFill>
                  <a:srgbClr val="1B2A56"/>
                </a:solidFill>
                <a:latin typeface="Cambria"/>
                <a:ea typeface="Cambria"/>
                <a:cs typeface="Cambria" pitchFamily="34" charset="-120"/>
              </a:rPr>
              <a:t>pracy</a:t>
            </a:r>
            <a:endParaRPr lang="en-US" sz="2800">
              <a:latin typeface="Calibri"/>
              <a:ea typeface="Calibri"/>
              <a:cs typeface="Calibri"/>
            </a:endParaRPr>
          </a:p>
        </p:txBody>
      </p:sp>
      <p:sp>
        <p:nvSpPr>
          <p:cNvPr id="25" name="Text 23"/>
          <p:cNvSpPr/>
          <p:nvPr/>
        </p:nvSpPr>
        <p:spPr>
          <a:xfrm>
            <a:off x="8046720" y="2865120"/>
            <a:ext cx="3291840" cy="7315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latin typeface="Calibri"/>
                <a:ea typeface="Calibri"/>
                <a:cs typeface="Calibri"/>
              </a:rPr>
              <a:t>Małe</a:t>
            </a:r>
            <a:r>
              <a:rPr lang="en-US" sz="2000">
                <a:latin typeface="Calibri"/>
                <a:ea typeface="Calibri"/>
                <a:cs typeface="Calibri"/>
              </a:rPr>
              <a:t> </a:t>
            </a:r>
            <a:r>
              <a:rPr lang="en-US" sz="2000" err="1">
                <a:latin typeface="Calibri"/>
                <a:ea typeface="Calibri"/>
                <a:cs typeface="Calibri"/>
              </a:rPr>
              <a:t>grupy</a:t>
            </a:r>
            <a:r>
              <a:rPr lang="en-US" sz="2000">
                <a:latin typeface="Calibri"/>
                <a:ea typeface="Calibri"/>
                <a:cs typeface="Calibri"/>
              </a:rPr>
              <a:t>, z </a:t>
            </a:r>
            <a:r>
              <a:rPr lang="en-US" sz="2000" err="1">
                <a:latin typeface="Calibri"/>
                <a:ea typeface="Calibri"/>
                <a:cs typeface="Calibri"/>
              </a:rPr>
              <a:t>prezentacją</a:t>
            </a:r>
            <a:r>
              <a:rPr lang="en-US" sz="2000">
                <a:latin typeface="Calibri"/>
                <a:ea typeface="Calibri"/>
                <a:cs typeface="Calibri"/>
              </a:rPr>
              <a:t> </a:t>
            </a:r>
            <a:r>
              <a:rPr lang="en-US" sz="2000" err="1">
                <a:latin typeface="Calibri"/>
                <a:ea typeface="Calibri"/>
                <a:cs typeface="Calibri"/>
              </a:rPr>
              <a:t>wniosków</a:t>
            </a:r>
            <a:r>
              <a:rPr lang="en-US" sz="2000">
                <a:latin typeface="Calibri"/>
                <a:ea typeface="Calibri"/>
                <a:cs typeface="Calibri"/>
              </a:rPr>
              <a:t> </a:t>
            </a:r>
            <a:r>
              <a:rPr lang="en-US" sz="2000" err="1">
                <a:latin typeface="Calibri"/>
                <a:ea typeface="Calibri"/>
                <a:cs typeface="Calibri"/>
              </a:rPr>
              <a:t>na</a:t>
            </a:r>
            <a:r>
              <a:rPr lang="en-US" sz="2000">
                <a:latin typeface="Calibri"/>
                <a:ea typeface="Calibri"/>
                <a:cs typeface="Calibri"/>
              </a:rPr>
              <a:t> </a:t>
            </a:r>
            <a:r>
              <a:rPr lang="en-US" sz="2000" err="1">
                <a:latin typeface="Calibri"/>
                <a:ea typeface="Calibri"/>
                <a:cs typeface="Calibri"/>
              </a:rPr>
              <a:t>zakończenie</a:t>
            </a:r>
            <a:r>
              <a:rPr lang="en-US" sz="2000">
                <a:latin typeface="Calibri"/>
                <a:ea typeface="Calibri"/>
                <a:cs typeface="Calibri"/>
              </a:rPr>
              <a:t>.</a:t>
            </a:r>
          </a:p>
        </p:txBody>
      </p:sp>
      <p:sp>
        <p:nvSpPr>
          <p:cNvPr id="26" name="Shape 24"/>
          <p:cNvSpPr/>
          <p:nvPr/>
        </p:nvSpPr>
        <p:spPr>
          <a:xfrm>
            <a:off x="8046720" y="3921760"/>
            <a:ext cx="3291840" cy="12192"/>
          </a:xfrm>
          <a:prstGeom prst="rect">
            <a:avLst/>
          </a:prstGeom>
          <a:noFill/>
          <a:ln w="12700">
            <a:solidFill>
              <a:srgbClr val="DCE2EC"/>
            </a:solidFill>
            <a:prstDash val="solid"/>
          </a:ln>
        </p:spPr>
      </p:sp>
      <p:sp>
        <p:nvSpPr>
          <p:cNvPr id="27" name="Text 25"/>
          <p:cNvSpPr/>
          <p:nvPr/>
        </p:nvSpPr>
        <p:spPr>
          <a:xfrm>
            <a:off x="8046720" y="4068354"/>
            <a:ext cx="329184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C97D32"/>
                </a:solidFill>
                <a:latin typeface="Calibri"/>
                <a:ea typeface="Calibri"/>
                <a:cs typeface="Calibri"/>
              </a:rPr>
              <a:t>Po co to </a:t>
            </a:r>
            <a:r>
              <a:rPr lang="en-US" sz="2800" b="1" err="1">
                <a:solidFill>
                  <a:srgbClr val="C97D32"/>
                </a:solidFill>
                <a:latin typeface="Calibri"/>
                <a:ea typeface="Calibri"/>
                <a:cs typeface="Calibri"/>
              </a:rPr>
              <a:t>ćwiczenie</a:t>
            </a:r>
            <a:r>
              <a:rPr lang="en-US" sz="2800" b="1">
                <a:solidFill>
                  <a:srgbClr val="C97D32"/>
                </a:solidFill>
                <a:latin typeface="Calibri"/>
                <a:ea typeface="Calibri"/>
                <a:cs typeface="Calibri"/>
              </a:rPr>
              <a:t>?</a:t>
            </a:r>
            <a:endParaRPr lang="en-US" sz="2800">
              <a:latin typeface="Calibri"/>
              <a:ea typeface="Calibri"/>
              <a:cs typeface="Calibri"/>
            </a:endParaRPr>
          </a:p>
        </p:txBody>
      </p:sp>
      <p:sp>
        <p:nvSpPr>
          <p:cNvPr id="28" name="Text 26"/>
          <p:cNvSpPr/>
          <p:nvPr/>
        </p:nvSpPr>
        <p:spPr>
          <a:xfrm>
            <a:off x="8046720" y="4328160"/>
            <a:ext cx="3291840" cy="1828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latin typeface="Calibri"/>
                <a:ea typeface="Calibri"/>
                <a:cs typeface="Calibri"/>
              </a:rPr>
              <a:t>Różne </a:t>
            </a:r>
            <a:r>
              <a:rPr lang="en-US" sz="2000" err="1">
                <a:latin typeface="Calibri"/>
                <a:ea typeface="Calibri"/>
                <a:cs typeface="Calibri"/>
              </a:rPr>
              <a:t>osoby</a:t>
            </a:r>
            <a:r>
              <a:rPr lang="en-US" sz="2000">
                <a:latin typeface="Calibri"/>
                <a:ea typeface="Calibri"/>
                <a:cs typeface="Calibri"/>
              </a:rPr>
              <a:t>, </a:t>
            </a:r>
            <a:r>
              <a:rPr lang="en-US" sz="2000" err="1">
                <a:latin typeface="Calibri"/>
                <a:ea typeface="Calibri"/>
                <a:cs typeface="Calibri"/>
              </a:rPr>
              <a:t>stosując</a:t>
            </a:r>
            <a:r>
              <a:rPr lang="en-US" sz="2000">
                <a:latin typeface="Calibri"/>
                <a:ea typeface="Calibri"/>
                <a:cs typeface="Calibri"/>
              </a:rPr>
              <a:t> </a:t>
            </a:r>
            <a:r>
              <a:rPr lang="en-US" sz="2000" err="1">
                <a:latin typeface="Calibri"/>
                <a:ea typeface="Calibri"/>
                <a:cs typeface="Calibri"/>
              </a:rPr>
              <a:t>tę</a:t>
            </a:r>
            <a:r>
              <a:rPr lang="en-US" sz="2000">
                <a:latin typeface="Calibri"/>
                <a:ea typeface="Calibri"/>
                <a:cs typeface="Calibri"/>
              </a:rPr>
              <a:t> </a:t>
            </a:r>
            <a:r>
              <a:rPr lang="en-US" sz="2000" err="1">
                <a:latin typeface="Calibri"/>
                <a:ea typeface="Calibri"/>
                <a:cs typeface="Calibri"/>
              </a:rPr>
              <a:t>samą</a:t>
            </a:r>
            <a:r>
              <a:rPr lang="en-US" sz="2000">
                <a:latin typeface="Calibri"/>
                <a:ea typeface="Calibri"/>
                <a:cs typeface="Calibri"/>
              </a:rPr>
              <a:t> </a:t>
            </a:r>
            <a:r>
              <a:rPr lang="en-US" sz="2000" err="1">
                <a:latin typeface="Calibri"/>
                <a:ea typeface="Calibri"/>
                <a:cs typeface="Calibri"/>
              </a:rPr>
              <a:t>macierz</a:t>
            </a:r>
            <a:r>
              <a:rPr lang="en-US" sz="2000">
                <a:latin typeface="Calibri"/>
                <a:ea typeface="Calibri"/>
                <a:cs typeface="Calibri"/>
              </a:rPr>
              <a:t>, </a:t>
            </a:r>
            <a:r>
              <a:rPr lang="en-US" sz="2000" err="1">
                <a:latin typeface="Calibri"/>
                <a:ea typeface="Calibri"/>
                <a:cs typeface="Calibri"/>
              </a:rPr>
              <a:t>czasem</a:t>
            </a:r>
            <a:r>
              <a:rPr lang="en-US" sz="2000">
                <a:latin typeface="Calibri"/>
                <a:ea typeface="Calibri"/>
                <a:cs typeface="Calibri"/>
              </a:rPr>
              <a:t> </a:t>
            </a:r>
            <a:r>
              <a:rPr lang="en-US" sz="2000" err="1">
                <a:latin typeface="Calibri"/>
                <a:ea typeface="Calibri"/>
                <a:cs typeface="Calibri"/>
              </a:rPr>
              <a:t>dochodzą</a:t>
            </a:r>
            <a:r>
              <a:rPr lang="en-US" sz="2000">
                <a:latin typeface="Calibri"/>
                <a:ea typeface="Calibri"/>
                <a:cs typeface="Calibri"/>
              </a:rPr>
              <a:t> do </a:t>
            </a:r>
            <a:r>
              <a:rPr lang="en-US" sz="2000" err="1">
                <a:latin typeface="Calibri"/>
                <a:ea typeface="Calibri"/>
                <a:cs typeface="Calibri"/>
              </a:rPr>
              <a:t>różnych</a:t>
            </a:r>
            <a:r>
              <a:rPr lang="en-US" sz="2000">
                <a:latin typeface="Calibri"/>
                <a:ea typeface="Calibri"/>
                <a:cs typeface="Calibri"/>
              </a:rPr>
              <a:t>, </a:t>
            </a:r>
            <a:r>
              <a:rPr lang="en-US" sz="2000" err="1">
                <a:latin typeface="Calibri"/>
                <a:ea typeface="Calibri"/>
                <a:cs typeface="Calibri"/>
              </a:rPr>
              <a:t>równie</a:t>
            </a:r>
            <a:r>
              <a:rPr lang="en-US" sz="2000">
                <a:latin typeface="Calibri"/>
                <a:ea typeface="Calibri"/>
                <a:cs typeface="Calibri"/>
              </a:rPr>
              <a:t> </a:t>
            </a:r>
            <a:r>
              <a:rPr lang="en-US" sz="2000" err="1">
                <a:latin typeface="Calibri"/>
                <a:ea typeface="Calibri"/>
                <a:cs typeface="Calibri"/>
              </a:rPr>
              <a:t>uzasadnionych</a:t>
            </a:r>
            <a:r>
              <a:rPr lang="en-US" sz="2000">
                <a:latin typeface="Calibri"/>
                <a:ea typeface="Calibri"/>
                <a:cs typeface="Calibri"/>
              </a:rPr>
              <a:t> </a:t>
            </a:r>
            <a:r>
              <a:rPr lang="en-US" sz="2000" err="1">
                <a:latin typeface="Calibri"/>
                <a:ea typeface="Calibri"/>
                <a:cs typeface="Calibri"/>
              </a:rPr>
              <a:t>wniosków</a:t>
            </a:r>
            <a:r>
              <a:rPr lang="en-US" sz="2000">
                <a:latin typeface="Calibri"/>
                <a:ea typeface="Calibri"/>
                <a:cs typeface="Calibri"/>
              </a:rPr>
              <a:t>.</a:t>
            </a:r>
          </a:p>
        </p:txBody>
      </p:sp>
      <p:sp>
        <p:nvSpPr>
          <p:cNvPr id="29" name="Text 27"/>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40  ·  Sekcja IV</a:t>
            </a:r>
            <a:endParaRPr lang="en-US" sz="1067"/>
          </a:p>
        </p:txBody>
      </p:sp>
    </p:spTree>
    <p:extLst>
      <p:ext uri="{BB962C8B-B14F-4D97-AF65-F5344CB8AC3E}">
        <p14:creationId xmlns:p14="http://schemas.microsoft.com/office/powerpoint/2010/main" val="4501873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POMIAR EFEKTÓW W E-TERAPII</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Trajektoria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zmiany</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nie</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tylko</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dwa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punkty</a:t>
            </a:r>
            <a:r>
              <a:rPr lang="en-US" sz="1600" i="1">
                <a:solidFill>
                  <a:srgbClr val="B7C6E6"/>
                </a:solidFill>
                <a:latin typeface="Calibri"/>
                <a:ea typeface="Calibri"/>
                <a:cs typeface="Calibri"/>
              </a:rPr>
              <a:t> w </a:t>
            </a:r>
            <a:r>
              <a:rPr lang="en-US" sz="1600" i="1" err="1">
                <a:solidFill>
                  <a:srgbClr val="B7C6E6"/>
                </a:solidFill>
                <a:latin typeface="Calibri"/>
                <a:ea typeface="Calibri"/>
                <a:cs typeface="Calibri"/>
              </a:rPr>
              <a:t>czasie</a:t>
            </a:r>
            <a:endParaRPr lang="en-US" sz="1600" err="1">
              <a:latin typeface="Calibri"/>
              <a:ea typeface="Calibri"/>
              <a:cs typeface="Calibri"/>
            </a:endParaRPr>
          </a:p>
        </p:txBody>
      </p:sp>
      <p:sp>
        <p:nvSpPr>
          <p:cNvPr id="5" name="Shape 3"/>
          <p:cNvSpPr/>
          <p:nvPr/>
        </p:nvSpPr>
        <p:spPr>
          <a:xfrm>
            <a:off x="609600" y="1548384"/>
            <a:ext cx="1889760" cy="390144"/>
          </a:xfrm>
          <a:prstGeom prst="roundRect">
            <a:avLst>
              <a:gd name="adj" fmla="val 50000"/>
            </a:avLst>
          </a:prstGeom>
          <a:solidFill>
            <a:srgbClr val="3D63B3"/>
          </a:solidFill>
          <a:ln w="12700">
            <a:solidFill>
              <a:srgbClr val="3D63B3"/>
            </a:solidFill>
            <a:prstDash val="solid"/>
          </a:ln>
        </p:spPr>
      </p:sp>
      <p:sp>
        <p:nvSpPr>
          <p:cNvPr id="6" name="Text 4"/>
          <p:cNvSpPr/>
          <p:nvPr/>
        </p:nvSpPr>
        <p:spPr>
          <a:xfrm>
            <a:off x="609600" y="1548384"/>
            <a:ext cx="188976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a:solidFill>
                  <a:srgbClr val="FFFFFF"/>
                </a:solidFill>
                <a:latin typeface="Calibri" pitchFamily="34" charset="0"/>
                <a:ea typeface="Calibri" pitchFamily="34" charset="-122"/>
                <a:cs typeface="Calibri" pitchFamily="34" charset="-120"/>
              </a:rPr>
              <a:t>SEKCJA V</a:t>
            </a:r>
            <a:endParaRPr lang="en-US" sz="1267"/>
          </a:p>
        </p:txBody>
      </p:sp>
      <p:sp>
        <p:nvSpPr>
          <p:cNvPr id="7" name="Shape 5"/>
          <p:cNvSpPr/>
          <p:nvPr/>
        </p:nvSpPr>
        <p:spPr>
          <a:xfrm>
            <a:off x="609600" y="2133600"/>
            <a:ext cx="4328160" cy="3657600"/>
          </a:xfrm>
          <a:prstGeom prst="roundRect">
            <a:avLst>
              <a:gd name="adj" fmla="val 2333"/>
            </a:avLst>
          </a:prstGeom>
          <a:solidFill>
            <a:srgbClr val="EEF1F5"/>
          </a:solidFill>
          <a:ln w="12700">
            <a:solidFill>
              <a:srgbClr val="DCE2EC"/>
            </a:solidFill>
            <a:prstDash val="solid"/>
          </a:ln>
        </p:spPr>
      </p:sp>
      <p:sp>
        <p:nvSpPr>
          <p:cNvPr id="8" name="Text 6"/>
          <p:cNvSpPr/>
          <p:nvPr/>
        </p:nvSpPr>
        <p:spPr>
          <a:xfrm>
            <a:off x="853440" y="2316480"/>
            <a:ext cx="384048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b="1" err="1">
                <a:solidFill>
                  <a:srgbClr val="5B6472"/>
                </a:solidFill>
                <a:latin typeface="Cambria"/>
                <a:ea typeface="Cambria"/>
              </a:rPr>
              <a:t>Uproszczony</a:t>
            </a:r>
            <a:r>
              <a:rPr lang="en-US" b="1">
                <a:solidFill>
                  <a:srgbClr val="5B6472"/>
                </a:solidFill>
                <a:latin typeface="Cambria"/>
                <a:ea typeface="Cambria"/>
              </a:rPr>
              <a:t> model </a:t>
            </a:r>
            <a:endParaRPr lang="en-US">
              <a:latin typeface="Cambria"/>
              <a:ea typeface="Cambria"/>
            </a:endParaRPr>
          </a:p>
        </p:txBody>
      </p:sp>
      <p:sp>
        <p:nvSpPr>
          <p:cNvPr id="9" name="Shape 7"/>
          <p:cNvSpPr/>
          <p:nvPr/>
        </p:nvSpPr>
        <p:spPr>
          <a:xfrm>
            <a:off x="1158240" y="4145280"/>
            <a:ext cx="268224" cy="268224"/>
          </a:xfrm>
          <a:prstGeom prst="ellipse">
            <a:avLst/>
          </a:prstGeom>
          <a:solidFill>
            <a:srgbClr val="8B95A6"/>
          </a:solidFill>
          <a:ln w="12700">
            <a:solidFill>
              <a:srgbClr val="8B95A6"/>
            </a:solidFill>
            <a:prstDash val="solid"/>
          </a:ln>
        </p:spPr>
      </p:sp>
      <p:sp>
        <p:nvSpPr>
          <p:cNvPr id="10" name="Shape 8"/>
          <p:cNvSpPr/>
          <p:nvPr/>
        </p:nvSpPr>
        <p:spPr>
          <a:xfrm>
            <a:off x="4145280" y="3657600"/>
            <a:ext cx="268224" cy="268224"/>
          </a:xfrm>
          <a:prstGeom prst="ellipse">
            <a:avLst/>
          </a:prstGeom>
          <a:solidFill>
            <a:srgbClr val="8B95A6"/>
          </a:solidFill>
          <a:ln w="12700">
            <a:solidFill>
              <a:srgbClr val="8B95A6"/>
            </a:solidFill>
            <a:prstDash val="solid"/>
          </a:ln>
        </p:spPr>
      </p:sp>
      <p:sp>
        <p:nvSpPr>
          <p:cNvPr id="11" name="Shape 9"/>
          <p:cNvSpPr/>
          <p:nvPr/>
        </p:nvSpPr>
        <p:spPr>
          <a:xfrm flipH="1">
            <a:off x="1292352" y="3791712"/>
            <a:ext cx="2987040" cy="487680"/>
          </a:xfrm>
          <a:prstGeom prst="line">
            <a:avLst/>
          </a:prstGeom>
          <a:noFill/>
          <a:ln w="19050">
            <a:solidFill>
              <a:srgbClr val="8B95A6"/>
            </a:solidFill>
            <a:prstDash val="solid"/>
          </a:ln>
        </p:spPr>
      </p:sp>
      <p:sp>
        <p:nvSpPr>
          <p:cNvPr id="12" name="Text 10"/>
          <p:cNvSpPr/>
          <p:nvPr/>
        </p:nvSpPr>
        <p:spPr>
          <a:xfrm>
            <a:off x="670560" y="4413504"/>
            <a:ext cx="109728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err="1">
                <a:solidFill>
                  <a:srgbClr val="8B95A6"/>
                </a:solidFill>
                <a:latin typeface="Calibri"/>
                <a:ea typeface="Calibri"/>
                <a:cs typeface="Calibri"/>
              </a:rPr>
              <a:t>pomiar</a:t>
            </a:r>
            <a:endParaRPr lang="en-US" sz="1800">
              <a:latin typeface="Calibri"/>
              <a:ea typeface="Calibri"/>
              <a:cs typeface="Calibri"/>
            </a:endParaRPr>
          </a:p>
          <a:p>
            <a:pPr marL="0" indent="0" algn="ctr">
              <a:buNone/>
            </a:pPr>
            <a:r>
              <a:rPr lang="en-US" sz="1800" err="1">
                <a:solidFill>
                  <a:srgbClr val="8B95A6"/>
                </a:solidFill>
                <a:latin typeface="Calibri"/>
                <a:ea typeface="Calibri"/>
                <a:cs typeface="Calibri"/>
              </a:rPr>
              <a:t>bazowy</a:t>
            </a:r>
            <a:endParaRPr lang="en-US" sz="1800">
              <a:latin typeface="Calibri"/>
              <a:ea typeface="Calibri"/>
              <a:cs typeface="Calibri"/>
            </a:endParaRPr>
          </a:p>
        </p:txBody>
      </p:sp>
      <p:sp>
        <p:nvSpPr>
          <p:cNvPr id="13" name="Text 11"/>
          <p:cNvSpPr/>
          <p:nvPr/>
        </p:nvSpPr>
        <p:spPr>
          <a:xfrm>
            <a:off x="3779520" y="3925824"/>
            <a:ext cx="109728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err="1">
                <a:solidFill>
                  <a:srgbClr val="8B95A6"/>
                </a:solidFill>
                <a:latin typeface="Calibri"/>
                <a:ea typeface="Calibri"/>
                <a:cs typeface="Calibri"/>
              </a:rPr>
              <a:t>pomiar</a:t>
            </a:r>
            <a:endParaRPr lang="en-US" sz="2000">
              <a:latin typeface="Calibri"/>
              <a:ea typeface="Calibri"/>
              <a:cs typeface="Calibri"/>
            </a:endParaRPr>
          </a:p>
          <a:p>
            <a:pPr marL="0" indent="0" algn="ctr">
              <a:buNone/>
            </a:pPr>
            <a:r>
              <a:rPr lang="en-US" sz="2000" err="1">
                <a:solidFill>
                  <a:srgbClr val="8B95A6"/>
                </a:solidFill>
                <a:latin typeface="Calibri"/>
                <a:ea typeface="Calibri"/>
                <a:cs typeface="Calibri"/>
              </a:rPr>
              <a:t>końcowy</a:t>
            </a:r>
            <a:endParaRPr lang="en-US" sz="2000">
              <a:latin typeface="Calibri"/>
              <a:ea typeface="Calibri"/>
              <a:cs typeface="Calibri"/>
            </a:endParaRPr>
          </a:p>
        </p:txBody>
      </p:sp>
      <p:sp>
        <p:nvSpPr>
          <p:cNvPr id="14" name="Text 12"/>
          <p:cNvSpPr/>
          <p:nvPr/>
        </p:nvSpPr>
        <p:spPr>
          <a:xfrm>
            <a:off x="2072640" y="3474720"/>
            <a:ext cx="121920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4800" b="1">
                <a:solidFill>
                  <a:srgbClr val="C0392B"/>
                </a:solidFill>
              </a:rPr>
              <a:t>✗</a:t>
            </a:r>
            <a:endParaRPr lang="en-US" sz="4800"/>
          </a:p>
        </p:txBody>
      </p:sp>
      <p:sp>
        <p:nvSpPr>
          <p:cNvPr id="15" name="Text 13"/>
          <p:cNvSpPr/>
          <p:nvPr/>
        </p:nvSpPr>
        <p:spPr>
          <a:xfrm>
            <a:off x="853440" y="5303520"/>
            <a:ext cx="384048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i="1" err="1">
                <a:solidFill>
                  <a:srgbClr val="8B95A6"/>
                </a:solidFill>
                <a:latin typeface="Calibri"/>
                <a:ea typeface="Calibri"/>
                <a:cs typeface="Calibri"/>
              </a:rPr>
              <a:t>tylko</a:t>
            </a:r>
            <a:r>
              <a:rPr lang="en-US" sz="1800" i="1">
                <a:solidFill>
                  <a:srgbClr val="8B95A6"/>
                </a:solidFill>
                <a:latin typeface="Calibri"/>
                <a:ea typeface="Calibri"/>
                <a:cs typeface="Calibri"/>
              </a:rPr>
              <a:t> start </a:t>
            </a:r>
            <a:r>
              <a:rPr lang="en-US" sz="1800" i="1" err="1">
                <a:solidFill>
                  <a:srgbClr val="8B95A6"/>
                </a:solidFill>
                <a:latin typeface="Calibri"/>
                <a:ea typeface="Calibri"/>
                <a:cs typeface="Calibri"/>
              </a:rPr>
              <a:t>i</a:t>
            </a:r>
            <a:r>
              <a:rPr lang="en-US" sz="1800" i="1">
                <a:solidFill>
                  <a:srgbClr val="8B95A6"/>
                </a:solidFill>
                <a:latin typeface="Calibri"/>
                <a:ea typeface="Calibri"/>
                <a:cs typeface="Calibri"/>
              </a:rPr>
              <a:t> </a:t>
            </a:r>
            <a:r>
              <a:rPr lang="en-US" sz="1800" i="1" err="1">
                <a:solidFill>
                  <a:srgbClr val="8B95A6"/>
                </a:solidFill>
                <a:latin typeface="Calibri"/>
                <a:ea typeface="Calibri"/>
                <a:cs typeface="Calibri"/>
              </a:rPr>
              <a:t>koniec</a:t>
            </a:r>
            <a:r>
              <a:rPr lang="en-US" sz="1800" i="1">
                <a:solidFill>
                  <a:srgbClr val="8B95A6"/>
                </a:solidFill>
                <a:latin typeface="Calibri"/>
                <a:ea typeface="Calibri"/>
                <a:cs typeface="Calibri"/>
              </a:rPr>
              <a:t> - bez </a:t>
            </a:r>
            <a:r>
              <a:rPr lang="en-US" sz="1800" i="1" err="1">
                <a:solidFill>
                  <a:srgbClr val="8B95A6"/>
                </a:solidFill>
                <a:latin typeface="Calibri"/>
                <a:ea typeface="Calibri"/>
                <a:cs typeface="Calibri"/>
              </a:rPr>
              <a:t>obrazu</a:t>
            </a:r>
            <a:r>
              <a:rPr lang="en-US" sz="1800" i="1">
                <a:solidFill>
                  <a:srgbClr val="8B95A6"/>
                </a:solidFill>
                <a:latin typeface="Calibri"/>
                <a:ea typeface="Calibri"/>
                <a:cs typeface="Calibri"/>
              </a:rPr>
              <a:t> </a:t>
            </a:r>
            <a:r>
              <a:rPr lang="en-US" sz="1800" i="1" err="1">
                <a:solidFill>
                  <a:srgbClr val="8B95A6"/>
                </a:solidFill>
                <a:latin typeface="Calibri"/>
                <a:ea typeface="Calibri"/>
                <a:cs typeface="Calibri"/>
              </a:rPr>
              <a:t>trajektorii</a:t>
            </a:r>
            <a:endParaRPr lang="en-US" sz="1800">
              <a:latin typeface="Calibri"/>
              <a:ea typeface="Calibri"/>
              <a:cs typeface="Calibri"/>
            </a:endParaRPr>
          </a:p>
        </p:txBody>
      </p:sp>
      <p:graphicFrame>
        <p:nvGraphicFramePr>
          <p:cNvPr id="16" name="Chart 0"/>
          <p:cNvGraphicFramePr/>
          <p:nvPr/>
        </p:nvGraphicFramePr>
        <p:xfrm>
          <a:off x="5242560" y="1767840"/>
          <a:ext cx="6339840" cy="390144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5111932" y="5727627"/>
            <a:ext cx="6789782" cy="48448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i="1" err="1">
                <a:solidFill>
                  <a:srgbClr val="5B6472"/>
                </a:solidFill>
                <a:latin typeface="Calibri"/>
                <a:ea typeface="Calibri"/>
                <a:cs typeface="Calibri"/>
              </a:rPr>
              <a:t>Wzrost</a:t>
            </a:r>
            <a:r>
              <a:rPr lang="en-US" sz="2000" i="1">
                <a:solidFill>
                  <a:srgbClr val="5B6472"/>
                </a:solidFill>
                <a:latin typeface="Calibri"/>
                <a:ea typeface="Calibri"/>
                <a:cs typeface="Calibri"/>
              </a:rPr>
              <a:t> w tyg. 6 → </a:t>
            </a:r>
            <a:r>
              <a:rPr lang="en-US" sz="2000" i="1" err="1">
                <a:solidFill>
                  <a:srgbClr val="5B6472"/>
                </a:solidFill>
                <a:latin typeface="Calibri"/>
                <a:ea typeface="Calibri"/>
                <a:cs typeface="Calibri"/>
              </a:rPr>
              <a:t>sygnał</a:t>
            </a:r>
            <a:r>
              <a:rPr lang="en-US" sz="2000" i="1">
                <a:solidFill>
                  <a:srgbClr val="5B6472"/>
                </a:solidFill>
                <a:latin typeface="Calibri"/>
                <a:ea typeface="Calibri"/>
                <a:cs typeface="Calibri"/>
              </a:rPr>
              <a:t> do </a:t>
            </a:r>
            <a:r>
              <a:rPr lang="en-US" sz="2000" i="1" err="1">
                <a:solidFill>
                  <a:srgbClr val="5B6472"/>
                </a:solidFill>
                <a:latin typeface="Calibri"/>
                <a:ea typeface="Calibri"/>
                <a:cs typeface="Calibri"/>
              </a:rPr>
              <a:t>modyfikacji</a:t>
            </a:r>
            <a:r>
              <a:rPr lang="en-US" sz="2000" i="1">
                <a:solidFill>
                  <a:srgbClr val="5B6472"/>
                </a:solidFill>
                <a:latin typeface="Calibri"/>
                <a:ea typeface="Calibri"/>
                <a:cs typeface="Calibri"/>
              </a:rPr>
              <a:t> </a:t>
            </a:r>
            <a:r>
              <a:rPr lang="en-US" sz="2000" i="1" err="1">
                <a:solidFill>
                  <a:srgbClr val="5B6472"/>
                </a:solidFill>
                <a:latin typeface="Calibri"/>
                <a:ea typeface="Calibri"/>
                <a:cs typeface="Calibri"/>
              </a:rPr>
              <a:t>planu</a:t>
            </a:r>
            <a:r>
              <a:rPr lang="en-US" sz="2000" i="1">
                <a:solidFill>
                  <a:srgbClr val="5B6472"/>
                </a:solidFill>
                <a:latin typeface="Calibri"/>
                <a:ea typeface="Calibri"/>
                <a:cs typeface="Calibri"/>
              </a:rPr>
              <a:t> </a:t>
            </a:r>
            <a:r>
              <a:rPr lang="en-US" sz="2000" i="1" err="1">
                <a:solidFill>
                  <a:srgbClr val="5B6472"/>
                </a:solidFill>
                <a:latin typeface="Calibri"/>
                <a:ea typeface="Calibri"/>
                <a:cs typeface="Calibri"/>
              </a:rPr>
              <a:t>pomocy</a:t>
            </a:r>
            <a:endParaRPr lang="en-US" sz="2000">
              <a:latin typeface="Calibri"/>
              <a:ea typeface="Calibri"/>
              <a:cs typeface="Calibri"/>
            </a:endParaRPr>
          </a:p>
        </p:txBody>
      </p:sp>
      <p:sp>
        <p:nvSpPr>
          <p:cNvPr id="18" name="Text 15"/>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41  ·  Sekcja V</a:t>
            </a:r>
            <a:endParaRPr lang="en-US" sz="1067"/>
          </a:p>
        </p:txBody>
      </p:sp>
    </p:spTree>
    <p:extLst>
      <p:ext uri="{BB962C8B-B14F-4D97-AF65-F5344CB8AC3E}">
        <p14:creationId xmlns:p14="http://schemas.microsoft.com/office/powerpoint/2010/main" val="25961629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SKALE I DZIENNICZKI CYFROWE</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a:solidFill>
                  <a:srgbClr val="B7C6E6"/>
                </a:solidFill>
                <a:latin typeface="Calibri"/>
                <a:ea typeface="Calibri"/>
                <a:cs typeface="Calibri"/>
              </a:rPr>
              <a:t>Od </a:t>
            </a:r>
            <a:r>
              <a:rPr lang="en-US" sz="1600" i="1" err="1">
                <a:solidFill>
                  <a:srgbClr val="B7C6E6"/>
                </a:solidFill>
                <a:latin typeface="Calibri"/>
                <a:ea typeface="Calibri"/>
                <a:cs typeface="Calibri"/>
              </a:rPr>
              <a:t>narzędzi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specyficznych</a:t>
            </a:r>
            <a:r>
              <a:rPr lang="en-US" sz="1600" i="1">
                <a:solidFill>
                  <a:srgbClr val="B7C6E6"/>
                </a:solidFill>
                <a:latin typeface="Calibri"/>
                <a:ea typeface="Calibri"/>
                <a:cs typeface="Calibri"/>
              </a:rPr>
              <a:t> do </a:t>
            </a:r>
            <a:r>
              <a:rPr lang="en-US" sz="1600" i="1" err="1">
                <a:solidFill>
                  <a:srgbClr val="B7C6E6"/>
                </a:solidFill>
                <a:latin typeface="Calibri"/>
                <a:ea typeface="Calibri"/>
                <a:cs typeface="Calibri"/>
              </a:rPr>
              <a:t>ogólnych</a:t>
            </a:r>
            <a:endParaRPr lang="en-US" sz="1600" err="1">
              <a:latin typeface="Calibri"/>
              <a:ea typeface="Calibri"/>
              <a:cs typeface="Calibri"/>
            </a:endParaRPr>
          </a:p>
        </p:txBody>
      </p:sp>
      <p:sp>
        <p:nvSpPr>
          <p:cNvPr id="5" name="Shape 3"/>
          <p:cNvSpPr/>
          <p:nvPr/>
        </p:nvSpPr>
        <p:spPr>
          <a:xfrm>
            <a:off x="60960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Text 4"/>
          <p:cNvSpPr/>
          <p:nvPr/>
        </p:nvSpPr>
        <p:spPr>
          <a:xfrm>
            <a:off x="829056" y="1840992"/>
            <a:ext cx="2987040"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200" b="1">
                <a:solidFill>
                  <a:srgbClr val="3D63B3"/>
                </a:solidFill>
                <a:latin typeface="Cambria"/>
                <a:ea typeface="Cambria"/>
                <a:cs typeface="Cambria" pitchFamily="34" charset="-120"/>
              </a:rPr>
              <a:t>PHQ-9</a:t>
            </a:r>
            <a:endParaRPr lang="en-US" sz="3200">
              <a:latin typeface="Cambria"/>
              <a:ea typeface="Cambria"/>
              <a:cs typeface="Calibri"/>
            </a:endParaRPr>
          </a:p>
        </p:txBody>
      </p:sp>
      <p:sp>
        <p:nvSpPr>
          <p:cNvPr id="7" name="Shape 5"/>
          <p:cNvSpPr/>
          <p:nvPr/>
        </p:nvSpPr>
        <p:spPr>
          <a:xfrm>
            <a:off x="829056" y="2401824"/>
            <a:ext cx="2974848" cy="12192"/>
          </a:xfrm>
          <a:prstGeom prst="rect">
            <a:avLst/>
          </a:prstGeom>
          <a:noFill/>
          <a:ln w="12700">
            <a:solidFill>
              <a:srgbClr val="DCE2EC"/>
            </a:solidFill>
            <a:prstDash val="solid"/>
          </a:ln>
        </p:spPr>
      </p:sp>
      <p:sp>
        <p:nvSpPr>
          <p:cNvPr id="8" name="Text 6"/>
          <p:cNvSpPr/>
          <p:nvPr/>
        </p:nvSpPr>
        <p:spPr>
          <a:xfrm>
            <a:off x="829056" y="2548128"/>
            <a:ext cx="2974848" cy="8778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nasilenie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symptomów</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depresyjnych</a:t>
            </a:r>
            <a:endParaRPr lang="en-US" sz="2000" err="1">
              <a:latin typeface="Calibri"/>
              <a:ea typeface="Calibri"/>
              <a:cs typeface="Calibri"/>
            </a:endParaRPr>
          </a:p>
        </p:txBody>
      </p:sp>
      <p:sp>
        <p:nvSpPr>
          <p:cNvPr id="9" name="Shape 7"/>
          <p:cNvSpPr/>
          <p:nvPr/>
        </p:nvSpPr>
        <p:spPr>
          <a:xfrm>
            <a:off x="438912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0" name="Text 8"/>
          <p:cNvSpPr/>
          <p:nvPr/>
        </p:nvSpPr>
        <p:spPr>
          <a:xfrm>
            <a:off x="4608576" y="1840992"/>
            <a:ext cx="2987040"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200" b="1">
                <a:solidFill>
                  <a:srgbClr val="3D63B3"/>
                </a:solidFill>
                <a:latin typeface="Cambria"/>
                <a:ea typeface="Cambria"/>
                <a:cs typeface="Cambria" pitchFamily="34" charset="-120"/>
              </a:rPr>
              <a:t>GAD-7</a:t>
            </a:r>
            <a:endParaRPr lang="en-US" sz="3200">
              <a:latin typeface="Cambria"/>
              <a:ea typeface="Cambria"/>
              <a:cs typeface="Calibri"/>
            </a:endParaRPr>
          </a:p>
        </p:txBody>
      </p:sp>
      <p:sp>
        <p:nvSpPr>
          <p:cNvPr id="11" name="Shape 9"/>
          <p:cNvSpPr/>
          <p:nvPr/>
        </p:nvSpPr>
        <p:spPr>
          <a:xfrm>
            <a:off x="4608576" y="2401824"/>
            <a:ext cx="2974848" cy="12192"/>
          </a:xfrm>
          <a:prstGeom prst="rect">
            <a:avLst/>
          </a:prstGeom>
          <a:noFill/>
          <a:ln w="12700">
            <a:solidFill>
              <a:srgbClr val="DCE2EC"/>
            </a:solidFill>
            <a:prstDash val="solid"/>
          </a:ln>
        </p:spPr>
      </p:sp>
      <p:sp>
        <p:nvSpPr>
          <p:cNvPr id="12" name="Text 10"/>
          <p:cNvSpPr/>
          <p:nvPr/>
        </p:nvSpPr>
        <p:spPr>
          <a:xfrm>
            <a:off x="4608576" y="2548128"/>
            <a:ext cx="2974848" cy="8778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nasilenie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symptomów</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lęku</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uogólnionego</a:t>
            </a:r>
            <a:endParaRPr lang="en-US" sz="2000" err="1">
              <a:latin typeface="Calibri"/>
              <a:ea typeface="Calibri"/>
              <a:cs typeface="Calibri"/>
            </a:endParaRPr>
          </a:p>
        </p:txBody>
      </p:sp>
      <p:sp>
        <p:nvSpPr>
          <p:cNvPr id="13" name="Shape 11"/>
          <p:cNvSpPr/>
          <p:nvPr/>
        </p:nvSpPr>
        <p:spPr>
          <a:xfrm>
            <a:off x="816864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4" name="Text 12"/>
          <p:cNvSpPr/>
          <p:nvPr/>
        </p:nvSpPr>
        <p:spPr>
          <a:xfrm>
            <a:off x="8388096" y="1840992"/>
            <a:ext cx="2987040"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200" b="1">
                <a:solidFill>
                  <a:srgbClr val="3D63B3"/>
                </a:solidFill>
                <a:latin typeface="Cambria"/>
                <a:ea typeface="Cambria"/>
                <a:cs typeface="Cambria" pitchFamily="34" charset="-120"/>
              </a:rPr>
              <a:t>WHO-5</a:t>
            </a:r>
            <a:endParaRPr lang="en-US" sz="3200">
              <a:latin typeface="Cambria"/>
              <a:ea typeface="Cambria"/>
              <a:cs typeface="Calibri"/>
            </a:endParaRPr>
          </a:p>
        </p:txBody>
      </p:sp>
      <p:sp>
        <p:nvSpPr>
          <p:cNvPr id="15" name="Shape 13"/>
          <p:cNvSpPr/>
          <p:nvPr/>
        </p:nvSpPr>
        <p:spPr>
          <a:xfrm>
            <a:off x="8388096" y="2401824"/>
            <a:ext cx="2974848" cy="12192"/>
          </a:xfrm>
          <a:prstGeom prst="rect">
            <a:avLst/>
          </a:prstGeom>
          <a:noFill/>
          <a:ln w="12700">
            <a:solidFill>
              <a:srgbClr val="DCE2EC"/>
            </a:solidFill>
            <a:prstDash val="solid"/>
          </a:ln>
        </p:spPr>
      </p:sp>
      <p:sp>
        <p:nvSpPr>
          <p:cNvPr id="16" name="Text 14"/>
          <p:cNvSpPr/>
          <p:nvPr/>
        </p:nvSpPr>
        <p:spPr>
          <a:xfrm>
            <a:off x="8388096" y="2548128"/>
            <a:ext cx="2974848" cy="8778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ogólne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samopoczucie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psychiczne</a:t>
            </a:r>
            <a:endParaRPr lang="en-US" sz="2000" err="1">
              <a:latin typeface="Calibri"/>
              <a:ea typeface="Calibri"/>
              <a:cs typeface="Calibri"/>
            </a:endParaRPr>
          </a:p>
        </p:txBody>
      </p:sp>
      <p:sp>
        <p:nvSpPr>
          <p:cNvPr id="17" name="Shape 15"/>
          <p:cNvSpPr/>
          <p:nvPr/>
        </p:nvSpPr>
        <p:spPr>
          <a:xfrm>
            <a:off x="60960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Text 16"/>
          <p:cNvSpPr/>
          <p:nvPr/>
        </p:nvSpPr>
        <p:spPr>
          <a:xfrm>
            <a:off x="829056" y="3913632"/>
            <a:ext cx="2987040"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200" b="1">
                <a:solidFill>
                  <a:srgbClr val="3D63B3"/>
                </a:solidFill>
                <a:latin typeface="Cambria"/>
                <a:ea typeface="Cambria"/>
                <a:cs typeface="Cambria" pitchFamily="34" charset="-120"/>
              </a:rPr>
              <a:t>DASS-21</a:t>
            </a:r>
            <a:endParaRPr lang="en-US" sz="3200">
              <a:latin typeface="Cambria"/>
              <a:ea typeface="Cambria"/>
              <a:cs typeface="Calibri"/>
            </a:endParaRPr>
          </a:p>
        </p:txBody>
      </p:sp>
      <p:sp>
        <p:nvSpPr>
          <p:cNvPr id="19" name="Shape 17"/>
          <p:cNvSpPr/>
          <p:nvPr/>
        </p:nvSpPr>
        <p:spPr>
          <a:xfrm>
            <a:off x="829056" y="4474464"/>
            <a:ext cx="2974848" cy="12192"/>
          </a:xfrm>
          <a:prstGeom prst="rect">
            <a:avLst/>
          </a:prstGeom>
          <a:noFill/>
          <a:ln w="12700">
            <a:solidFill>
              <a:srgbClr val="DCE2EC"/>
            </a:solidFill>
            <a:prstDash val="solid"/>
          </a:ln>
        </p:spPr>
      </p:sp>
      <p:sp>
        <p:nvSpPr>
          <p:cNvPr id="20" name="Text 18"/>
          <p:cNvSpPr/>
          <p:nvPr/>
        </p:nvSpPr>
        <p:spPr>
          <a:xfrm>
            <a:off x="829056" y="4620768"/>
            <a:ext cx="2974848" cy="8778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depresja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lęk</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i</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stres</a:t>
            </a:r>
            <a:r>
              <a:rPr lang="en-US" sz="2000">
                <a:solidFill>
                  <a:srgbClr val="5B6472"/>
                </a:solidFill>
                <a:latin typeface="Calibri"/>
                <a:ea typeface="Calibri"/>
                <a:cs typeface="Calibri"/>
              </a:rPr>
              <a:t> w </a:t>
            </a:r>
            <a:r>
              <a:rPr lang="en-US" sz="2000" err="1">
                <a:solidFill>
                  <a:srgbClr val="5B6472"/>
                </a:solidFill>
                <a:latin typeface="Calibri"/>
                <a:ea typeface="Calibri"/>
                <a:cs typeface="Calibri"/>
              </a:rPr>
              <a:t>jednym</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narzędziu</a:t>
            </a:r>
            <a:endParaRPr lang="en-US" sz="2000" err="1">
              <a:latin typeface="Calibri"/>
              <a:ea typeface="Calibri"/>
              <a:cs typeface="Calibri"/>
            </a:endParaRPr>
          </a:p>
        </p:txBody>
      </p:sp>
      <p:sp>
        <p:nvSpPr>
          <p:cNvPr id="21" name="Shape 19"/>
          <p:cNvSpPr/>
          <p:nvPr/>
        </p:nvSpPr>
        <p:spPr>
          <a:xfrm>
            <a:off x="438912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2" name="Text 20"/>
          <p:cNvSpPr/>
          <p:nvPr/>
        </p:nvSpPr>
        <p:spPr>
          <a:xfrm>
            <a:off x="4608576" y="3913632"/>
            <a:ext cx="2987040"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200" b="1">
                <a:solidFill>
                  <a:srgbClr val="3D63B3"/>
                </a:solidFill>
                <a:latin typeface="Cambria"/>
                <a:ea typeface="Cambria"/>
                <a:cs typeface="Cambria" pitchFamily="34" charset="-120"/>
              </a:rPr>
              <a:t>CORE-OM</a:t>
            </a:r>
            <a:endParaRPr lang="en-US" sz="3200">
              <a:latin typeface="Cambria"/>
              <a:ea typeface="Cambria"/>
              <a:cs typeface="Calibri"/>
            </a:endParaRPr>
          </a:p>
        </p:txBody>
      </p:sp>
      <p:sp>
        <p:nvSpPr>
          <p:cNvPr id="23" name="Shape 21"/>
          <p:cNvSpPr/>
          <p:nvPr/>
        </p:nvSpPr>
        <p:spPr>
          <a:xfrm>
            <a:off x="4608576" y="4474464"/>
            <a:ext cx="2974848" cy="12192"/>
          </a:xfrm>
          <a:prstGeom prst="rect">
            <a:avLst/>
          </a:prstGeom>
          <a:noFill/>
          <a:ln w="12700">
            <a:solidFill>
              <a:srgbClr val="DCE2EC"/>
            </a:solidFill>
            <a:prstDash val="solid"/>
          </a:ln>
        </p:spPr>
      </p:sp>
      <p:sp>
        <p:nvSpPr>
          <p:cNvPr id="24" name="Text 22"/>
          <p:cNvSpPr/>
          <p:nvPr/>
        </p:nvSpPr>
        <p:spPr>
          <a:xfrm>
            <a:off x="4608576" y="4620768"/>
            <a:ext cx="2974848" cy="8778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ogólny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pomiar</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efektów</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psychoterapii</a:t>
            </a:r>
            <a:endParaRPr lang="en-US" sz="2000" err="1">
              <a:latin typeface="Calibri"/>
              <a:ea typeface="Calibri"/>
              <a:cs typeface="Calibri"/>
            </a:endParaRPr>
          </a:p>
        </p:txBody>
      </p:sp>
      <p:sp>
        <p:nvSpPr>
          <p:cNvPr id="25" name="Shape 23"/>
          <p:cNvSpPr/>
          <p:nvPr/>
        </p:nvSpPr>
        <p:spPr>
          <a:xfrm>
            <a:off x="816864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Text 24"/>
          <p:cNvSpPr/>
          <p:nvPr/>
        </p:nvSpPr>
        <p:spPr>
          <a:xfrm>
            <a:off x="8388096" y="3913632"/>
            <a:ext cx="2987040"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200" b="1" err="1">
                <a:solidFill>
                  <a:srgbClr val="3D63B3"/>
                </a:solidFill>
                <a:latin typeface="Cambria"/>
                <a:ea typeface="Cambria"/>
                <a:cs typeface="Cambria" pitchFamily="34" charset="-120"/>
              </a:rPr>
              <a:t>Dzienniczki</a:t>
            </a:r>
            <a:endParaRPr lang="en-US" sz="3200" err="1">
              <a:latin typeface="Cambria"/>
              <a:ea typeface="Cambria"/>
              <a:cs typeface="Calibri"/>
            </a:endParaRPr>
          </a:p>
        </p:txBody>
      </p:sp>
      <p:sp>
        <p:nvSpPr>
          <p:cNvPr id="27" name="Shape 25"/>
          <p:cNvSpPr/>
          <p:nvPr/>
        </p:nvSpPr>
        <p:spPr>
          <a:xfrm>
            <a:off x="8388096" y="4474464"/>
            <a:ext cx="2974848" cy="12192"/>
          </a:xfrm>
          <a:prstGeom prst="rect">
            <a:avLst/>
          </a:prstGeom>
          <a:noFill/>
          <a:ln w="12700">
            <a:solidFill>
              <a:srgbClr val="DCE2EC"/>
            </a:solidFill>
            <a:prstDash val="solid"/>
          </a:ln>
        </p:spPr>
      </p:sp>
      <p:sp>
        <p:nvSpPr>
          <p:cNvPr id="28" name="Text 26"/>
          <p:cNvSpPr/>
          <p:nvPr/>
        </p:nvSpPr>
        <p:spPr>
          <a:xfrm>
            <a:off x="8388096" y="4620768"/>
            <a:ext cx="2974848" cy="8778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dane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jakościowe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uzupełniające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skale</a:t>
            </a:r>
            <a:endParaRPr lang="en-US" sz="2000" err="1">
              <a:latin typeface="Calibri"/>
              <a:ea typeface="Calibri"/>
              <a:cs typeface="Calibri"/>
            </a:endParaRPr>
          </a:p>
        </p:txBody>
      </p:sp>
      <p:sp>
        <p:nvSpPr>
          <p:cNvPr id="29" name="Shape 27"/>
          <p:cNvSpPr/>
          <p:nvPr/>
        </p:nvSpPr>
        <p:spPr>
          <a:xfrm>
            <a:off x="609600" y="5827776"/>
            <a:ext cx="10972800" cy="548640"/>
          </a:xfrm>
          <a:prstGeom prst="roundRect">
            <a:avLst>
              <a:gd name="adj" fmla="val 13333"/>
            </a:avLst>
          </a:prstGeom>
          <a:solidFill>
            <a:srgbClr val="EAF0FB"/>
          </a:solidFill>
          <a:ln w="12700">
            <a:solidFill>
              <a:srgbClr val="EAF0FB"/>
            </a:solidFill>
            <a:prstDash val="solid"/>
          </a:ln>
        </p:spPr>
      </p:sp>
      <p:sp>
        <p:nvSpPr>
          <p:cNvPr id="30" name="Text 28"/>
          <p:cNvSpPr/>
          <p:nvPr/>
        </p:nvSpPr>
        <p:spPr>
          <a:xfrm>
            <a:off x="711201" y="5828358"/>
            <a:ext cx="10784113" cy="5474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sz="2000" dirty="0" smtClean="0">
                <a:solidFill>
                  <a:srgbClr val="1B2A56"/>
                </a:solidFill>
                <a:latin typeface="Calibri"/>
                <a:ea typeface="Calibri"/>
                <a:cs typeface="Calibri"/>
              </a:rPr>
              <a:t>Każde narzędzie ma ograniczenia interpretacyjne, ale żadne nie zastępuje całościowej oceny klinicznej</a:t>
            </a:r>
            <a:endParaRPr lang="pl-PL" sz="2000" dirty="0">
              <a:solidFill>
                <a:srgbClr val="1B2A56"/>
              </a:solidFill>
              <a:latin typeface="Calibri"/>
              <a:ea typeface="Calibri"/>
              <a:cs typeface="Calibri"/>
            </a:endParaRPr>
          </a:p>
        </p:txBody>
      </p:sp>
      <p:sp>
        <p:nvSpPr>
          <p:cNvPr id="31" name="Text 29"/>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42  ·  Sekcja V</a:t>
            </a:r>
            <a:endParaRPr lang="en-US" sz="1067"/>
          </a:p>
        </p:txBody>
      </p:sp>
    </p:spTree>
    <p:extLst>
      <p:ext uri="{BB962C8B-B14F-4D97-AF65-F5344CB8AC3E}">
        <p14:creationId xmlns:p14="http://schemas.microsoft.com/office/powerpoint/2010/main" val="1417017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ADHERENCJA I ZAANGAŻOWANIE</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a:solidFill>
                  <a:srgbClr val="B7C6E6"/>
                </a:solidFill>
                <a:latin typeface="Calibri"/>
                <a:ea typeface="Calibri"/>
                <a:cs typeface="Calibri"/>
              </a:rPr>
              <a:t>Co </a:t>
            </a:r>
            <a:r>
              <a:rPr lang="en-US" sz="1600" i="1" err="1">
                <a:solidFill>
                  <a:srgbClr val="B7C6E6"/>
                </a:solidFill>
                <a:latin typeface="Calibri"/>
                <a:ea typeface="Calibri"/>
                <a:cs typeface="Calibri"/>
              </a:rPr>
              <a:t>warto</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śledzić</a:t>
            </a:r>
            <a:r>
              <a:rPr lang="en-US" sz="1600" i="1">
                <a:solidFill>
                  <a:srgbClr val="B7C6E6"/>
                </a:solidFill>
                <a:latin typeface="Calibri"/>
                <a:ea typeface="Calibri"/>
                <a:cs typeface="Calibri"/>
              </a:rPr>
              <a:t> w </a:t>
            </a:r>
            <a:r>
              <a:rPr lang="en-US" sz="1600" i="1" err="1">
                <a:solidFill>
                  <a:srgbClr val="B7C6E6"/>
                </a:solidFill>
                <a:latin typeface="Calibri"/>
                <a:ea typeface="Calibri"/>
                <a:cs typeface="Calibri"/>
              </a:rPr>
              <a:t>przebiegu</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procesu</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cyfrowego</a:t>
            </a:r>
            <a:endParaRPr lang="en-US" sz="1600" err="1">
              <a:latin typeface="Calibri"/>
              <a:ea typeface="Calibri"/>
              <a:cs typeface="Calibri"/>
            </a:endParaRPr>
          </a:p>
        </p:txBody>
      </p:sp>
      <p:sp>
        <p:nvSpPr>
          <p:cNvPr id="5" name="Shape 3"/>
          <p:cNvSpPr/>
          <p:nvPr/>
        </p:nvSpPr>
        <p:spPr>
          <a:xfrm>
            <a:off x="609600" y="1706880"/>
            <a:ext cx="10972800" cy="707136"/>
          </a:xfrm>
          <a:prstGeom prst="roundRect">
            <a:avLst>
              <a:gd name="adj" fmla="val 12069"/>
            </a:avLst>
          </a:prstGeom>
          <a:solidFill>
            <a:srgbClr val="FFFFFF"/>
          </a:solidFill>
          <a:ln w="12700">
            <a:solidFill>
              <a:srgbClr val="DCE2EC"/>
            </a:solidFill>
            <a:prstDash val="solid"/>
          </a:ln>
        </p:spPr>
      </p:sp>
      <p:sp>
        <p:nvSpPr>
          <p:cNvPr id="6" name="Shape 4"/>
          <p:cNvSpPr/>
          <p:nvPr/>
        </p:nvSpPr>
        <p:spPr>
          <a:xfrm>
            <a:off x="829056" y="1914144"/>
            <a:ext cx="292608" cy="292608"/>
          </a:xfrm>
          <a:prstGeom prst="ellipse">
            <a:avLst/>
          </a:prstGeom>
          <a:solidFill>
            <a:srgbClr val="3D63B3"/>
          </a:solidFill>
          <a:ln w="12700">
            <a:solidFill>
              <a:srgbClr val="3D63B3"/>
            </a:solidFill>
            <a:prstDash val="solid"/>
          </a:ln>
        </p:spPr>
      </p:sp>
      <p:sp>
        <p:nvSpPr>
          <p:cNvPr id="7" name="Text 5"/>
          <p:cNvSpPr/>
          <p:nvPr/>
        </p:nvSpPr>
        <p:spPr>
          <a:xfrm>
            <a:off x="1341120" y="1792224"/>
            <a:ext cx="3048000"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Regularność korzystania</a:t>
            </a:r>
            <a:endParaRPr lang="en-US" sz="2000"/>
          </a:p>
        </p:txBody>
      </p:sp>
      <p:sp>
        <p:nvSpPr>
          <p:cNvPr id="8" name="Text 6"/>
          <p:cNvSpPr/>
          <p:nvPr/>
        </p:nvSpPr>
        <p:spPr>
          <a:xfrm>
            <a:off x="4698124" y="1792224"/>
            <a:ext cx="6640436"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z aplikacji lub materiałów między sesjami - widoczna w logach systemowych</a:t>
            </a:r>
            <a:endParaRPr lang="pl-PL" sz="1800" dirty="0"/>
          </a:p>
        </p:txBody>
      </p:sp>
      <p:sp>
        <p:nvSpPr>
          <p:cNvPr id="9" name="Shape 7"/>
          <p:cNvSpPr/>
          <p:nvPr/>
        </p:nvSpPr>
        <p:spPr>
          <a:xfrm>
            <a:off x="609600" y="2535936"/>
            <a:ext cx="10972800" cy="707136"/>
          </a:xfrm>
          <a:prstGeom prst="roundRect">
            <a:avLst>
              <a:gd name="adj" fmla="val 12069"/>
            </a:avLst>
          </a:prstGeom>
          <a:solidFill>
            <a:srgbClr val="FFFFFF"/>
          </a:solidFill>
          <a:ln w="12700">
            <a:solidFill>
              <a:srgbClr val="DCE2EC"/>
            </a:solidFill>
            <a:prstDash val="solid"/>
          </a:ln>
        </p:spPr>
      </p:sp>
      <p:sp>
        <p:nvSpPr>
          <p:cNvPr id="10" name="Shape 8"/>
          <p:cNvSpPr/>
          <p:nvPr/>
        </p:nvSpPr>
        <p:spPr>
          <a:xfrm>
            <a:off x="829056" y="2743200"/>
            <a:ext cx="292608" cy="292608"/>
          </a:xfrm>
          <a:prstGeom prst="ellipse">
            <a:avLst/>
          </a:prstGeom>
          <a:solidFill>
            <a:srgbClr val="3D63B3"/>
          </a:solidFill>
          <a:ln w="12700">
            <a:solidFill>
              <a:srgbClr val="3D63B3"/>
            </a:solidFill>
            <a:prstDash val="solid"/>
          </a:ln>
        </p:spPr>
      </p:sp>
      <p:sp>
        <p:nvSpPr>
          <p:cNvPr id="11" name="Text 9"/>
          <p:cNvSpPr/>
          <p:nvPr/>
        </p:nvSpPr>
        <p:spPr>
          <a:xfrm>
            <a:off x="1341120" y="2621280"/>
            <a:ext cx="3048000"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Ukończenie modułów</a:t>
            </a:r>
            <a:endParaRPr lang="en-US" sz="2000"/>
          </a:p>
        </p:txBody>
      </p:sp>
      <p:sp>
        <p:nvSpPr>
          <p:cNvPr id="12" name="Text 10"/>
          <p:cNvSpPr/>
          <p:nvPr/>
        </p:nvSpPr>
        <p:spPr>
          <a:xfrm>
            <a:off x="4698124" y="2621280"/>
            <a:ext cx="6640436"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programu </a:t>
            </a:r>
            <a:r>
              <a:rPr lang="pl-PL" sz="1800" dirty="0" err="1" smtClean="0">
                <a:solidFill>
                  <a:srgbClr val="5B6472"/>
                </a:solidFill>
                <a:latin typeface="Calibri" pitchFamily="34" charset="0"/>
                <a:ea typeface="Calibri" pitchFamily="34" charset="-122"/>
                <a:cs typeface="Calibri" pitchFamily="34" charset="-120"/>
              </a:rPr>
              <a:t>psychoedukacyjnego</a:t>
            </a:r>
            <a:r>
              <a:rPr lang="pl-PL" sz="1800" dirty="0" smtClean="0">
                <a:solidFill>
                  <a:srgbClr val="5B6472"/>
                </a:solidFill>
                <a:latin typeface="Calibri" pitchFamily="34" charset="0"/>
                <a:ea typeface="Calibri" pitchFamily="34" charset="-122"/>
                <a:cs typeface="Calibri" pitchFamily="34" charset="-120"/>
              </a:rPr>
              <a:t> lub terapeutycznego</a:t>
            </a:r>
            <a:endParaRPr lang="pl-PL" sz="1800" dirty="0"/>
          </a:p>
        </p:txBody>
      </p:sp>
      <p:sp>
        <p:nvSpPr>
          <p:cNvPr id="13" name="Shape 11"/>
          <p:cNvSpPr/>
          <p:nvPr/>
        </p:nvSpPr>
        <p:spPr>
          <a:xfrm>
            <a:off x="609600" y="3364992"/>
            <a:ext cx="10972800" cy="707136"/>
          </a:xfrm>
          <a:prstGeom prst="roundRect">
            <a:avLst>
              <a:gd name="adj" fmla="val 12069"/>
            </a:avLst>
          </a:prstGeom>
          <a:solidFill>
            <a:srgbClr val="FFFFFF"/>
          </a:solidFill>
          <a:ln w="12700">
            <a:solidFill>
              <a:srgbClr val="DCE2EC"/>
            </a:solidFill>
            <a:prstDash val="solid"/>
          </a:ln>
        </p:spPr>
      </p:sp>
      <p:sp>
        <p:nvSpPr>
          <p:cNvPr id="14" name="Shape 12"/>
          <p:cNvSpPr/>
          <p:nvPr/>
        </p:nvSpPr>
        <p:spPr>
          <a:xfrm>
            <a:off x="829056" y="3572256"/>
            <a:ext cx="292608" cy="292608"/>
          </a:xfrm>
          <a:prstGeom prst="ellipse">
            <a:avLst/>
          </a:prstGeom>
          <a:solidFill>
            <a:srgbClr val="3D63B3"/>
          </a:solidFill>
          <a:ln w="12700">
            <a:solidFill>
              <a:srgbClr val="3D63B3"/>
            </a:solidFill>
            <a:prstDash val="solid"/>
          </a:ln>
        </p:spPr>
      </p:sp>
      <p:sp>
        <p:nvSpPr>
          <p:cNvPr id="15" name="Text 13"/>
          <p:cNvSpPr/>
          <p:nvPr/>
        </p:nvSpPr>
        <p:spPr>
          <a:xfrm>
            <a:off x="1341120" y="3450336"/>
            <a:ext cx="3048000"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Wykonywanie zadań</a:t>
            </a:r>
            <a:endParaRPr lang="en-US" sz="2000"/>
          </a:p>
        </p:txBody>
      </p:sp>
      <p:sp>
        <p:nvSpPr>
          <p:cNvPr id="16" name="Text 14"/>
          <p:cNvSpPr/>
          <p:nvPr/>
        </p:nvSpPr>
        <p:spPr>
          <a:xfrm>
            <a:off x="4698124" y="3450336"/>
            <a:ext cx="6640436"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zleconych przez terapeutę - odróżnia brak działania od nieskuteczności techniki</a:t>
            </a:r>
            <a:endParaRPr lang="pl-PL" sz="1800" dirty="0"/>
          </a:p>
        </p:txBody>
      </p:sp>
      <p:sp>
        <p:nvSpPr>
          <p:cNvPr id="17" name="Shape 15"/>
          <p:cNvSpPr/>
          <p:nvPr/>
        </p:nvSpPr>
        <p:spPr>
          <a:xfrm>
            <a:off x="609600" y="4194048"/>
            <a:ext cx="10972800" cy="707136"/>
          </a:xfrm>
          <a:prstGeom prst="roundRect">
            <a:avLst>
              <a:gd name="adj" fmla="val 12069"/>
            </a:avLst>
          </a:prstGeom>
          <a:solidFill>
            <a:srgbClr val="FFFFFF"/>
          </a:solidFill>
          <a:ln w="12700">
            <a:solidFill>
              <a:srgbClr val="DCE2EC"/>
            </a:solidFill>
            <a:prstDash val="solid"/>
          </a:ln>
        </p:spPr>
      </p:sp>
      <p:sp>
        <p:nvSpPr>
          <p:cNvPr id="18" name="Shape 16"/>
          <p:cNvSpPr/>
          <p:nvPr/>
        </p:nvSpPr>
        <p:spPr>
          <a:xfrm>
            <a:off x="829056" y="4401312"/>
            <a:ext cx="292608" cy="292608"/>
          </a:xfrm>
          <a:prstGeom prst="ellipse">
            <a:avLst/>
          </a:prstGeom>
          <a:solidFill>
            <a:srgbClr val="3D63B3"/>
          </a:solidFill>
          <a:ln w="12700">
            <a:solidFill>
              <a:srgbClr val="3D63B3"/>
            </a:solidFill>
            <a:prstDash val="solid"/>
          </a:ln>
        </p:spPr>
      </p:sp>
      <p:sp>
        <p:nvSpPr>
          <p:cNvPr id="19" name="Text 17"/>
          <p:cNvSpPr/>
          <p:nvPr/>
        </p:nvSpPr>
        <p:spPr>
          <a:xfrm>
            <a:off x="1341120" y="4279392"/>
            <a:ext cx="3048000"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Jakość kontaktu</a:t>
            </a:r>
            <a:endParaRPr lang="en-US" sz="2000"/>
          </a:p>
        </p:txBody>
      </p:sp>
      <p:sp>
        <p:nvSpPr>
          <p:cNvPr id="20" name="Text 18"/>
          <p:cNvSpPr/>
          <p:nvPr/>
        </p:nvSpPr>
        <p:spPr>
          <a:xfrm>
            <a:off x="4698124" y="4279392"/>
            <a:ext cx="6640436"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zaangażowanie podczas samej sesji, niezależne od adherencji do zadań</a:t>
            </a:r>
            <a:endParaRPr lang="pl-PL" sz="1800" dirty="0"/>
          </a:p>
        </p:txBody>
      </p:sp>
      <p:sp>
        <p:nvSpPr>
          <p:cNvPr id="21" name="Shape 19"/>
          <p:cNvSpPr/>
          <p:nvPr/>
        </p:nvSpPr>
        <p:spPr>
          <a:xfrm>
            <a:off x="609600" y="5023104"/>
            <a:ext cx="10972800" cy="707136"/>
          </a:xfrm>
          <a:prstGeom prst="roundRect">
            <a:avLst>
              <a:gd name="adj" fmla="val 12069"/>
            </a:avLst>
          </a:prstGeom>
          <a:solidFill>
            <a:srgbClr val="FFFFFF"/>
          </a:solidFill>
          <a:ln w="12700">
            <a:solidFill>
              <a:srgbClr val="DCE2EC"/>
            </a:solidFill>
            <a:prstDash val="solid"/>
          </a:ln>
        </p:spPr>
      </p:sp>
      <p:sp>
        <p:nvSpPr>
          <p:cNvPr id="22" name="Shape 20"/>
          <p:cNvSpPr/>
          <p:nvPr/>
        </p:nvSpPr>
        <p:spPr>
          <a:xfrm>
            <a:off x="829056" y="5230368"/>
            <a:ext cx="292608" cy="292608"/>
          </a:xfrm>
          <a:prstGeom prst="ellipse">
            <a:avLst/>
          </a:prstGeom>
          <a:solidFill>
            <a:srgbClr val="3D63B3"/>
          </a:solidFill>
          <a:ln w="12700">
            <a:solidFill>
              <a:srgbClr val="3D63B3"/>
            </a:solidFill>
            <a:prstDash val="solid"/>
          </a:ln>
        </p:spPr>
      </p:sp>
      <p:sp>
        <p:nvSpPr>
          <p:cNvPr id="23" name="Text 21"/>
          <p:cNvSpPr/>
          <p:nvPr/>
        </p:nvSpPr>
        <p:spPr>
          <a:xfrm>
            <a:off x="1341120" y="5108448"/>
            <a:ext cx="3048000"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Rezygnacja (dropout)</a:t>
            </a:r>
            <a:endParaRPr lang="en-US" sz="2000"/>
          </a:p>
        </p:txBody>
      </p:sp>
      <p:sp>
        <p:nvSpPr>
          <p:cNvPr id="24" name="Text 22"/>
          <p:cNvSpPr/>
          <p:nvPr/>
        </p:nvSpPr>
        <p:spPr>
          <a:xfrm>
            <a:off x="4698124" y="5108448"/>
            <a:ext cx="6640436" cy="536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wskaźnik często ukryty - klient może po prostu zniknąć z procesu</a:t>
            </a:r>
            <a:endParaRPr lang="pl-PL" sz="1800" dirty="0"/>
          </a:p>
        </p:txBody>
      </p:sp>
      <p:sp>
        <p:nvSpPr>
          <p:cNvPr id="25" name="Shape 23"/>
          <p:cNvSpPr/>
          <p:nvPr/>
        </p:nvSpPr>
        <p:spPr>
          <a:xfrm>
            <a:off x="609600" y="5885833"/>
            <a:ext cx="10972800" cy="548640"/>
          </a:xfrm>
          <a:prstGeom prst="roundRect">
            <a:avLst>
              <a:gd name="adj" fmla="val 13333"/>
            </a:avLst>
          </a:prstGeom>
          <a:solidFill>
            <a:srgbClr val="EAF0FB"/>
          </a:solidFill>
          <a:ln w="12700">
            <a:solidFill>
              <a:srgbClr val="EAF0FB"/>
            </a:solidFill>
            <a:prstDash val="solid"/>
          </a:ln>
        </p:spPr>
      </p:sp>
      <p:sp>
        <p:nvSpPr>
          <p:cNvPr id="26" name="Text 24"/>
          <p:cNvSpPr/>
          <p:nvPr/>
        </p:nvSpPr>
        <p:spPr>
          <a:xfrm>
            <a:off x="820057" y="5900929"/>
            <a:ext cx="10646228" cy="51844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sz="2000" dirty="0" smtClean="0">
                <a:solidFill>
                  <a:srgbClr val="1B2A56"/>
                </a:solidFill>
                <a:latin typeface="Calibri"/>
                <a:ea typeface="Calibri"/>
                <a:cs typeface="Calibri"/>
              </a:rPr>
              <a:t>Niska adherencja jest wskaźnikiem implementacji procesu, a nie etykietą charakterologiczną klienta</a:t>
            </a:r>
            <a:endParaRPr lang="pl-PL" sz="2000" dirty="0">
              <a:solidFill>
                <a:srgbClr val="1B2A56"/>
              </a:solidFill>
              <a:latin typeface="Calibri"/>
              <a:ea typeface="Calibri"/>
              <a:cs typeface="Calibri"/>
            </a:endParaRPr>
          </a:p>
        </p:txBody>
      </p:sp>
      <p:sp>
        <p:nvSpPr>
          <p:cNvPr id="27" name="Text 25"/>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43  ·  Sekcja V</a:t>
            </a:r>
            <a:endParaRPr lang="en-US" sz="1067"/>
          </a:p>
        </p:txBody>
      </p:sp>
    </p:spTree>
    <p:extLst>
      <p:ext uri="{BB962C8B-B14F-4D97-AF65-F5344CB8AC3E}">
        <p14:creationId xmlns:p14="http://schemas.microsoft.com/office/powerpoint/2010/main" val="2373747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9" name="Shape 17"/>
          <p:cNvSpPr/>
          <p:nvPr/>
        </p:nvSpPr>
        <p:spPr>
          <a:xfrm>
            <a:off x="6096000" y="2365248"/>
            <a:ext cx="12192" cy="1840992"/>
          </a:xfrm>
          <a:prstGeom prst="line">
            <a:avLst/>
          </a:prstGeom>
          <a:noFill/>
          <a:ln w="15875">
            <a:solidFill>
              <a:srgbClr val="AFC6E8"/>
            </a:solidFill>
            <a:prstDash val="dash"/>
          </a:ln>
        </p:spPr>
      </p:sp>
      <p:sp>
        <p:nvSpPr>
          <p:cNvPr id="16" name="Shape 14"/>
          <p:cNvSpPr/>
          <p:nvPr/>
        </p:nvSpPr>
        <p:spPr>
          <a:xfrm flipH="1">
            <a:off x="2316480" y="2365248"/>
            <a:ext cx="3779520" cy="1840992"/>
          </a:xfrm>
          <a:prstGeom prst="line">
            <a:avLst/>
          </a:prstGeom>
          <a:noFill/>
          <a:ln w="15875">
            <a:solidFill>
              <a:srgbClr val="AFC6E8"/>
            </a:solidFill>
            <a:prstDash val="dash"/>
          </a:ln>
        </p:spPr>
      </p:sp>
      <p:sp>
        <p:nvSpPr>
          <p:cNvPr id="22" name="Shape 20"/>
          <p:cNvSpPr/>
          <p:nvPr/>
        </p:nvSpPr>
        <p:spPr>
          <a:xfrm>
            <a:off x="6096000" y="2365248"/>
            <a:ext cx="3779520" cy="1840992"/>
          </a:xfrm>
          <a:prstGeom prst="line">
            <a:avLst/>
          </a:prstGeom>
          <a:noFill/>
          <a:ln w="15875">
            <a:solidFill>
              <a:srgbClr val="AFC6E8"/>
            </a:solidFill>
            <a:prstDash val="dash"/>
          </a:ln>
        </p:spPr>
      </p:sp>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800" b="1">
                <a:solidFill>
                  <a:srgbClr val="FFFFFF"/>
                </a:solidFill>
                <a:latin typeface="Cambria"/>
                <a:ea typeface="Cambria"/>
                <a:cs typeface="Cambria" pitchFamily="34" charset="-120"/>
              </a:rPr>
              <a:t>CO DECYDUJE O SKUTECZNOŚCI E-</a:t>
            </a:r>
            <a:r>
              <a:rPr lang="en-US" sz="2800" b="1" err="1">
                <a:solidFill>
                  <a:srgbClr val="FFFFFF"/>
                </a:solidFill>
                <a:latin typeface="Cambria"/>
                <a:ea typeface="Cambria"/>
                <a:cs typeface="Cambria" pitchFamily="34" charset="-120"/>
              </a:rPr>
              <a:t>TERAPII</a:t>
            </a:r>
            <a:r>
              <a:rPr lang="en-US" sz="2800" b="1">
                <a:solidFill>
                  <a:srgbClr val="FFFFFF"/>
                </a:solidFill>
                <a:latin typeface="Cambria"/>
                <a:ea typeface="Cambria"/>
                <a:cs typeface="Cambria" pitchFamily="34" charset="-120"/>
              </a:rPr>
              <a:t>?</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Sześć</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współdziałających</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czynników</a:t>
            </a:r>
            <a:endParaRPr lang="en-US" sz="1600" err="1">
              <a:latin typeface="Calibri"/>
              <a:ea typeface="Calibri"/>
              <a:cs typeface="Calibri"/>
            </a:endParaRPr>
          </a:p>
        </p:txBody>
      </p:sp>
      <p:sp>
        <p:nvSpPr>
          <p:cNvPr id="5" name="Shape 3"/>
          <p:cNvSpPr/>
          <p:nvPr/>
        </p:nvSpPr>
        <p:spPr>
          <a:xfrm>
            <a:off x="4389120" y="1609344"/>
            <a:ext cx="3413760" cy="755904"/>
          </a:xfrm>
          <a:prstGeom prst="roundRect">
            <a:avLst>
              <a:gd name="adj" fmla="val 12903"/>
            </a:avLst>
          </a:prstGeom>
          <a:solidFill>
            <a:srgbClr val="1B2A56"/>
          </a:solidFill>
          <a:ln w="12700">
            <a:solidFill>
              <a:srgbClr val="1B2A56"/>
            </a:solidFill>
            <a:prstDash val="solid"/>
          </a:ln>
        </p:spPr>
      </p:sp>
      <p:sp>
        <p:nvSpPr>
          <p:cNvPr id="6" name="Text 4"/>
          <p:cNvSpPr/>
          <p:nvPr/>
        </p:nvSpPr>
        <p:spPr>
          <a:xfrm>
            <a:off x="4389120" y="1609344"/>
            <a:ext cx="3413760" cy="7559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FFFFFF"/>
                </a:solidFill>
                <a:latin typeface="Cambria"/>
                <a:ea typeface="Cambria"/>
                <a:cs typeface="Cambria" pitchFamily="34" charset="-120"/>
              </a:rPr>
              <a:t>SKUTECZNOŚĆ</a:t>
            </a:r>
            <a:endParaRPr lang="en-US">
              <a:latin typeface="Calibri"/>
              <a:ea typeface="Calibri"/>
              <a:cs typeface="Calibri"/>
            </a:endParaRPr>
          </a:p>
        </p:txBody>
      </p:sp>
      <p:sp>
        <p:nvSpPr>
          <p:cNvPr id="7" name="Shape 5"/>
          <p:cNvSpPr/>
          <p:nvPr/>
        </p:nvSpPr>
        <p:spPr>
          <a:xfrm flipH="1">
            <a:off x="2316480" y="2365248"/>
            <a:ext cx="3779520" cy="316992"/>
          </a:xfrm>
          <a:prstGeom prst="line">
            <a:avLst/>
          </a:prstGeom>
          <a:noFill/>
          <a:ln w="15875">
            <a:solidFill>
              <a:srgbClr val="AFC6E8"/>
            </a:solidFill>
            <a:prstDash val="dash"/>
          </a:ln>
        </p:spPr>
      </p:sp>
      <p:sp>
        <p:nvSpPr>
          <p:cNvPr id="8" name="Shape 6"/>
          <p:cNvSpPr/>
          <p:nvPr/>
        </p:nvSpPr>
        <p:spPr>
          <a:xfrm>
            <a:off x="609600" y="2682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9" name="Text 7"/>
          <p:cNvSpPr/>
          <p:nvPr/>
        </p:nvSpPr>
        <p:spPr>
          <a:xfrm>
            <a:off x="792480" y="2779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err="1">
                <a:solidFill>
                  <a:srgbClr val="1B2A56"/>
                </a:solidFill>
                <a:latin typeface="Calibri"/>
                <a:ea typeface="Calibri"/>
                <a:cs typeface="Calibri"/>
              </a:rPr>
              <a:t>Dopasowanie</a:t>
            </a:r>
            <a:r>
              <a:rPr lang="en-US" sz="2000" b="1">
                <a:solidFill>
                  <a:srgbClr val="1B2A56"/>
                </a:solidFill>
                <a:latin typeface="Calibri"/>
                <a:ea typeface="Calibri"/>
                <a:cs typeface="Calibri"/>
              </a:rPr>
              <a:t> </a:t>
            </a:r>
            <a:r>
              <a:rPr lang="en-US" sz="2000" b="1" err="1">
                <a:solidFill>
                  <a:srgbClr val="1B2A56"/>
                </a:solidFill>
                <a:latin typeface="Calibri"/>
                <a:ea typeface="Calibri"/>
                <a:cs typeface="Calibri"/>
              </a:rPr>
              <a:t>modalności</a:t>
            </a:r>
            <a:endParaRPr lang="en-US" sz="2000">
              <a:latin typeface="Calibri"/>
              <a:ea typeface="Calibri"/>
              <a:cs typeface="Calibri"/>
            </a:endParaRPr>
          </a:p>
          <a:p>
            <a:pPr marL="0" indent="0" algn="ctr">
              <a:buNone/>
            </a:pPr>
            <a:r>
              <a:rPr lang="en-US" sz="2000">
                <a:solidFill>
                  <a:srgbClr val="1B2A56"/>
                </a:solidFill>
                <a:latin typeface="Calibri"/>
                <a:ea typeface="Calibri"/>
                <a:cs typeface="Calibri"/>
              </a:rPr>
              <a:t>do </a:t>
            </a:r>
            <a:r>
              <a:rPr lang="en-US" sz="2000" err="1">
                <a:solidFill>
                  <a:srgbClr val="1B2A56"/>
                </a:solidFill>
                <a:latin typeface="Calibri"/>
                <a:ea typeface="Calibri"/>
                <a:cs typeface="Calibri"/>
              </a:rPr>
              <a:t>klienta</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i</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problemu</a:t>
            </a:r>
            <a:endParaRPr lang="en-US" sz="2000">
              <a:latin typeface="Calibri"/>
              <a:ea typeface="Calibri"/>
              <a:cs typeface="Calibri"/>
            </a:endParaRPr>
          </a:p>
        </p:txBody>
      </p:sp>
      <p:sp>
        <p:nvSpPr>
          <p:cNvPr id="10" name="Shape 8"/>
          <p:cNvSpPr/>
          <p:nvPr/>
        </p:nvSpPr>
        <p:spPr>
          <a:xfrm>
            <a:off x="6096000" y="2365248"/>
            <a:ext cx="12192" cy="316992"/>
          </a:xfrm>
          <a:prstGeom prst="line">
            <a:avLst/>
          </a:prstGeom>
          <a:noFill/>
          <a:ln w="15875">
            <a:solidFill>
              <a:srgbClr val="AFC6E8"/>
            </a:solidFill>
            <a:prstDash val="dash"/>
          </a:ln>
        </p:spPr>
      </p:sp>
      <p:sp>
        <p:nvSpPr>
          <p:cNvPr id="11" name="Shape 9"/>
          <p:cNvSpPr/>
          <p:nvPr/>
        </p:nvSpPr>
        <p:spPr>
          <a:xfrm>
            <a:off x="4389120" y="2682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2" name="Text 10"/>
          <p:cNvSpPr/>
          <p:nvPr/>
        </p:nvSpPr>
        <p:spPr>
          <a:xfrm>
            <a:off x="4572000" y="2779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err="1">
                <a:solidFill>
                  <a:srgbClr val="1B2A56"/>
                </a:solidFill>
                <a:latin typeface="Calibri"/>
                <a:ea typeface="Calibri"/>
                <a:cs typeface="Calibri"/>
              </a:rPr>
              <a:t>Kompetencje</a:t>
            </a:r>
            <a:r>
              <a:rPr lang="en-US" sz="2000" b="1">
                <a:solidFill>
                  <a:srgbClr val="1B2A56"/>
                </a:solidFill>
                <a:latin typeface="Calibri"/>
                <a:ea typeface="Calibri"/>
                <a:cs typeface="Calibri"/>
              </a:rPr>
              <a:t> </a:t>
            </a:r>
            <a:r>
              <a:rPr lang="en-US" sz="2000" b="1" err="1">
                <a:solidFill>
                  <a:srgbClr val="1B2A56"/>
                </a:solidFill>
                <a:latin typeface="Calibri"/>
                <a:ea typeface="Calibri"/>
                <a:cs typeface="Calibri"/>
              </a:rPr>
              <a:t>terapeuty</a:t>
            </a:r>
            <a:endParaRPr lang="en-US" sz="2000" err="1">
              <a:latin typeface="Calibri"/>
              <a:ea typeface="Calibri"/>
              <a:cs typeface="Calibri"/>
            </a:endParaRPr>
          </a:p>
          <a:p>
            <a:pPr marL="0" indent="0" algn="ctr">
              <a:buNone/>
            </a:pP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kliniczne</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i</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technologiczne</a:t>
            </a:r>
            <a:endParaRPr lang="en-US" sz="2000" err="1">
              <a:latin typeface="Calibri"/>
              <a:ea typeface="Calibri"/>
              <a:cs typeface="Calibri"/>
            </a:endParaRPr>
          </a:p>
        </p:txBody>
      </p:sp>
      <p:sp>
        <p:nvSpPr>
          <p:cNvPr id="13" name="Shape 11"/>
          <p:cNvSpPr/>
          <p:nvPr/>
        </p:nvSpPr>
        <p:spPr>
          <a:xfrm>
            <a:off x="6096000" y="2365248"/>
            <a:ext cx="3779520" cy="316992"/>
          </a:xfrm>
          <a:prstGeom prst="line">
            <a:avLst/>
          </a:prstGeom>
          <a:noFill/>
          <a:ln w="15875">
            <a:solidFill>
              <a:srgbClr val="AFC6E8"/>
            </a:solidFill>
            <a:prstDash val="dash"/>
          </a:ln>
        </p:spPr>
      </p:sp>
      <p:sp>
        <p:nvSpPr>
          <p:cNvPr id="14" name="Shape 12"/>
          <p:cNvSpPr/>
          <p:nvPr/>
        </p:nvSpPr>
        <p:spPr>
          <a:xfrm>
            <a:off x="8168640" y="2682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5" name="Text 13"/>
          <p:cNvSpPr/>
          <p:nvPr/>
        </p:nvSpPr>
        <p:spPr>
          <a:xfrm>
            <a:off x="8351520" y="2779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err="1">
                <a:solidFill>
                  <a:srgbClr val="1B2A56"/>
                </a:solidFill>
                <a:latin typeface="Calibri"/>
                <a:ea typeface="Calibri"/>
                <a:cs typeface="Calibri"/>
              </a:rPr>
              <a:t>Struktura</a:t>
            </a:r>
            <a:r>
              <a:rPr lang="en-US" sz="2000" b="1">
                <a:solidFill>
                  <a:srgbClr val="1B2A56"/>
                </a:solidFill>
                <a:latin typeface="Calibri"/>
                <a:ea typeface="Calibri"/>
                <a:cs typeface="Calibri"/>
              </a:rPr>
              <a:t> </a:t>
            </a:r>
            <a:r>
              <a:rPr lang="en-US" sz="2000" b="1" err="1">
                <a:solidFill>
                  <a:srgbClr val="1B2A56"/>
                </a:solidFill>
                <a:latin typeface="Calibri"/>
                <a:ea typeface="Calibri"/>
                <a:cs typeface="Calibri"/>
              </a:rPr>
              <a:t>programu</a:t>
            </a:r>
            <a:endParaRPr lang="en-US" sz="2000" err="1">
              <a:latin typeface="Calibri"/>
              <a:ea typeface="Calibri"/>
              <a:cs typeface="Calibri"/>
            </a:endParaRPr>
          </a:p>
          <a:p>
            <a:pPr marL="0" indent="0" algn="ctr">
              <a:buNone/>
            </a:pP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jasność</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celów</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i</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etapów</a:t>
            </a:r>
            <a:endParaRPr lang="en-US" sz="2000" err="1">
              <a:latin typeface="Calibri"/>
              <a:ea typeface="Calibri"/>
              <a:cs typeface="Calibri"/>
            </a:endParaRPr>
          </a:p>
        </p:txBody>
      </p:sp>
      <p:sp>
        <p:nvSpPr>
          <p:cNvPr id="17" name="Shape 15"/>
          <p:cNvSpPr/>
          <p:nvPr/>
        </p:nvSpPr>
        <p:spPr>
          <a:xfrm>
            <a:off x="609600" y="4206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Text 16"/>
          <p:cNvSpPr/>
          <p:nvPr/>
        </p:nvSpPr>
        <p:spPr>
          <a:xfrm>
            <a:off x="792480" y="4303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1B2A56"/>
                </a:solidFill>
                <a:latin typeface="Calibri"/>
                <a:ea typeface="Calibri"/>
                <a:cs typeface="Calibri"/>
              </a:rPr>
              <a:t>Feedback</a:t>
            </a:r>
            <a:endParaRPr lang="en-US" sz="2000">
              <a:latin typeface="Calibri"/>
              <a:ea typeface="Calibri"/>
              <a:cs typeface="Calibri"/>
            </a:endParaRPr>
          </a:p>
          <a:p>
            <a:pPr marL="0" indent="0" algn="ctr">
              <a:buNone/>
            </a:pP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częstotliwość</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i</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jakość</a:t>
            </a:r>
            <a:endParaRPr lang="en-US" sz="2000">
              <a:latin typeface="Calibri"/>
              <a:ea typeface="Calibri"/>
              <a:cs typeface="Calibri"/>
            </a:endParaRPr>
          </a:p>
        </p:txBody>
      </p:sp>
      <p:sp>
        <p:nvSpPr>
          <p:cNvPr id="20" name="Shape 18"/>
          <p:cNvSpPr/>
          <p:nvPr/>
        </p:nvSpPr>
        <p:spPr>
          <a:xfrm>
            <a:off x="4389120" y="4206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1" name="Text 19"/>
          <p:cNvSpPr/>
          <p:nvPr/>
        </p:nvSpPr>
        <p:spPr>
          <a:xfrm>
            <a:off x="4572000" y="4303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err="1">
                <a:solidFill>
                  <a:srgbClr val="1B2A56"/>
                </a:solidFill>
                <a:latin typeface="Calibri"/>
                <a:ea typeface="Calibri"/>
                <a:cs typeface="Calibri"/>
              </a:rPr>
              <a:t>Prostota</a:t>
            </a:r>
            <a:r>
              <a:rPr lang="en-US" sz="2000" b="1">
                <a:solidFill>
                  <a:srgbClr val="1B2A56"/>
                </a:solidFill>
                <a:latin typeface="Calibri"/>
                <a:ea typeface="Calibri"/>
                <a:cs typeface="Calibri"/>
              </a:rPr>
              <a:t> </a:t>
            </a:r>
            <a:r>
              <a:rPr lang="en-US" sz="2000" b="1" err="1">
                <a:solidFill>
                  <a:srgbClr val="1B2A56"/>
                </a:solidFill>
                <a:latin typeface="Calibri"/>
                <a:ea typeface="Calibri"/>
                <a:cs typeface="Calibri"/>
              </a:rPr>
              <a:t>technologii</a:t>
            </a:r>
            <a:endParaRPr lang="en-US" sz="2000" err="1">
              <a:latin typeface="Calibri"/>
              <a:ea typeface="Calibri"/>
              <a:cs typeface="Calibri"/>
            </a:endParaRPr>
          </a:p>
          <a:p>
            <a:pPr marL="0" indent="0" algn="ctr">
              <a:buNone/>
            </a:pP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bariera</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obniża</a:t>
            </a:r>
            <a:r>
              <a:rPr lang="en-US" sz="2000">
                <a:solidFill>
                  <a:srgbClr val="1B2A56"/>
                </a:solidFill>
                <a:latin typeface="Calibri"/>
                <a:ea typeface="Calibri"/>
                <a:cs typeface="Calibri"/>
              </a:rPr>
              <a:t> </a:t>
            </a:r>
            <a:r>
              <a:rPr lang="en-US" sz="2000" err="1">
                <a:solidFill>
                  <a:srgbClr val="1B2A56"/>
                </a:solidFill>
                <a:latin typeface="Calibri"/>
                <a:ea typeface="Calibri"/>
                <a:cs typeface="Calibri"/>
              </a:rPr>
              <a:t>skuteczność</a:t>
            </a:r>
            <a:endParaRPr lang="en-US" sz="2000" err="1">
              <a:latin typeface="Calibri"/>
              <a:ea typeface="Calibri"/>
              <a:cs typeface="Calibri"/>
            </a:endParaRPr>
          </a:p>
        </p:txBody>
      </p:sp>
      <p:sp>
        <p:nvSpPr>
          <p:cNvPr id="23" name="Shape 21"/>
          <p:cNvSpPr/>
          <p:nvPr/>
        </p:nvSpPr>
        <p:spPr>
          <a:xfrm>
            <a:off x="8168640" y="4206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4" name="Text 22"/>
          <p:cNvSpPr/>
          <p:nvPr/>
        </p:nvSpPr>
        <p:spPr>
          <a:xfrm>
            <a:off x="8351520" y="4303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err="1">
                <a:solidFill>
                  <a:srgbClr val="1B2A56"/>
                </a:solidFill>
                <a:latin typeface="Calibri"/>
                <a:ea typeface="Calibri"/>
                <a:cs typeface="Calibri"/>
              </a:rPr>
              <a:t>Bezpieczeństwo</a:t>
            </a:r>
            <a:endParaRPr lang="en-US" sz="2000" dirty="0">
              <a:latin typeface="Calibri"/>
              <a:ea typeface="Calibri"/>
              <a:cs typeface="Calibri"/>
            </a:endParaRPr>
          </a:p>
          <a:p>
            <a:pPr algn="ctr"/>
            <a:r>
              <a:rPr lang="en-US" sz="2000" b="1" dirty="0" err="1">
                <a:solidFill>
                  <a:srgbClr val="1B2A56"/>
                </a:solidFill>
                <a:latin typeface="Calibri"/>
                <a:ea typeface="Calibri"/>
                <a:cs typeface="Calibri"/>
              </a:rPr>
              <a:t>i</a:t>
            </a:r>
            <a:r>
              <a:rPr lang="en-US" sz="2000" b="1" dirty="0">
                <a:solidFill>
                  <a:srgbClr val="1B2A56"/>
                </a:solidFill>
                <a:latin typeface="Calibri"/>
                <a:ea typeface="Calibri"/>
                <a:cs typeface="Calibri"/>
              </a:rPr>
              <a:t> monitoring </a:t>
            </a:r>
            <a:br>
              <a:rPr lang="en-US" sz="2000" b="1" dirty="0">
                <a:solidFill>
                  <a:srgbClr val="1B2A56"/>
                </a:solidFill>
                <a:latin typeface="Calibri"/>
                <a:ea typeface="Calibri"/>
                <a:cs typeface="Calibri"/>
              </a:rPr>
            </a:br>
            <a:r>
              <a:rPr lang="en-US" sz="2000" dirty="0">
                <a:solidFill>
                  <a:srgbClr val="1B2A56"/>
                </a:solidFill>
                <a:latin typeface="Calibri"/>
                <a:ea typeface="Calibri"/>
                <a:cs typeface="Calibri"/>
              </a:rPr>
              <a:t>– </a:t>
            </a:r>
            <a:r>
              <a:rPr lang="en-US" sz="2000" dirty="0" err="1">
                <a:solidFill>
                  <a:srgbClr val="1B2A56"/>
                </a:solidFill>
                <a:latin typeface="Calibri"/>
                <a:ea typeface="Calibri"/>
                <a:cs typeface="Calibri"/>
              </a:rPr>
              <a:t>stalenie</a:t>
            </a:r>
            <a:r>
              <a:rPr lang="en-US" sz="2000" dirty="0">
                <a:solidFill>
                  <a:srgbClr val="1B2A56"/>
                </a:solidFill>
                <a:latin typeface="Calibri"/>
                <a:ea typeface="Calibri"/>
                <a:cs typeface="Calibri"/>
              </a:rPr>
              <a:t> </a:t>
            </a:r>
            <a:r>
              <a:rPr lang="en-US" sz="2000" dirty="0" err="1">
                <a:solidFill>
                  <a:srgbClr val="1B2A56"/>
                </a:solidFill>
                <a:latin typeface="Calibri"/>
                <a:ea typeface="Calibri"/>
                <a:cs typeface="Calibri"/>
              </a:rPr>
              <a:t>wymagań</a:t>
            </a:r>
            <a:endParaRPr lang="en-US" sz="2000" dirty="0">
              <a:solidFill>
                <a:srgbClr val="1B2A56"/>
              </a:solidFill>
              <a:latin typeface="Calibri"/>
              <a:ea typeface="Calibri"/>
              <a:cs typeface="Calibri"/>
            </a:endParaRPr>
          </a:p>
        </p:txBody>
      </p:sp>
      <p:sp>
        <p:nvSpPr>
          <p:cNvPr id="25" name="Shape 23"/>
          <p:cNvSpPr/>
          <p:nvPr/>
        </p:nvSpPr>
        <p:spPr>
          <a:xfrm>
            <a:off x="609600" y="5730240"/>
            <a:ext cx="10972800" cy="670560"/>
          </a:xfrm>
          <a:prstGeom prst="roundRect">
            <a:avLst>
              <a:gd name="adj" fmla="val 10909"/>
            </a:avLst>
          </a:prstGeom>
          <a:solidFill>
            <a:srgbClr val="EAF0FB"/>
          </a:solidFill>
          <a:ln w="12700">
            <a:solidFill>
              <a:srgbClr val="EAF0FB"/>
            </a:solidFill>
            <a:prstDash val="solid"/>
          </a:ln>
        </p:spPr>
      </p:sp>
      <p:sp>
        <p:nvSpPr>
          <p:cNvPr id="26" name="Text 24"/>
          <p:cNvSpPr/>
          <p:nvPr/>
        </p:nvSpPr>
        <p:spPr>
          <a:xfrm>
            <a:off x="776515" y="5745336"/>
            <a:ext cx="10624456" cy="64036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b="1" dirty="0" smtClean="0">
                <a:solidFill>
                  <a:srgbClr val="1B2A56"/>
                </a:solidFill>
                <a:latin typeface="Calibri"/>
                <a:ea typeface="Calibri"/>
                <a:cs typeface="Calibri"/>
              </a:rPr>
              <a:t>Lista kontrolna do projektowania każdego procesu e-terapii</a:t>
            </a:r>
            <a:endParaRPr lang="pl-PL" b="1" dirty="0">
              <a:solidFill>
                <a:srgbClr val="1B2A56"/>
              </a:solidFill>
              <a:latin typeface="Calibri"/>
              <a:ea typeface="Calibri"/>
              <a:cs typeface="Calibri"/>
            </a:endParaRPr>
          </a:p>
        </p:txBody>
      </p:sp>
      <p:sp>
        <p:nvSpPr>
          <p:cNvPr id="27" name="Text 25"/>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44  ·  Sekcja V</a:t>
            </a:r>
            <a:endParaRPr lang="en-US" sz="1067"/>
          </a:p>
        </p:txBody>
      </p:sp>
    </p:spTree>
    <p:extLst>
      <p:ext uri="{BB962C8B-B14F-4D97-AF65-F5344CB8AC3E}">
        <p14:creationId xmlns:p14="http://schemas.microsoft.com/office/powerpoint/2010/main" val="1342341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SKUTECZNOŚĆ E-TERAPII - INTERPRETACJA DOWODÓW</a:t>
            </a:r>
            <a:endParaRPr lang="en-US" sz="2800">
              <a:latin typeface="Calibri"/>
              <a:ea typeface="Calibri"/>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Siła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dowodów</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zależy</a:t>
            </a:r>
            <a:r>
              <a:rPr lang="en-US" sz="1600" i="1">
                <a:solidFill>
                  <a:srgbClr val="B7C6E6"/>
                </a:solidFill>
                <a:latin typeface="Calibri"/>
                <a:ea typeface="Calibri"/>
                <a:cs typeface="Calibri"/>
              </a:rPr>
              <a:t> od </a:t>
            </a:r>
            <a:r>
              <a:rPr lang="en-US" sz="1600" i="1" err="1">
                <a:solidFill>
                  <a:srgbClr val="B7C6E6"/>
                </a:solidFill>
                <a:latin typeface="Calibri"/>
                <a:ea typeface="Calibri"/>
                <a:cs typeface="Calibri"/>
              </a:rPr>
              <a:t>kontekstu</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nie</a:t>
            </a:r>
            <a:r>
              <a:rPr lang="en-US" sz="1600" i="1">
                <a:solidFill>
                  <a:srgbClr val="B7C6E6"/>
                </a:solidFill>
                <a:latin typeface="Calibri"/>
                <a:ea typeface="Calibri"/>
                <a:cs typeface="Calibri"/>
              </a:rPr>
              <a:t> jest </a:t>
            </a:r>
            <a:r>
              <a:rPr lang="en-US" sz="1600" i="1" err="1">
                <a:solidFill>
                  <a:srgbClr val="B7C6E6"/>
                </a:solidFill>
                <a:latin typeface="Calibri"/>
                <a:ea typeface="Calibri"/>
                <a:cs typeface="Calibri"/>
              </a:rPr>
              <a:t>jednolita</a:t>
            </a:r>
            <a:endParaRPr lang="en-US" sz="1600" err="1">
              <a:latin typeface="Calibri"/>
              <a:ea typeface="Calibri"/>
              <a:cs typeface="Calibri"/>
            </a:endParaRPr>
          </a:p>
        </p:txBody>
      </p:sp>
      <p:sp>
        <p:nvSpPr>
          <p:cNvPr id="5" name="Text 3"/>
          <p:cNvSpPr/>
          <p:nvPr/>
        </p:nvSpPr>
        <p:spPr>
          <a:xfrm>
            <a:off x="3535680" y="1547513"/>
            <a:ext cx="371856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1B2A56"/>
                </a:solidFill>
                <a:latin typeface="Cambria" pitchFamily="34" charset="0"/>
                <a:ea typeface="Cambria" pitchFamily="34" charset="-122"/>
                <a:cs typeface="Cambria" pitchFamily="34" charset="-120"/>
              </a:rPr>
              <a:t>Depresja i lęk</a:t>
            </a:r>
            <a:endParaRPr lang="en-US"/>
          </a:p>
        </p:txBody>
      </p:sp>
      <p:sp>
        <p:nvSpPr>
          <p:cNvPr id="6" name="Text 4"/>
          <p:cNvSpPr/>
          <p:nvPr/>
        </p:nvSpPr>
        <p:spPr>
          <a:xfrm>
            <a:off x="7254240" y="1547513"/>
            <a:ext cx="371856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1B2A56"/>
                </a:solidFill>
                <a:latin typeface="Cambria" pitchFamily="34" charset="0"/>
                <a:ea typeface="Cambria" pitchFamily="34" charset="-122"/>
                <a:cs typeface="Cambria" pitchFamily="34" charset="-120"/>
              </a:rPr>
              <a:t>Inne zaburzenia</a:t>
            </a:r>
            <a:endParaRPr lang="en-US"/>
          </a:p>
        </p:txBody>
      </p:sp>
      <p:sp>
        <p:nvSpPr>
          <p:cNvPr id="7" name="Text 5"/>
          <p:cNvSpPr/>
          <p:nvPr/>
        </p:nvSpPr>
        <p:spPr>
          <a:xfrm>
            <a:off x="348343" y="2045063"/>
            <a:ext cx="2992845" cy="97768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a:r>
              <a:rPr lang="pl-PL" b="1" dirty="0" smtClean="0">
                <a:solidFill>
                  <a:srgbClr val="1B2A56"/>
                </a:solidFill>
                <a:latin typeface="Calibri"/>
                <a:ea typeface="Calibri"/>
                <a:cs typeface="Calibri"/>
              </a:rPr>
              <a:t>Prowadzone przez terapeutę</a:t>
            </a:r>
            <a:endParaRPr lang="pl-PL" dirty="0">
              <a:latin typeface="Calibri"/>
              <a:ea typeface="Calibri"/>
              <a:cs typeface="Calibri"/>
            </a:endParaRPr>
          </a:p>
        </p:txBody>
      </p:sp>
      <p:sp>
        <p:nvSpPr>
          <p:cNvPr id="8" name="Shape 6"/>
          <p:cNvSpPr/>
          <p:nvPr/>
        </p:nvSpPr>
        <p:spPr>
          <a:xfrm>
            <a:off x="3535680" y="2059577"/>
            <a:ext cx="3621024" cy="938784"/>
          </a:xfrm>
          <a:prstGeom prst="rect">
            <a:avLst/>
          </a:prstGeom>
          <a:solidFill>
            <a:srgbClr val="1E9E78"/>
          </a:solidFill>
          <a:ln w="25400">
            <a:solidFill>
              <a:srgbClr val="FFFFFF"/>
            </a:solidFill>
            <a:prstDash val="solid"/>
          </a:ln>
        </p:spPr>
      </p:sp>
      <p:sp>
        <p:nvSpPr>
          <p:cNvPr id="9" name="Shape 7"/>
          <p:cNvSpPr/>
          <p:nvPr/>
        </p:nvSpPr>
        <p:spPr>
          <a:xfrm>
            <a:off x="7254240" y="2059577"/>
            <a:ext cx="3621024" cy="938784"/>
          </a:xfrm>
          <a:prstGeom prst="rect">
            <a:avLst/>
          </a:prstGeom>
          <a:solidFill>
            <a:srgbClr val="92D050"/>
          </a:solidFill>
          <a:ln w="25400">
            <a:solidFill>
              <a:srgbClr val="FFFFFF"/>
            </a:solidFill>
            <a:prstDash val="solid"/>
          </a:ln>
        </p:spPr>
      </p:sp>
      <p:sp>
        <p:nvSpPr>
          <p:cNvPr id="10" name="Text 8"/>
          <p:cNvSpPr/>
          <p:nvPr/>
        </p:nvSpPr>
        <p:spPr>
          <a:xfrm>
            <a:off x="529771" y="3110411"/>
            <a:ext cx="2804160" cy="96316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b="1">
                <a:solidFill>
                  <a:srgbClr val="1B2A56"/>
                </a:solidFill>
                <a:latin typeface="Calibri" pitchFamily="34" charset="0"/>
                <a:ea typeface="Calibri" pitchFamily="34" charset="-122"/>
                <a:cs typeface="Calibri" pitchFamily="34" charset="-120"/>
              </a:rPr>
              <a:t>Wspomagane</a:t>
            </a:r>
            <a:endParaRPr lang="en-US"/>
          </a:p>
        </p:txBody>
      </p:sp>
      <p:sp>
        <p:nvSpPr>
          <p:cNvPr id="11" name="Shape 9"/>
          <p:cNvSpPr/>
          <p:nvPr/>
        </p:nvSpPr>
        <p:spPr>
          <a:xfrm>
            <a:off x="3535680" y="3095897"/>
            <a:ext cx="3621024" cy="938784"/>
          </a:xfrm>
          <a:prstGeom prst="rect">
            <a:avLst/>
          </a:prstGeom>
          <a:solidFill>
            <a:srgbClr val="92D050"/>
          </a:solidFill>
          <a:ln w="25400">
            <a:solidFill>
              <a:srgbClr val="FFFFFF"/>
            </a:solidFill>
            <a:prstDash val="solid"/>
          </a:ln>
        </p:spPr>
      </p:sp>
      <p:sp>
        <p:nvSpPr>
          <p:cNvPr id="12" name="Shape 10"/>
          <p:cNvSpPr/>
          <p:nvPr/>
        </p:nvSpPr>
        <p:spPr>
          <a:xfrm>
            <a:off x="7254240" y="3095897"/>
            <a:ext cx="3621024" cy="938784"/>
          </a:xfrm>
          <a:prstGeom prst="rect">
            <a:avLst/>
          </a:prstGeom>
          <a:solidFill>
            <a:srgbClr val="FFC000"/>
          </a:solidFill>
          <a:ln w="25400">
            <a:solidFill>
              <a:srgbClr val="FFFFFF"/>
            </a:solidFill>
            <a:prstDash val="solid"/>
          </a:ln>
        </p:spPr>
      </p:sp>
      <p:sp>
        <p:nvSpPr>
          <p:cNvPr id="13" name="Text 11"/>
          <p:cNvSpPr/>
          <p:nvPr/>
        </p:nvSpPr>
        <p:spPr>
          <a:xfrm>
            <a:off x="529771" y="4146731"/>
            <a:ext cx="2804160" cy="96316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b="1">
                <a:solidFill>
                  <a:srgbClr val="1B2A56"/>
                </a:solidFill>
                <a:latin typeface="Calibri" pitchFamily="34" charset="0"/>
                <a:ea typeface="Calibri" pitchFamily="34" charset="-122"/>
                <a:cs typeface="Calibri" pitchFamily="34" charset="-120"/>
              </a:rPr>
              <a:t>Samopomocowe</a:t>
            </a:r>
            <a:endParaRPr lang="en-US"/>
          </a:p>
        </p:txBody>
      </p:sp>
      <p:sp>
        <p:nvSpPr>
          <p:cNvPr id="14" name="Shape 12"/>
          <p:cNvSpPr/>
          <p:nvPr/>
        </p:nvSpPr>
        <p:spPr>
          <a:xfrm>
            <a:off x="3535680" y="4132217"/>
            <a:ext cx="3621024" cy="938784"/>
          </a:xfrm>
          <a:prstGeom prst="rect">
            <a:avLst/>
          </a:prstGeom>
          <a:solidFill>
            <a:srgbClr val="FFC000"/>
          </a:solidFill>
          <a:ln w="25400">
            <a:solidFill>
              <a:srgbClr val="FFFFFF"/>
            </a:solidFill>
            <a:prstDash val="solid"/>
          </a:ln>
        </p:spPr>
      </p:sp>
      <p:sp>
        <p:nvSpPr>
          <p:cNvPr id="15" name="Shape 13"/>
          <p:cNvSpPr/>
          <p:nvPr/>
        </p:nvSpPr>
        <p:spPr>
          <a:xfrm>
            <a:off x="7254240" y="4132217"/>
            <a:ext cx="3621024" cy="938784"/>
          </a:xfrm>
          <a:prstGeom prst="rect">
            <a:avLst/>
          </a:prstGeom>
          <a:solidFill>
            <a:srgbClr val="FF0000"/>
          </a:solidFill>
          <a:ln w="25400">
            <a:solidFill>
              <a:srgbClr val="FFFFFF"/>
            </a:solidFill>
            <a:prstDash val="solid"/>
          </a:ln>
        </p:spPr>
      </p:sp>
      <p:sp>
        <p:nvSpPr>
          <p:cNvPr id="16" name="Shape 14"/>
          <p:cNvSpPr/>
          <p:nvPr/>
        </p:nvSpPr>
        <p:spPr>
          <a:xfrm>
            <a:off x="4145280" y="5264285"/>
            <a:ext cx="268224" cy="268224"/>
          </a:xfrm>
          <a:prstGeom prst="rect">
            <a:avLst/>
          </a:prstGeom>
          <a:solidFill>
            <a:srgbClr val="1E9E78"/>
          </a:solidFill>
          <a:ln w="12700">
            <a:solidFill>
              <a:srgbClr val="1E9E78"/>
            </a:solidFill>
            <a:prstDash val="solid"/>
          </a:ln>
        </p:spPr>
      </p:sp>
      <p:sp>
        <p:nvSpPr>
          <p:cNvPr id="17" name="Text 15"/>
          <p:cNvSpPr/>
          <p:nvPr/>
        </p:nvSpPr>
        <p:spPr>
          <a:xfrm>
            <a:off x="4511040" y="5215517"/>
            <a:ext cx="1242323"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267" dirty="0" smtClean="0">
                <a:solidFill>
                  <a:srgbClr val="5B6472"/>
                </a:solidFill>
                <a:latin typeface="Calibri" pitchFamily="34" charset="0"/>
                <a:ea typeface="Calibri" pitchFamily="34" charset="-122"/>
                <a:cs typeface="Calibri" pitchFamily="34" charset="-120"/>
              </a:rPr>
              <a:t>silne dowody</a:t>
            </a:r>
            <a:endParaRPr lang="pl-PL" sz="1267" dirty="0"/>
          </a:p>
        </p:txBody>
      </p:sp>
      <p:sp>
        <p:nvSpPr>
          <p:cNvPr id="18" name="Shape 16"/>
          <p:cNvSpPr/>
          <p:nvPr/>
        </p:nvSpPr>
        <p:spPr>
          <a:xfrm>
            <a:off x="5852160" y="5274796"/>
            <a:ext cx="268224" cy="268224"/>
          </a:xfrm>
          <a:prstGeom prst="rect">
            <a:avLst/>
          </a:prstGeom>
          <a:solidFill>
            <a:srgbClr val="92D050"/>
          </a:solidFill>
          <a:ln w="12700">
            <a:solidFill>
              <a:srgbClr val="3D63B3"/>
            </a:solidFill>
            <a:prstDash val="solid"/>
          </a:ln>
        </p:spPr>
      </p:sp>
      <p:sp>
        <p:nvSpPr>
          <p:cNvPr id="19" name="Text 17"/>
          <p:cNvSpPr/>
          <p:nvPr/>
        </p:nvSpPr>
        <p:spPr>
          <a:xfrm>
            <a:off x="6217920" y="5226028"/>
            <a:ext cx="1242323"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267" dirty="0" smtClean="0">
                <a:solidFill>
                  <a:srgbClr val="5B6472"/>
                </a:solidFill>
                <a:latin typeface="Calibri" pitchFamily="34" charset="0"/>
                <a:ea typeface="Calibri" pitchFamily="34" charset="-122"/>
                <a:cs typeface="Calibri" pitchFamily="34" charset="-120"/>
              </a:rPr>
              <a:t>umiarkowane</a:t>
            </a:r>
            <a:endParaRPr lang="pl-PL" sz="1267" dirty="0"/>
          </a:p>
        </p:txBody>
      </p:sp>
      <p:sp>
        <p:nvSpPr>
          <p:cNvPr id="20" name="Shape 18"/>
          <p:cNvSpPr/>
          <p:nvPr/>
        </p:nvSpPr>
        <p:spPr>
          <a:xfrm>
            <a:off x="7460243" y="5261428"/>
            <a:ext cx="268224" cy="268224"/>
          </a:xfrm>
          <a:prstGeom prst="rect">
            <a:avLst/>
          </a:prstGeom>
          <a:solidFill>
            <a:srgbClr val="FFC000"/>
          </a:solidFill>
          <a:ln w="12700">
            <a:solidFill>
              <a:srgbClr val="C97D32"/>
            </a:solidFill>
            <a:prstDash val="solid"/>
          </a:ln>
        </p:spPr>
      </p:sp>
      <p:sp>
        <p:nvSpPr>
          <p:cNvPr id="21" name="Text 19"/>
          <p:cNvSpPr/>
          <p:nvPr/>
        </p:nvSpPr>
        <p:spPr>
          <a:xfrm>
            <a:off x="7826003" y="5212660"/>
            <a:ext cx="1242323"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267" dirty="0" smtClean="0">
                <a:solidFill>
                  <a:srgbClr val="5B6472"/>
                </a:solidFill>
                <a:latin typeface="Calibri" pitchFamily="34" charset="0"/>
                <a:ea typeface="Calibri" pitchFamily="34" charset="-122"/>
                <a:cs typeface="Calibri" pitchFamily="34" charset="-120"/>
              </a:rPr>
              <a:t>ograniczone</a:t>
            </a:r>
            <a:endParaRPr lang="pl-PL" sz="1267" dirty="0"/>
          </a:p>
        </p:txBody>
      </p:sp>
      <p:sp>
        <p:nvSpPr>
          <p:cNvPr id="22" name="Shape 20"/>
          <p:cNvSpPr/>
          <p:nvPr/>
        </p:nvSpPr>
        <p:spPr>
          <a:xfrm>
            <a:off x="8900160" y="5261428"/>
            <a:ext cx="268224" cy="268224"/>
          </a:xfrm>
          <a:prstGeom prst="rect">
            <a:avLst/>
          </a:prstGeom>
          <a:solidFill>
            <a:srgbClr val="FF0000"/>
          </a:solidFill>
          <a:ln w="12700">
            <a:solidFill>
              <a:srgbClr val="8B95A6"/>
            </a:solidFill>
            <a:prstDash val="solid"/>
          </a:ln>
        </p:spPr>
      </p:sp>
      <p:sp>
        <p:nvSpPr>
          <p:cNvPr id="23" name="Text 21"/>
          <p:cNvSpPr/>
          <p:nvPr/>
        </p:nvSpPr>
        <p:spPr>
          <a:xfrm>
            <a:off x="9265920" y="5212660"/>
            <a:ext cx="1242323"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267" dirty="0" smtClean="0">
                <a:solidFill>
                  <a:srgbClr val="5B6472"/>
                </a:solidFill>
                <a:latin typeface="Calibri" pitchFamily="34" charset="0"/>
                <a:ea typeface="Calibri" pitchFamily="34" charset="-122"/>
                <a:cs typeface="Calibri" pitchFamily="34" charset="-120"/>
              </a:rPr>
              <a:t>niewystarczające</a:t>
            </a:r>
            <a:endParaRPr lang="pl-PL" sz="1267" dirty="0"/>
          </a:p>
        </p:txBody>
      </p:sp>
      <p:sp>
        <p:nvSpPr>
          <p:cNvPr id="24" name="Shape 22"/>
          <p:cNvSpPr/>
          <p:nvPr/>
        </p:nvSpPr>
        <p:spPr>
          <a:xfrm>
            <a:off x="609600" y="5881248"/>
            <a:ext cx="10972800" cy="512064"/>
          </a:xfrm>
          <a:prstGeom prst="roundRect">
            <a:avLst>
              <a:gd name="adj" fmla="val 14286"/>
            </a:avLst>
          </a:prstGeom>
          <a:solidFill>
            <a:srgbClr val="EAF0FB"/>
          </a:solidFill>
          <a:ln w="12700">
            <a:solidFill>
              <a:srgbClr val="EAF0FB"/>
            </a:solidFill>
            <a:prstDash val="solid"/>
          </a:ln>
        </p:spPr>
      </p:sp>
      <p:sp>
        <p:nvSpPr>
          <p:cNvPr id="25" name="Text 23"/>
          <p:cNvSpPr/>
          <p:nvPr/>
        </p:nvSpPr>
        <p:spPr>
          <a:xfrm>
            <a:off x="914400" y="5943890"/>
            <a:ext cx="103632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dirty="0" smtClean="0">
                <a:solidFill>
                  <a:srgbClr val="1B2A56"/>
                </a:solidFill>
                <a:latin typeface="Calibri"/>
                <a:ea typeface="Calibri"/>
                <a:cs typeface="Calibri"/>
              </a:rPr>
              <a:t>Właściwa postawa to ostrożny optymizm, a nie entuzjazm i nie odrzucenie</a:t>
            </a:r>
            <a:endParaRPr lang="pl-PL" dirty="0">
              <a:ea typeface="Calibri"/>
              <a:cs typeface="Calibri"/>
            </a:endParaRPr>
          </a:p>
        </p:txBody>
      </p:sp>
      <p:sp>
        <p:nvSpPr>
          <p:cNvPr id="26" name="Text 24"/>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45  ·  Sekcja V</a:t>
            </a:r>
            <a:endParaRPr lang="en-US" sz="1067"/>
          </a:p>
        </p:txBody>
      </p:sp>
    </p:spTree>
    <p:extLst>
      <p:ext uri="{BB962C8B-B14F-4D97-AF65-F5344CB8AC3E}">
        <p14:creationId xmlns:p14="http://schemas.microsoft.com/office/powerpoint/2010/main" val="1781659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DOKUMENTACJA E-TERAPII</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Więcej</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elementów</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niż</a:t>
            </a:r>
            <a:r>
              <a:rPr lang="en-US" sz="1600" i="1">
                <a:solidFill>
                  <a:srgbClr val="B7C6E6"/>
                </a:solidFill>
                <a:latin typeface="Calibri"/>
                <a:ea typeface="Calibri"/>
                <a:cs typeface="Calibri"/>
              </a:rPr>
              <a:t> w </a:t>
            </a:r>
            <a:r>
              <a:rPr lang="en-US" sz="1600" i="1" err="1">
                <a:solidFill>
                  <a:srgbClr val="B7C6E6"/>
                </a:solidFill>
                <a:latin typeface="Calibri"/>
                <a:ea typeface="Calibri"/>
                <a:cs typeface="Calibri"/>
              </a:rPr>
              <a:t>terapii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stacjonarnej</a:t>
            </a:r>
            <a:endParaRPr lang="en-US" sz="1600" err="1">
              <a:latin typeface="Calibri"/>
              <a:ea typeface="Calibri"/>
              <a:cs typeface="Calibri"/>
            </a:endParaRPr>
          </a:p>
        </p:txBody>
      </p:sp>
      <p:sp>
        <p:nvSpPr>
          <p:cNvPr id="5" name="Shape 3"/>
          <p:cNvSpPr/>
          <p:nvPr/>
        </p:nvSpPr>
        <p:spPr>
          <a:xfrm>
            <a:off x="609600" y="1645920"/>
            <a:ext cx="10972800" cy="585216"/>
          </a:xfrm>
          <a:prstGeom prst="roundRect">
            <a:avLst>
              <a:gd name="adj" fmla="val 14583"/>
            </a:avLst>
          </a:prstGeom>
          <a:solidFill>
            <a:srgbClr val="FFFFFF"/>
          </a:solidFill>
          <a:ln w="12700">
            <a:solidFill>
              <a:srgbClr val="DCE2EC"/>
            </a:solidFill>
            <a:prstDash val="solid"/>
          </a:ln>
        </p:spPr>
      </p:sp>
      <p:sp>
        <p:nvSpPr>
          <p:cNvPr id="6" name="Text 4"/>
          <p:cNvSpPr/>
          <p:nvPr/>
        </p:nvSpPr>
        <p:spPr>
          <a:xfrm>
            <a:off x="853440" y="1645920"/>
            <a:ext cx="329184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Kanał i czas kontaktu</a:t>
            </a:r>
            <a:endParaRPr lang="en-US" sz="2000"/>
          </a:p>
        </p:txBody>
      </p:sp>
      <p:sp>
        <p:nvSpPr>
          <p:cNvPr id="7" name="Text 5"/>
          <p:cNvSpPr/>
          <p:nvPr/>
        </p:nvSpPr>
        <p:spPr>
          <a:xfrm>
            <a:off x="4750676" y="1645920"/>
            <a:ext cx="6587884"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i="1">
                <a:solidFill>
                  <a:srgbClr val="5B6472"/>
                </a:solidFill>
                <a:latin typeface="Calibri" pitchFamily="34" charset="0"/>
                <a:ea typeface="Calibri" pitchFamily="34" charset="-122"/>
                <a:cs typeface="Calibri" pitchFamily="34" charset="-120"/>
              </a:rPr>
              <a:t>każda forma komunikacji z dokładnym zapisem</a:t>
            </a:r>
            <a:endParaRPr lang="en-US" sz="2000"/>
          </a:p>
        </p:txBody>
      </p:sp>
      <p:sp>
        <p:nvSpPr>
          <p:cNvPr id="8" name="Shape 6"/>
          <p:cNvSpPr/>
          <p:nvPr/>
        </p:nvSpPr>
        <p:spPr>
          <a:xfrm>
            <a:off x="609600" y="2328672"/>
            <a:ext cx="10972800" cy="585216"/>
          </a:xfrm>
          <a:prstGeom prst="roundRect">
            <a:avLst>
              <a:gd name="adj" fmla="val 14583"/>
            </a:avLst>
          </a:prstGeom>
          <a:solidFill>
            <a:srgbClr val="FFFFFF"/>
          </a:solidFill>
          <a:ln w="12700">
            <a:solidFill>
              <a:srgbClr val="DCE2EC"/>
            </a:solidFill>
            <a:prstDash val="solid"/>
          </a:ln>
        </p:spPr>
      </p:sp>
      <p:sp>
        <p:nvSpPr>
          <p:cNvPr id="9" name="Text 7"/>
          <p:cNvSpPr/>
          <p:nvPr/>
        </p:nvSpPr>
        <p:spPr>
          <a:xfrm>
            <a:off x="853440" y="2328672"/>
            <a:ext cx="329184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Zgody klienta</a:t>
            </a:r>
            <a:endParaRPr lang="en-US" sz="2000"/>
          </a:p>
        </p:txBody>
      </p:sp>
      <p:sp>
        <p:nvSpPr>
          <p:cNvPr id="10" name="Text 8"/>
          <p:cNvSpPr/>
          <p:nvPr/>
        </p:nvSpPr>
        <p:spPr>
          <a:xfrm>
            <a:off x="4750676" y="2328672"/>
            <a:ext cx="6587884"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i="1">
                <a:solidFill>
                  <a:srgbClr val="5B6472"/>
                </a:solidFill>
                <a:latin typeface="Calibri" pitchFamily="34" charset="0"/>
                <a:ea typeface="Calibri" pitchFamily="34" charset="-122"/>
                <a:cs typeface="Calibri" pitchFamily="34" charset="-120"/>
              </a:rPr>
              <a:t>zebrane, datowane, dostępne do wglądu</a:t>
            </a:r>
            <a:endParaRPr lang="en-US" sz="2000"/>
          </a:p>
        </p:txBody>
      </p:sp>
      <p:sp>
        <p:nvSpPr>
          <p:cNvPr id="11" name="Shape 9"/>
          <p:cNvSpPr/>
          <p:nvPr/>
        </p:nvSpPr>
        <p:spPr>
          <a:xfrm>
            <a:off x="609600" y="3011424"/>
            <a:ext cx="10972800" cy="585216"/>
          </a:xfrm>
          <a:prstGeom prst="roundRect">
            <a:avLst>
              <a:gd name="adj" fmla="val 14583"/>
            </a:avLst>
          </a:prstGeom>
          <a:solidFill>
            <a:srgbClr val="FFFFFF"/>
          </a:solidFill>
          <a:ln w="12700">
            <a:solidFill>
              <a:srgbClr val="DCE2EC"/>
            </a:solidFill>
            <a:prstDash val="solid"/>
          </a:ln>
        </p:spPr>
      </p:sp>
      <p:sp>
        <p:nvSpPr>
          <p:cNvPr id="12" name="Text 10"/>
          <p:cNvSpPr/>
          <p:nvPr/>
        </p:nvSpPr>
        <p:spPr>
          <a:xfrm>
            <a:off x="853440" y="3011424"/>
            <a:ext cx="329184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Problemy techniczne</a:t>
            </a:r>
            <a:endParaRPr lang="en-US" sz="2000"/>
          </a:p>
        </p:txBody>
      </p:sp>
      <p:sp>
        <p:nvSpPr>
          <p:cNvPr id="13" name="Text 11"/>
          <p:cNvSpPr/>
          <p:nvPr/>
        </p:nvSpPr>
        <p:spPr>
          <a:xfrm>
            <a:off x="4750676" y="3011424"/>
            <a:ext cx="6587884"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i="1">
                <a:solidFill>
                  <a:srgbClr val="5B6472"/>
                </a:solidFill>
                <a:latin typeface="Calibri" pitchFamily="34" charset="0"/>
                <a:ea typeface="Calibri" pitchFamily="34" charset="-122"/>
                <a:cs typeface="Calibri" pitchFamily="34" charset="-120"/>
              </a:rPr>
              <a:t>odnotowane, gdy wpływają na przebieg sesji</a:t>
            </a:r>
            <a:endParaRPr lang="en-US" sz="2000"/>
          </a:p>
        </p:txBody>
      </p:sp>
      <p:sp>
        <p:nvSpPr>
          <p:cNvPr id="14" name="Shape 12"/>
          <p:cNvSpPr/>
          <p:nvPr/>
        </p:nvSpPr>
        <p:spPr>
          <a:xfrm>
            <a:off x="609600" y="3694176"/>
            <a:ext cx="10972800" cy="585216"/>
          </a:xfrm>
          <a:prstGeom prst="roundRect">
            <a:avLst>
              <a:gd name="adj" fmla="val 14583"/>
            </a:avLst>
          </a:prstGeom>
          <a:solidFill>
            <a:srgbClr val="FFFFFF"/>
          </a:solidFill>
          <a:ln w="12700">
            <a:solidFill>
              <a:srgbClr val="DCE2EC"/>
            </a:solidFill>
            <a:prstDash val="solid"/>
          </a:ln>
        </p:spPr>
      </p:sp>
      <p:sp>
        <p:nvSpPr>
          <p:cNvPr id="15" name="Text 13"/>
          <p:cNvSpPr/>
          <p:nvPr/>
        </p:nvSpPr>
        <p:spPr>
          <a:xfrm>
            <a:off x="853440" y="3694176"/>
            <a:ext cx="329184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Zastosowane interwencje</a:t>
            </a:r>
            <a:endParaRPr lang="en-US" sz="2000"/>
          </a:p>
        </p:txBody>
      </p:sp>
      <p:sp>
        <p:nvSpPr>
          <p:cNvPr id="16" name="Text 14"/>
          <p:cNvSpPr/>
          <p:nvPr/>
        </p:nvSpPr>
        <p:spPr>
          <a:xfrm>
            <a:off x="4750676" y="3694176"/>
            <a:ext cx="6587884"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i="1">
                <a:solidFill>
                  <a:srgbClr val="5B6472"/>
                </a:solidFill>
                <a:latin typeface="Calibri" pitchFamily="34" charset="0"/>
                <a:ea typeface="Calibri" pitchFamily="34" charset="-122"/>
                <a:cs typeface="Calibri" pitchFamily="34" charset="-120"/>
              </a:rPr>
              <a:t>konkretne techniki, nie tylko ogólny temat sesji</a:t>
            </a:r>
            <a:endParaRPr lang="en-US" sz="2000"/>
          </a:p>
        </p:txBody>
      </p:sp>
      <p:sp>
        <p:nvSpPr>
          <p:cNvPr id="17" name="Shape 15"/>
          <p:cNvSpPr/>
          <p:nvPr/>
        </p:nvSpPr>
        <p:spPr>
          <a:xfrm>
            <a:off x="609600" y="4376928"/>
            <a:ext cx="10972800" cy="585216"/>
          </a:xfrm>
          <a:prstGeom prst="roundRect">
            <a:avLst>
              <a:gd name="adj" fmla="val 14583"/>
            </a:avLst>
          </a:prstGeom>
          <a:solidFill>
            <a:srgbClr val="FFFFFF"/>
          </a:solidFill>
          <a:ln w="12700">
            <a:solidFill>
              <a:srgbClr val="DCE2EC"/>
            </a:solidFill>
            <a:prstDash val="solid"/>
          </a:ln>
        </p:spPr>
      </p:sp>
      <p:sp>
        <p:nvSpPr>
          <p:cNvPr id="18" name="Text 16"/>
          <p:cNvSpPr/>
          <p:nvPr/>
        </p:nvSpPr>
        <p:spPr>
          <a:xfrm>
            <a:off x="853440" y="4376928"/>
            <a:ext cx="329184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Zadania, skale, pomiary</a:t>
            </a:r>
            <a:endParaRPr lang="en-US" sz="2000"/>
          </a:p>
        </p:txBody>
      </p:sp>
      <p:sp>
        <p:nvSpPr>
          <p:cNvPr id="19" name="Text 17"/>
          <p:cNvSpPr/>
          <p:nvPr/>
        </p:nvSpPr>
        <p:spPr>
          <a:xfrm>
            <a:off x="4750676" y="4376928"/>
            <a:ext cx="6587884"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i="1" dirty="0" smtClean="0">
                <a:solidFill>
                  <a:srgbClr val="5B6472"/>
                </a:solidFill>
                <a:latin typeface="Calibri" pitchFamily="34" charset="0"/>
                <a:ea typeface="Calibri" pitchFamily="34" charset="-122"/>
                <a:cs typeface="Calibri" pitchFamily="34" charset="-120"/>
              </a:rPr>
              <a:t>zintegrowane z dokumentacją procesu</a:t>
            </a:r>
            <a:endParaRPr lang="pl-PL" sz="2000" dirty="0"/>
          </a:p>
        </p:txBody>
      </p:sp>
      <p:sp>
        <p:nvSpPr>
          <p:cNvPr id="20" name="Shape 18"/>
          <p:cNvSpPr/>
          <p:nvPr/>
        </p:nvSpPr>
        <p:spPr>
          <a:xfrm>
            <a:off x="609600" y="5132832"/>
            <a:ext cx="10972800" cy="829056"/>
          </a:xfrm>
          <a:prstGeom prst="roundRect">
            <a:avLst>
              <a:gd name="adj" fmla="val 10294"/>
            </a:avLst>
          </a:prstGeom>
          <a:solidFill>
            <a:srgbClr val="FBE7E5"/>
          </a:solidFill>
          <a:ln w="19050">
            <a:solidFill>
              <a:srgbClr val="C0392B"/>
            </a:solidFill>
            <a:prstDash val="solid"/>
          </a:ln>
        </p:spPr>
      </p:sp>
      <p:sp>
        <p:nvSpPr>
          <p:cNvPr id="21" name="Text 19"/>
          <p:cNvSpPr/>
          <p:nvPr/>
        </p:nvSpPr>
        <p:spPr>
          <a:xfrm>
            <a:off x="853440" y="5132832"/>
            <a:ext cx="329184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C0392B"/>
                </a:solidFill>
                <a:latin typeface="Cambria" pitchFamily="34" charset="0"/>
                <a:ea typeface="Cambria" pitchFamily="34" charset="-122"/>
                <a:cs typeface="Cambria" pitchFamily="34" charset="-120"/>
              </a:rPr>
              <a:t>Ryzyka, decyzje kliniczne, działania awaryjne</a:t>
            </a:r>
            <a:endParaRPr lang="en-US" sz="2000"/>
          </a:p>
        </p:txBody>
      </p:sp>
      <p:sp>
        <p:nvSpPr>
          <p:cNvPr id="22" name="Text 20"/>
          <p:cNvSpPr/>
          <p:nvPr/>
        </p:nvSpPr>
        <p:spPr>
          <a:xfrm>
            <a:off x="4750676" y="5132832"/>
            <a:ext cx="6587884"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2000" i="1" dirty="0">
                <a:solidFill>
                  <a:srgbClr val="1B2A56"/>
                </a:solidFill>
                <a:latin typeface="Calibri" pitchFamily="34" charset="0"/>
                <a:ea typeface="Calibri" pitchFamily="34" charset="-122"/>
                <a:cs typeface="Calibri" pitchFamily="34" charset="-120"/>
              </a:rPr>
              <a:t>wymaga szczególnie szczegółowej dokumentacji, </a:t>
            </a:r>
          </a:p>
          <a:p>
            <a:r>
              <a:rPr lang="pl-PL" sz="2000" i="1" dirty="0">
                <a:solidFill>
                  <a:srgbClr val="1B2A56"/>
                </a:solidFill>
                <a:latin typeface="Calibri" pitchFamily="34" charset="0"/>
                <a:ea typeface="Calibri" pitchFamily="34" charset="-122"/>
                <a:cs typeface="Calibri" pitchFamily="34" charset="-120"/>
              </a:rPr>
              <a:t>materiał do superwizji i sytuacji spornych</a:t>
            </a:r>
            <a:endParaRPr lang="pl-PL" sz="2000" i="1" dirty="0">
              <a:solidFill>
                <a:srgbClr val="1B2A56"/>
              </a:solidFill>
              <a:latin typeface="Calibri" pitchFamily="34" charset="0"/>
              <a:ea typeface="Calibri" pitchFamily="34" charset="-122"/>
              <a:cs typeface="Calibri" pitchFamily="34" charset="-120"/>
            </a:endParaRPr>
          </a:p>
        </p:txBody>
      </p:sp>
      <p:sp>
        <p:nvSpPr>
          <p:cNvPr id="23" name="Text 21"/>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46  ·  Sekcja V</a:t>
            </a:r>
            <a:endParaRPr lang="en-US" sz="1067"/>
          </a:p>
        </p:txBody>
      </p:sp>
    </p:spTree>
    <p:extLst>
      <p:ext uri="{BB962C8B-B14F-4D97-AF65-F5344CB8AC3E}">
        <p14:creationId xmlns:p14="http://schemas.microsoft.com/office/powerpoint/2010/main" val="8311621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00" b="1">
                <a:solidFill>
                  <a:srgbClr val="FFFFFF"/>
                </a:solidFill>
                <a:latin typeface="Cambria" pitchFamily="34" charset="0"/>
                <a:ea typeface="Cambria" pitchFamily="34" charset="-122"/>
                <a:cs typeface="Cambria" pitchFamily="34" charset="-120"/>
              </a:rPr>
              <a:t>POUFNOŚĆ A BEZPIECZEŃSTWO TECHNICZNE</a:t>
            </a:r>
            <a:endParaRPr lang="en-US" sz="2600"/>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i="1">
                <a:solidFill>
                  <a:srgbClr val="B7C6E6"/>
                </a:solidFill>
                <a:latin typeface="Calibri" pitchFamily="34" charset="0"/>
                <a:ea typeface="Calibri" pitchFamily="34" charset="-122"/>
                <a:cs typeface="Calibri" pitchFamily="34" charset="-120"/>
              </a:rPr>
              <a:t>Dwa różne pojęcia, dwie różne kompetencje</a:t>
            </a:r>
            <a:endParaRPr lang="en-US" sz="1533"/>
          </a:p>
        </p:txBody>
      </p:sp>
      <p:sp>
        <p:nvSpPr>
          <p:cNvPr id="5" name="Shape 3"/>
          <p:cNvSpPr/>
          <p:nvPr/>
        </p:nvSpPr>
        <p:spPr>
          <a:xfrm>
            <a:off x="1097280" y="1706880"/>
            <a:ext cx="5242560" cy="2865120"/>
          </a:xfrm>
          <a:prstGeom prst="ellipse">
            <a:avLst/>
          </a:prstGeom>
          <a:solidFill>
            <a:srgbClr val="1B2A56">
              <a:alpha val="65000"/>
            </a:srgbClr>
          </a:solidFill>
          <a:ln w="19050">
            <a:solidFill>
              <a:srgbClr val="1B2A56"/>
            </a:solidFill>
            <a:prstDash val="solid"/>
          </a:ln>
        </p:spPr>
      </p:sp>
      <p:sp>
        <p:nvSpPr>
          <p:cNvPr id="6" name="Shape 4"/>
          <p:cNvSpPr/>
          <p:nvPr/>
        </p:nvSpPr>
        <p:spPr>
          <a:xfrm>
            <a:off x="5120640" y="1706880"/>
            <a:ext cx="5242560" cy="2865120"/>
          </a:xfrm>
          <a:prstGeom prst="ellipse">
            <a:avLst/>
          </a:prstGeom>
          <a:solidFill>
            <a:srgbClr val="1E9E78">
              <a:alpha val="65000"/>
            </a:srgbClr>
          </a:solidFill>
          <a:ln w="19050">
            <a:solidFill>
              <a:srgbClr val="1E9E78"/>
            </a:solidFill>
            <a:prstDash val="solid"/>
          </a:ln>
        </p:spPr>
      </p:sp>
      <p:sp>
        <p:nvSpPr>
          <p:cNvPr id="7" name="Text 5"/>
          <p:cNvSpPr/>
          <p:nvPr/>
        </p:nvSpPr>
        <p:spPr>
          <a:xfrm>
            <a:off x="1476103" y="2499360"/>
            <a:ext cx="2547257"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chemeClr val="bg1"/>
                </a:solidFill>
                <a:latin typeface="Cambria"/>
                <a:ea typeface="Cambria"/>
                <a:cs typeface="Cambria" pitchFamily="34" charset="-120"/>
              </a:rPr>
              <a:t>POUFNOŚĆ</a:t>
            </a:r>
            <a:endParaRPr lang="en-US">
              <a:solidFill>
                <a:schemeClr val="bg1"/>
              </a:solidFill>
              <a:latin typeface="Cambria"/>
              <a:ea typeface="Cambria"/>
              <a:cs typeface="Calibri"/>
            </a:endParaRPr>
          </a:p>
        </p:txBody>
      </p:sp>
      <p:sp>
        <p:nvSpPr>
          <p:cNvPr id="8" name="Text 6"/>
          <p:cNvSpPr/>
          <p:nvPr/>
        </p:nvSpPr>
        <p:spPr>
          <a:xfrm>
            <a:off x="1584960" y="3023616"/>
            <a:ext cx="2438400" cy="7315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i="1">
                <a:solidFill>
                  <a:srgbClr val="FFFFFF"/>
                </a:solidFill>
                <a:latin typeface="Calibri" pitchFamily="34" charset="0"/>
                <a:ea typeface="Calibri" pitchFamily="34" charset="-122"/>
                <a:cs typeface="Calibri" pitchFamily="34" charset="-120"/>
              </a:rPr>
              <a:t>norma zawodowa, etyczna, prawna</a:t>
            </a:r>
            <a:endParaRPr lang="en-US" sz="1800">
              <a:solidFill>
                <a:srgbClr val="FFFFFF"/>
              </a:solidFill>
            </a:endParaRPr>
          </a:p>
        </p:txBody>
      </p:sp>
      <p:sp>
        <p:nvSpPr>
          <p:cNvPr id="9" name="Text 7"/>
          <p:cNvSpPr/>
          <p:nvPr/>
        </p:nvSpPr>
        <p:spPr>
          <a:xfrm>
            <a:off x="7644675" y="2377440"/>
            <a:ext cx="2230845" cy="65604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chemeClr val="bg1"/>
                </a:solidFill>
                <a:latin typeface="Cambria"/>
                <a:ea typeface="Cambria"/>
                <a:cs typeface="Cambria" pitchFamily="34" charset="-120"/>
              </a:rPr>
              <a:t>CYBER-</a:t>
            </a:r>
            <a:endParaRPr lang="en-US" sz="2000">
              <a:solidFill>
                <a:schemeClr val="bg1"/>
              </a:solidFill>
              <a:latin typeface="Cambria"/>
              <a:ea typeface="Cambria"/>
              <a:cs typeface="Calibri"/>
            </a:endParaRPr>
          </a:p>
          <a:p>
            <a:pPr marL="0" indent="0">
              <a:buNone/>
            </a:pPr>
            <a:r>
              <a:rPr lang="en-US" sz="2000" b="1">
                <a:solidFill>
                  <a:schemeClr val="bg1"/>
                </a:solidFill>
                <a:latin typeface="Cambria"/>
                <a:ea typeface="Cambria"/>
                <a:cs typeface="Cambria" pitchFamily="34" charset="-120"/>
              </a:rPr>
              <a:t>BEZPIECZEŃSTWO</a:t>
            </a:r>
            <a:endParaRPr lang="en-US" sz="2000">
              <a:solidFill>
                <a:schemeClr val="bg1"/>
              </a:solidFill>
              <a:latin typeface="Cambria"/>
              <a:ea typeface="Cambria"/>
              <a:cs typeface="Calibri"/>
            </a:endParaRPr>
          </a:p>
        </p:txBody>
      </p:sp>
      <p:sp>
        <p:nvSpPr>
          <p:cNvPr id="10" name="Text 8"/>
          <p:cNvSpPr/>
          <p:nvPr/>
        </p:nvSpPr>
        <p:spPr>
          <a:xfrm>
            <a:off x="7985760" y="3145536"/>
            <a:ext cx="18897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i="1">
                <a:solidFill>
                  <a:srgbClr val="FFFFFF"/>
                </a:solidFill>
                <a:latin typeface="Calibri" pitchFamily="34" charset="0"/>
                <a:ea typeface="Calibri" pitchFamily="34" charset="-122"/>
                <a:cs typeface="Calibri" pitchFamily="34" charset="-120"/>
              </a:rPr>
              <a:t>środki techniczne</a:t>
            </a:r>
            <a:endParaRPr lang="en-US" sz="1800">
              <a:solidFill>
                <a:srgbClr val="FFFFFF"/>
              </a:solidFill>
            </a:endParaRPr>
          </a:p>
          <a:p>
            <a:pPr marL="0" indent="0">
              <a:buNone/>
            </a:pPr>
            <a:r>
              <a:rPr lang="en-US" sz="1800" i="1">
                <a:solidFill>
                  <a:srgbClr val="FFFFFF"/>
                </a:solidFill>
                <a:latin typeface="Calibri" pitchFamily="34" charset="0"/>
                <a:ea typeface="Calibri" pitchFamily="34" charset="-122"/>
                <a:cs typeface="Calibri" pitchFamily="34" charset="-120"/>
              </a:rPr>
              <a:t>i organizacyjne</a:t>
            </a:r>
            <a:endParaRPr lang="en-US" sz="1800">
              <a:solidFill>
                <a:srgbClr val="FFFFFF"/>
              </a:solidFill>
            </a:endParaRPr>
          </a:p>
        </p:txBody>
      </p:sp>
      <p:sp>
        <p:nvSpPr>
          <p:cNvPr id="11" name="Shape 9"/>
          <p:cNvSpPr/>
          <p:nvPr/>
        </p:nvSpPr>
        <p:spPr>
          <a:xfrm>
            <a:off x="4693920" y="2865120"/>
            <a:ext cx="2194560" cy="755904"/>
          </a:xfrm>
          <a:prstGeom prst="roundRect">
            <a:avLst>
              <a:gd name="adj" fmla="val 12903"/>
            </a:avLst>
          </a:prstGeom>
          <a:solidFill>
            <a:srgbClr val="FFFFFF"/>
          </a:solidFill>
          <a:ln w="12700">
            <a:solidFill>
              <a:srgbClr val="DCE2EC"/>
            </a:solidFill>
            <a:prstDash val="solid"/>
          </a:ln>
        </p:spPr>
      </p:sp>
      <p:sp>
        <p:nvSpPr>
          <p:cNvPr id="12" name="Text 10"/>
          <p:cNvSpPr/>
          <p:nvPr/>
        </p:nvSpPr>
        <p:spPr>
          <a:xfrm>
            <a:off x="4693920" y="2865120"/>
            <a:ext cx="2194560" cy="7559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err="1">
                <a:solidFill>
                  <a:srgbClr val="1B2A56"/>
                </a:solidFill>
                <a:latin typeface="Calibri"/>
                <a:ea typeface="Calibri"/>
                <a:cs typeface="Calibri"/>
              </a:rPr>
              <a:t>Pełna</a:t>
            </a:r>
            <a:r>
              <a:rPr lang="en-US" sz="2000" b="1">
                <a:solidFill>
                  <a:srgbClr val="1B2A56"/>
                </a:solidFill>
                <a:latin typeface="Calibri"/>
                <a:ea typeface="Calibri"/>
                <a:cs typeface="Calibri"/>
              </a:rPr>
              <a:t> </a:t>
            </a:r>
            <a:r>
              <a:rPr lang="en-US" sz="2000" b="1" err="1">
                <a:solidFill>
                  <a:srgbClr val="1B2A56"/>
                </a:solidFill>
                <a:latin typeface="Calibri"/>
                <a:ea typeface="Calibri"/>
                <a:cs typeface="Calibri"/>
              </a:rPr>
              <a:t>ochrona</a:t>
            </a:r>
            <a:endParaRPr lang="en-US" sz="2000">
              <a:latin typeface="Calibri"/>
              <a:ea typeface="Calibri"/>
              <a:cs typeface="Calibri"/>
            </a:endParaRPr>
          </a:p>
          <a:p>
            <a:pPr marL="0" indent="0" algn="ctr">
              <a:buNone/>
            </a:pPr>
            <a:r>
              <a:rPr lang="en-US" sz="2000" b="1" err="1">
                <a:solidFill>
                  <a:srgbClr val="1B2A56"/>
                </a:solidFill>
                <a:latin typeface="Calibri"/>
                <a:ea typeface="Calibri"/>
                <a:cs typeface="Calibri"/>
              </a:rPr>
              <a:t>klienta</a:t>
            </a:r>
            <a:endParaRPr lang="en-US" sz="2000">
              <a:latin typeface="Calibri"/>
              <a:ea typeface="Calibri"/>
              <a:cs typeface="Calibri"/>
            </a:endParaRPr>
          </a:p>
        </p:txBody>
      </p:sp>
      <p:sp>
        <p:nvSpPr>
          <p:cNvPr id="13" name="Shape 11"/>
          <p:cNvSpPr/>
          <p:nvPr/>
        </p:nvSpPr>
        <p:spPr>
          <a:xfrm>
            <a:off x="609600" y="4876800"/>
            <a:ext cx="5364480" cy="1463040"/>
          </a:xfrm>
          <a:prstGeom prst="roundRect">
            <a:avLst>
              <a:gd name="adj" fmla="val 5833"/>
            </a:avLst>
          </a:prstGeom>
          <a:solidFill>
            <a:srgbClr val="EEF1F5"/>
          </a:solidFill>
          <a:ln w="12700">
            <a:solidFill>
              <a:srgbClr val="DCE2EC"/>
            </a:solidFill>
            <a:prstDash val="solid"/>
          </a:ln>
        </p:spPr>
      </p:sp>
      <p:sp>
        <p:nvSpPr>
          <p:cNvPr id="14" name="Text 12"/>
          <p:cNvSpPr/>
          <p:nvPr/>
        </p:nvSpPr>
        <p:spPr>
          <a:xfrm>
            <a:off x="853440" y="4998720"/>
            <a:ext cx="48768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err="1">
                <a:solidFill>
                  <a:srgbClr val="1B2A56"/>
                </a:solidFill>
                <a:latin typeface="Calibri"/>
                <a:ea typeface="Calibri"/>
                <a:cs typeface="Calibri"/>
              </a:rPr>
              <a:t>Przykład</a:t>
            </a:r>
            <a:r>
              <a:rPr lang="en-US" b="1">
                <a:solidFill>
                  <a:srgbClr val="1B2A56"/>
                </a:solidFill>
                <a:latin typeface="Calibri"/>
                <a:ea typeface="Calibri"/>
                <a:cs typeface="Calibri"/>
              </a:rPr>
              <a:t> </a:t>
            </a:r>
            <a:r>
              <a:rPr lang="en-US" b="1" err="1">
                <a:solidFill>
                  <a:srgbClr val="1B2A56"/>
                </a:solidFill>
                <a:latin typeface="Calibri"/>
                <a:ea typeface="Calibri"/>
                <a:cs typeface="Calibri"/>
              </a:rPr>
              <a:t>rozłączenia</a:t>
            </a:r>
            <a:r>
              <a:rPr lang="en-US" b="1">
                <a:solidFill>
                  <a:srgbClr val="1B2A56"/>
                </a:solidFill>
                <a:latin typeface="Calibri"/>
                <a:ea typeface="Calibri"/>
                <a:cs typeface="Calibri"/>
              </a:rPr>
              <a:t> 1</a:t>
            </a:r>
            <a:endParaRPr lang="en-US">
              <a:latin typeface="Calibri"/>
              <a:ea typeface="Calibri"/>
              <a:cs typeface="Calibri"/>
            </a:endParaRPr>
          </a:p>
        </p:txBody>
      </p:sp>
      <p:sp>
        <p:nvSpPr>
          <p:cNvPr id="15" name="Text 13"/>
          <p:cNvSpPr/>
          <p:nvPr/>
        </p:nvSpPr>
        <p:spPr>
          <a:xfrm>
            <a:off x="853440" y="5367093"/>
            <a:ext cx="5036455" cy="87521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i="1" err="1">
                <a:solidFill>
                  <a:srgbClr val="5B6472"/>
                </a:solidFill>
                <a:latin typeface="Calibri"/>
                <a:ea typeface="Calibri"/>
                <a:cs typeface="Calibri"/>
              </a:rPr>
              <a:t>Dyskretny</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terapeuta</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na</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niezabezpieczonej</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platformie</a:t>
            </a:r>
            <a:r>
              <a:rPr lang="en-US" sz="1800" i="1">
                <a:solidFill>
                  <a:srgbClr val="5B6472"/>
                </a:solidFill>
                <a:latin typeface="Calibri"/>
                <a:ea typeface="Calibri"/>
                <a:cs typeface="Calibri"/>
              </a:rPr>
              <a:t> - </a:t>
            </a:r>
            <a:r>
              <a:rPr lang="en-US" sz="1800" i="1" err="1">
                <a:solidFill>
                  <a:srgbClr val="5B6472"/>
                </a:solidFill>
                <a:latin typeface="Calibri"/>
                <a:ea typeface="Calibri"/>
                <a:cs typeface="Calibri"/>
              </a:rPr>
              <a:t>dane</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mogą</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wyciekać</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niezależnie</a:t>
            </a:r>
            <a:r>
              <a:rPr lang="en-US" sz="1800" i="1">
                <a:solidFill>
                  <a:srgbClr val="5B6472"/>
                </a:solidFill>
                <a:latin typeface="Calibri"/>
                <a:ea typeface="Calibri"/>
                <a:cs typeface="Calibri"/>
              </a:rPr>
              <a:t> od </a:t>
            </a:r>
            <a:r>
              <a:rPr lang="en-US" sz="1800" i="1" err="1">
                <a:solidFill>
                  <a:srgbClr val="5B6472"/>
                </a:solidFill>
                <a:latin typeface="Calibri"/>
                <a:ea typeface="Calibri"/>
                <a:cs typeface="Calibri"/>
              </a:rPr>
              <a:t>dobrych</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intencji</a:t>
            </a:r>
          </a:p>
        </p:txBody>
      </p:sp>
      <p:sp>
        <p:nvSpPr>
          <p:cNvPr id="16" name="Shape 14"/>
          <p:cNvSpPr/>
          <p:nvPr/>
        </p:nvSpPr>
        <p:spPr>
          <a:xfrm>
            <a:off x="6217920" y="4876800"/>
            <a:ext cx="5364480" cy="1463040"/>
          </a:xfrm>
          <a:prstGeom prst="roundRect">
            <a:avLst>
              <a:gd name="adj" fmla="val 5833"/>
            </a:avLst>
          </a:prstGeom>
          <a:solidFill>
            <a:srgbClr val="EEF1F5"/>
          </a:solidFill>
          <a:ln w="12700">
            <a:solidFill>
              <a:srgbClr val="DCE2EC"/>
            </a:solidFill>
            <a:prstDash val="solid"/>
          </a:ln>
        </p:spPr>
      </p:sp>
      <p:sp>
        <p:nvSpPr>
          <p:cNvPr id="17" name="Text 15"/>
          <p:cNvSpPr/>
          <p:nvPr/>
        </p:nvSpPr>
        <p:spPr>
          <a:xfrm>
            <a:off x="6461760" y="4998720"/>
            <a:ext cx="48768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err="1">
                <a:solidFill>
                  <a:srgbClr val="1B2A56"/>
                </a:solidFill>
                <a:latin typeface="Calibri"/>
                <a:ea typeface="Calibri"/>
                <a:cs typeface="Calibri"/>
              </a:rPr>
              <a:t>Przykład</a:t>
            </a:r>
            <a:r>
              <a:rPr lang="en-US" b="1">
                <a:solidFill>
                  <a:srgbClr val="1B2A56"/>
                </a:solidFill>
                <a:latin typeface="Calibri"/>
                <a:ea typeface="Calibri"/>
                <a:cs typeface="Calibri"/>
              </a:rPr>
              <a:t> </a:t>
            </a:r>
            <a:r>
              <a:rPr lang="en-US" b="1" err="1">
                <a:solidFill>
                  <a:srgbClr val="1B2A56"/>
                </a:solidFill>
                <a:latin typeface="Calibri"/>
                <a:ea typeface="Calibri"/>
                <a:cs typeface="Calibri"/>
              </a:rPr>
              <a:t>rozłączenia</a:t>
            </a:r>
            <a:r>
              <a:rPr lang="en-US" b="1">
                <a:solidFill>
                  <a:srgbClr val="1B2A56"/>
                </a:solidFill>
                <a:latin typeface="Calibri"/>
                <a:ea typeface="Calibri"/>
                <a:cs typeface="Calibri"/>
              </a:rPr>
              <a:t> 2</a:t>
            </a:r>
            <a:endParaRPr lang="en-US">
              <a:latin typeface="Calibri"/>
              <a:ea typeface="Calibri"/>
              <a:cs typeface="Calibri"/>
            </a:endParaRPr>
          </a:p>
        </p:txBody>
      </p:sp>
      <p:sp>
        <p:nvSpPr>
          <p:cNvPr id="18" name="Text 16"/>
          <p:cNvSpPr/>
          <p:nvPr/>
        </p:nvSpPr>
        <p:spPr>
          <a:xfrm>
            <a:off x="6381931" y="5374350"/>
            <a:ext cx="5109028" cy="86795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i="1" err="1">
                <a:solidFill>
                  <a:srgbClr val="5B6472"/>
                </a:solidFill>
                <a:latin typeface="Calibri"/>
                <a:ea typeface="Calibri"/>
                <a:cs typeface="Calibri"/>
              </a:rPr>
              <a:t>Bezpieczna</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platforma</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nieostrożna</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praktyka</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terapeuty</a:t>
            </a:r>
            <a:r>
              <a:rPr lang="en-US" sz="1800" i="1">
                <a:solidFill>
                  <a:srgbClr val="5B6472"/>
                </a:solidFill>
                <a:latin typeface="Calibri"/>
                <a:ea typeface="Calibri"/>
                <a:cs typeface="Calibri"/>
              </a:rPr>
              <a:t> - </a:t>
            </a:r>
            <a:r>
              <a:rPr lang="en-US" sz="1800" i="1" err="1">
                <a:solidFill>
                  <a:srgbClr val="5B6472"/>
                </a:solidFill>
                <a:latin typeface="Calibri"/>
                <a:ea typeface="Calibri"/>
                <a:cs typeface="Calibri"/>
              </a:rPr>
              <a:t>naruszenie</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poufności</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mimo</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dobrej</a:t>
            </a:r>
            <a:r>
              <a:rPr lang="en-US" sz="1800" i="1">
                <a:solidFill>
                  <a:srgbClr val="5B6472"/>
                </a:solidFill>
                <a:latin typeface="Calibri"/>
                <a:ea typeface="Calibri"/>
                <a:cs typeface="Calibri"/>
              </a:rPr>
              <a:t> </a:t>
            </a:r>
            <a:r>
              <a:rPr lang="en-US" sz="1800" i="1" err="1">
                <a:solidFill>
                  <a:srgbClr val="5B6472"/>
                </a:solidFill>
                <a:latin typeface="Calibri"/>
                <a:ea typeface="Calibri"/>
                <a:cs typeface="Calibri"/>
              </a:rPr>
              <a:t>technologii</a:t>
            </a:r>
          </a:p>
        </p:txBody>
      </p:sp>
      <p:sp>
        <p:nvSpPr>
          <p:cNvPr id="19" name="Text 17"/>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47  ·  Sekcja V</a:t>
            </a:r>
            <a:endParaRPr lang="en-US" sz="1067"/>
          </a:p>
        </p:txBody>
      </p:sp>
    </p:spTree>
    <p:extLst>
      <p:ext uri="{BB962C8B-B14F-4D97-AF65-F5344CB8AC3E}">
        <p14:creationId xmlns:p14="http://schemas.microsoft.com/office/powerpoint/2010/main" val="17813145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00" b="1">
                <a:solidFill>
                  <a:srgbClr val="FFFFFF"/>
                </a:solidFill>
                <a:latin typeface="Cambria" pitchFamily="34" charset="0"/>
                <a:ea typeface="Cambria" pitchFamily="34" charset="-122"/>
                <a:cs typeface="Cambria" pitchFamily="34" charset="-120"/>
              </a:rPr>
              <a:t>MINIMALNY STANDARD BEZPIECZEŃSTWA</a:t>
            </a:r>
            <a:endParaRPr lang="en-US" sz="2600"/>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i="1">
                <a:solidFill>
                  <a:srgbClr val="B7C6E6"/>
                </a:solidFill>
                <a:latin typeface="Calibri" pitchFamily="34" charset="0"/>
                <a:ea typeface="Calibri" pitchFamily="34" charset="-122"/>
                <a:cs typeface="Calibri" pitchFamily="34" charset="-120"/>
              </a:rPr>
              <a:t>Punkt wyjścia, poniżej którego ryzyko jest nieproporcjonalne</a:t>
            </a:r>
            <a:endParaRPr lang="en-US" sz="1533"/>
          </a:p>
        </p:txBody>
      </p:sp>
      <p:sp>
        <p:nvSpPr>
          <p:cNvPr id="5" name="Shape 3"/>
          <p:cNvSpPr/>
          <p:nvPr/>
        </p:nvSpPr>
        <p:spPr>
          <a:xfrm>
            <a:off x="609600"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04672" y="1840992"/>
            <a:ext cx="243840" cy="243840"/>
          </a:xfrm>
          <a:prstGeom prst="rect">
            <a:avLst/>
          </a:prstGeom>
          <a:solidFill>
            <a:srgbClr val="FFFFFF"/>
          </a:solidFill>
          <a:ln w="19050">
            <a:solidFill>
              <a:srgbClr val="2C4373"/>
            </a:solidFill>
            <a:prstDash val="solid"/>
          </a:ln>
        </p:spPr>
      </p:sp>
      <p:sp>
        <p:nvSpPr>
          <p:cNvPr id="7" name="Text 5"/>
          <p:cNvSpPr/>
          <p:nvPr/>
        </p:nvSpPr>
        <p:spPr>
          <a:xfrm>
            <a:off x="768096" y="2255520"/>
            <a:ext cx="2243328"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Szyfrowanie</a:t>
            </a:r>
            <a:endParaRPr lang="en-US" sz="2000"/>
          </a:p>
        </p:txBody>
      </p:sp>
      <p:sp>
        <p:nvSpPr>
          <p:cNvPr id="8" name="Text 6"/>
          <p:cNvSpPr/>
          <p:nvPr/>
        </p:nvSpPr>
        <p:spPr>
          <a:xfrm>
            <a:off x="768096" y="2865120"/>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err="1">
                <a:solidFill>
                  <a:srgbClr val="5B6472"/>
                </a:solidFill>
                <a:latin typeface="Calibri"/>
                <a:ea typeface="Calibri"/>
                <a:cs typeface="Calibri"/>
              </a:rPr>
              <a:t>komunikacji</a:t>
            </a:r>
            <a:r>
              <a:rPr lang="en-US" sz="1800">
                <a:solidFill>
                  <a:srgbClr val="5B6472"/>
                </a:solidFill>
                <a:latin typeface="Calibri"/>
                <a:ea typeface="Calibri"/>
                <a:cs typeface="Calibri"/>
              </a:rPr>
              <a:t> </a:t>
            </a:r>
            <a:r>
              <a:rPr lang="en-US"/>
              <a:t/>
            </a:r>
            <a:br>
              <a:rPr lang="en-US"/>
            </a:br>
            <a:r>
              <a:rPr lang="en-US" sz="1800" err="1">
                <a:solidFill>
                  <a:srgbClr val="5B6472"/>
                </a:solidFill>
                <a:latin typeface="Calibri"/>
                <a:ea typeface="Calibri"/>
                <a:cs typeface="Calibri"/>
              </a:rPr>
              <a:t>i</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przechowywanych</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danych</a:t>
            </a:r>
            <a:endParaRPr lang="en-US" sz="1800" err="1">
              <a:latin typeface="Calibri"/>
              <a:ea typeface="Calibri"/>
              <a:cs typeface="Calibri"/>
            </a:endParaRPr>
          </a:p>
        </p:txBody>
      </p:sp>
      <p:sp>
        <p:nvSpPr>
          <p:cNvPr id="9" name="Shape 7"/>
          <p:cNvSpPr/>
          <p:nvPr/>
        </p:nvSpPr>
        <p:spPr>
          <a:xfrm>
            <a:off x="3377184"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0" name="Shape 8"/>
          <p:cNvSpPr/>
          <p:nvPr/>
        </p:nvSpPr>
        <p:spPr>
          <a:xfrm>
            <a:off x="3572256" y="1840992"/>
            <a:ext cx="243840" cy="243840"/>
          </a:xfrm>
          <a:prstGeom prst="rect">
            <a:avLst/>
          </a:prstGeom>
          <a:solidFill>
            <a:srgbClr val="FFFFFF"/>
          </a:solidFill>
          <a:ln w="19050">
            <a:solidFill>
              <a:srgbClr val="2C4373"/>
            </a:solidFill>
            <a:prstDash val="solid"/>
          </a:ln>
        </p:spPr>
      </p:sp>
      <p:sp>
        <p:nvSpPr>
          <p:cNvPr id="11" name="Text 9"/>
          <p:cNvSpPr/>
          <p:nvPr/>
        </p:nvSpPr>
        <p:spPr>
          <a:xfrm>
            <a:off x="3535680" y="2255520"/>
            <a:ext cx="2243328"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Kontrola dostępu</a:t>
            </a:r>
            <a:endParaRPr lang="en-US" sz="2000"/>
          </a:p>
        </p:txBody>
      </p:sp>
      <p:sp>
        <p:nvSpPr>
          <p:cNvPr id="12" name="Text 10"/>
          <p:cNvSpPr/>
          <p:nvPr/>
        </p:nvSpPr>
        <p:spPr>
          <a:xfrm>
            <a:off x="3535680" y="2865120"/>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err="1">
                <a:solidFill>
                  <a:srgbClr val="5B6472"/>
                </a:solidFill>
                <a:latin typeface="Calibri"/>
                <a:ea typeface="Calibri"/>
                <a:cs typeface="Calibri"/>
              </a:rPr>
              <a:t>kto</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i</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na</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jakich</a:t>
            </a:r>
            <a:r>
              <a:rPr lang="en-US" sz="1800">
                <a:solidFill>
                  <a:srgbClr val="5B6472"/>
                </a:solidFill>
                <a:latin typeface="Calibri"/>
                <a:ea typeface="Calibri"/>
                <a:cs typeface="Calibri"/>
              </a:rPr>
              <a:t> </a:t>
            </a:r>
            <a:r>
              <a:rPr lang="en-US"/>
              <a:t/>
            </a:r>
            <a:br>
              <a:rPr lang="en-US"/>
            </a:br>
            <a:r>
              <a:rPr lang="en-US" sz="1800" err="1">
                <a:solidFill>
                  <a:srgbClr val="5B6472"/>
                </a:solidFill>
                <a:latin typeface="Calibri"/>
                <a:ea typeface="Calibri"/>
                <a:cs typeface="Calibri"/>
              </a:rPr>
              <a:t>zasadach</a:t>
            </a:r>
            <a:r>
              <a:rPr lang="en-US" sz="1800">
                <a:solidFill>
                  <a:srgbClr val="5B6472"/>
                </a:solidFill>
                <a:latin typeface="Calibri"/>
                <a:ea typeface="Calibri"/>
                <a:cs typeface="Calibri"/>
              </a:rPr>
              <a:t> ma </a:t>
            </a:r>
            <a:r>
              <a:rPr lang="en-US" sz="1800" err="1">
                <a:solidFill>
                  <a:srgbClr val="5B6472"/>
                </a:solidFill>
                <a:latin typeface="Calibri"/>
                <a:ea typeface="Calibri"/>
                <a:cs typeface="Calibri"/>
              </a:rPr>
              <a:t>wgląd</a:t>
            </a:r>
            <a:endParaRPr lang="en-US" sz="1800" err="1">
              <a:latin typeface="Calibri"/>
              <a:ea typeface="Calibri"/>
              <a:cs typeface="Calibri"/>
            </a:endParaRPr>
          </a:p>
        </p:txBody>
      </p:sp>
      <p:sp>
        <p:nvSpPr>
          <p:cNvPr id="13" name="Shape 11"/>
          <p:cNvSpPr/>
          <p:nvPr/>
        </p:nvSpPr>
        <p:spPr>
          <a:xfrm>
            <a:off x="6132576"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4" name="Shape 12"/>
          <p:cNvSpPr/>
          <p:nvPr/>
        </p:nvSpPr>
        <p:spPr>
          <a:xfrm>
            <a:off x="6327648" y="1840992"/>
            <a:ext cx="243840" cy="243840"/>
          </a:xfrm>
          <a:prstGeom prst="rect">
            <a:avLst/>
          </a:prstGeom>
          <a:solidFill>
            <a:srgbClr val="FFFFFF"/>
          </a:solidFill>
          <a:ln w="19050">
            <a:solidFill>
              <a:srgbClr val="2C4373"/>
            </a:solidFill>
            <a:prstDash val="solid"/>
          </a:ln>
        </p:spPr>
      </p:sp>
      <p:sp>
        <p:nvSpPr>
          <p:cNvPr id="15" name="Text 13"/>
          <p:cNvSpPr/>
          <p:nvPr/>
        </p:nvSpPr>
        <p:spPr>
          <a:xfrm>
            <a:off x="6291072" y="2255520"/>
            <a:ext cx="2243328"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Silne hasła i MFA</a:t>
            </a:r>
            <a:endParaRPr lang="en-US" sz="2000"/>
          </a:p>
        </p:txBody>
      </p:sp>
      <p:sp>
        <p:nvSpPr>
          <p:cNvPr id="16" name="Text 14"/>
          <p:cNvSpPr/>
          <p:nvPr/>
        </p:nvSpPr>
        <p:spPr>
          <a:xfrm>
            <a:off x="6291072" y="2865120"/>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uwierzytelnianie wieloczynnikowe</a:t>
            </a:r>
            <a:endParaRPr lang="en-US" sz="1800"/>
          </a:p>
        </p:txBody>
      </p:sp>
      <p:sp>
        <p:nvSpPr>
          <p:cNvPr id="17" name="Shape 15"/>
          <p:cNvSpPr/>
          <p:nvPr/>
        </p:nvSpPr>
        <p:spPr>
          <a:xfrm>
            <a:off x="8900160"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Shape 16"/>
          <p:cNvSpPr/>
          <p:nvPr/>
        </p:nvSpPr>
        <p:spPr>
          <a:xfrm>
            <a:off x="9095232" y="1840992"/>
            <a:ext cx="243840" cy="243840"/>
          </a:xfrm>
          <a:prstGeom prst="rect">
            <a:avLst/>
          </a:prstGeom>
          <a:solidFill>
            <a:srgbClr val="FFFFFF"/>
          </a:solidFill>
          <a:ln w="19050">
            <a:solidFill>
              <a:srgbClr val="2C4373"/>
            </a:solidFill>
            <a:prstDash val="solid"/>
          </a:ln>
        </p:spPr>
      </p:sp>
      <p:sp>
        <p:nvSpPr>
          <p:cNvPr id="19" name="Text 17"/>
          <p:cNvSpPr/>
          <p:nvPr/>
        </p:nvSpPr>
        <p:spPr>
          <a:xfrm>
            <a:off x="9058656" y="2255520"/>
            <a:ext cx="2243328"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Aktualizacje</a:t>
            </a:r>
            <a:endParaRPr lang="en-US" sz="2000"/>
          </a:p>
        </p:txBody>
      </p:sp>
      <p:sp>
        <p:nvSpPr>
          <p:cNvPr id="20" name="Text 18"/>
          <p:cNvSpPr/>
          <p:nvPr/>
        </p:nvSpPr>
        <p:spPr>
          <a:xfrm>
            <a:off x="9058656" y="2865120"/>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regularne łatanie znanych podatności</a:t>
            </a:r>
            <a:endParaRPr lang="en-US" sz="1800"/>
          </a:p>
        </p:txBody>
      </p:sp>
      <p:sp>
        <p:nvSpPr>
          <p:cNvPr id="21" name="Shape 19"/>
          <p:cNvSpPr/>
          <p:nvPr/>
        </p:nvSpPr>
        <p:spPr>
          <a:xfrm>
            <a:off x="2097024" y="3840480"/>
            <a:ext cx="268224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2" name="Shape 20"/>
          <p:cNvSpPr/>
          <p:nvPr/>
        </p:nvSpPr>
        <p:spPr>
          <a:xfrm>
            <a:off x="2292096" y="4035552"/>
            <a:ext cx="243840" cy="243840"/>
          </a:xfrm>
          <a:prstGeom prst="rect">
            <a:avLst/>
          </a:prstGeom>
          <a:solidFill>
            <a:srgbClr val="FFFFFF"/>
          </a:solidFill>
          <a:ln w="19050">
            <a:solidFill>
              <a:srgbClr val="2C4373"/>
            </a:solidFill>
            <a:prstDash val="solid"/>
          </a:ln>
        </p:spPr>
      </p:sp>
      <p:sp>
        <p:nvSpPr>
          <p:cNvPr id="23" name="Text 21"/>
          <p:cNvSpPr/>
          <p:nvPr/>
        </p:nvSpPr>
        <p:spPr>
          <a:xfrm>
            <a:off x="2255520" y="4450080"/>
            <a:ext cx="2365248"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Testowane kopie zapasowe</a:t>
            </a:r>
            <a:endParaRPr lang="en-US" sz="2000"/>
          </a:p>
        </p:txBody>
      </p:sp>
      <p:sp>
        <p:nvSpPr>
          <p:cNvPr id="24" name="Text 22"/>
          <p:cNvSpPr/>
          <p:nvPr/>
        </p:nvSpPr>
        <p:spPr>
          <a:xfrm>
            <a:off x="2255520" y="5059680"/>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nie tylko teoretycznie istniejące</a:t>
            </a:r>
            <a:endParaRPr lang="en-US" sz="1800"/>
          </a:p>
        </p:txBody>
      </p:sp>
      <p:sp>
        <p:nvSpPr>
          <p:cNvPr id="25" name="Shape 23"/>
          <p:cNvSpPr/>
          <p:nvPr/>
        </p:nvSpPr>
        <p:spPr>
          <a:xfrm>
            <a:off x="5084064" y="3840480"/>
            <a:ext cx="268224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5279136" y="4035552"/>
            <a:ext cx="243840" cy="243840"/>
          </a:xfrm>
          <a:prstGeom prst="rect">
            <a:avLst/>
          </a:prstGeom>
          <a:solidFill>
            <a:srgbClr val="FFFFFF"/>
          </a:solidFill>
          <a:ln w="19050">
            <a:solidFill>
              <a:srgbClr val="2C4373"/>
            </a:solidFill>
            <a:prstDash val="solid"/>
          </a:ln>
        </p:spPr>
      </p:sp>
      <p:sp>
        <p:nvSpPr>
          <p:cNvPr id="27" name="Text 25"/>
          <p:cNvSpPr/>
          <p:nvPr/>
        </p:nvSpPr>
        <p:spPr>
          <a:xfrm>
            <a:off x="5242560" y="4450080"/>
            <a:ext cx="2365248"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Polityka retencji danych</a:t>
            </a:r>
            <a:endParaRPr lang="en-US" sz="2000"/>
          </a:p>
        </p:txBody>
      </p:sp>
      <p:sp>
        <p:nvSpPr>
          <p:cNvPr id="28" name="Text 26"/>
          <p:cNvSpPr/>
          <p:nvPr/>
        </p:nvSpPr>
        <p:spPr>
          <a:xfrm>
            <a:off x="5242560" y="5059680"/>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jak długo i dlaczego przechowujemy</a:t>
            </a:r>
            <a:endParaRPr lang="en-US" sz="1800"/>
          </a:p>
        </p:txBody>
      </p:sp>
      <p:sp>
        <p:nvSpPr>
          <p:cNvPr id="29" name="Shape 27"/>
          <p:cNvSpPr/>
          <p:nvPr/>
        </p:nvSpPr>
        <p:spPr>
          <a:xfrm>
            <a:off x="8071104" y="3840480"/>
            <a:ext cx="268224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0" name="Shape 28"/>
          <p:cNvSpPr/>
          <p:nvPr/>
        </p:nvSpPr>
        <p:spPr>
          <a:xfrm>
            <a:off x="8266176" y="4035552"/>
            <a:ext cx="243840" cy="243840"/>
          </a:xfrm>
          <a:prstGeom prst="rect">
            <a:avLst/>
          </a:prstGeom>
          <a:solidFill>
            <a:srgbClr val="FFFFFF"/>
          </a:solidFill>
          <a:ln w="19050">
            <a:solidFill>
              <a:srgbClr val="2C4373"/>
            </a:solidFill>
            <a:prstDash val="solid"/>
          </a:ln>
        </p:spPr>
      </p:sp>
      <p:sp>
        <p:nvSpPr>
          <p:cNvPr id="31" name="Text 29"/>
          <p:cNvSpPr/>
          <p:nvPr/>
        </p:nvSpPr>
        <p:spPr>
          <a:xfrm>
            <a:off x="8229600" y="4450080"/>
            <a:ext cx="2365248"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Rozdzielone kanały</a:t>
            </a:r>
            <a:endParaRPr lang="en-US" sz="2000"/>
          </a:p>
        </p:txBody>
      </p:sp>
      <p:sp>
        <p:nvSpPr>
          <p:cNvPr id="32" name="Text 30"/>
          <p:cNvSpPr/>
          <p:nvPr/>
        </p:nvSpPr>
        <p:spPr>
          <a:xfrm>
            <a:off x="8229600" y="5059680"/>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err="1">
                <a:solidFill>
                  <a:srgbClr val="5B6472"/>
                </a:solidFill>
                <a:latin typeface="Calibri"/>
                <a:ea typeface="Calibri"/>
                <a:cs typeface="Calibri"/>
              </a:rPr>
              <a:t>prywatne</a:t>
            </a:r>
            <a:r>
              <a:rPr lang="en-US" sz="1800">
                <a:solidFill>
                  <a:srgbClr val="5B6472"/>
                </a:solidFill>
                <a:latin typeface="Calibri"/>
                <a:ea typeface="Calibri"/>
                <a:cs typeface="Calibri"/>
              </a:rPr>
              <a:t> </a:t>
            </a:r>
            <a:r>
              <a:rPr lang="en-US" sz="1800" err="1">
                <a:solidFill>
                  <a:srgbClr val="5B6472"/>
                </a:solidFill>
                <a:latin typeface="Calibri"/>
                <a:ea typeface="Calibri"/>
                <a:cs typeface="Calibri"/>
              </a:rPr>
              <a:t>osobno</a:t>
            </a:r>
            <a:r>
              <a:rPr lang="en-US" sz="1800">
                <a:solidFill>
                  <a:srgbClr val="5B6472"/>
                </a:solidFill>
                <a:latin typeface="Calibri"/>
                <a:ea typeface="Calibri"/>
                <a:cs typeface="Calibri"/>
              </a:rPr>
              <a:t> </a:t>
            </a:r>
            <a:r>
              <a:rPr lang="en-US"/>
              <a:t/>
            </a:r>
            <a:br>
              <a:rPr lang="en-US"/>
            </a:br>
            <a:r>
              <a:rPr lang="en-US" sz="1800">
                <a:solidFill>
                  <a:srgbClr val="5B6472"/>
                </a:solidFill>
                <a:latin typeface="Calibri"/>
                <a:ea typeface="Calibri"/>
                <a:cs typeface="Calibri"/>
              </a:rPr>
              <a:t>od </a:t>
            </a:r>
            <a:r>
              <a:rPr lang="en-US" sz="1800" err="1">
                <a:solidFill>
                  <a:srgbClr val="5B6472"/>
                </a:solidFill>
                <a:latin typeface="Calibri"/>
                <a:ea typeface="Calibri"/>
                <a:cs typeface="Calibri"/>
              </a:rPr>
              <a:t>zawodowych</a:t>
            </a:r>
            <a:endParaRPr lang="en-US" sz="1800" err="1">
              <a:latin typeface="Calibri"/>
              <a:ea typeface="Calibri"/>
              <a:cs typeface="Calibri"/>
            </a:endParaRPr>
          </a:p>
        </p:txBody>
      </p:sp>
      <p:sp>
        <p:nvSpPr>
          <p:cNvPr id="33" name="Text 31"/>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48  ·  Sekcja V</a:t>
            </a:r>
            <a:endParaRPr lang="en-US" sz="1067"/>
          </a:p>
        </p:txBody>
      </p:sp>
    </p:spTree>
    <p:extLst>
      <p:ext uri="{BB962C8B-B14F-4D97-AF65-F5344CB8AC3E}">
        <p14:creationId xmlns:p14="http://schemas.microsoft.com/office/powerpoint/2010/main" val="3000072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00" b="1">
                <a:solidFill>
                  <a:srgbClr val="FFFFFF"/>
                </a:solidFill>
                <a:latin typeface="Cambria" pitchFamily="34" charset="0"/>
                <a:ea typeface="Cambria" pitchFamily="34" charset="-122"/>
                <a:cs typeface="Cambria" pitchFamily="34" charset="-120"/>
              </a:rPr>
              <a:t>PRYWATNOŚĆ KLIENTA W PRAKTYCE</a:t>
            </a:r>
            <a:endParaRPr lang="en-US" sz="2600"/>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i="1">
                <a:solidFill>
                  <a:srgbClr val="B7C6E6"/>
                </a:solidFill>
                <a:latin typeface="Calibri" pitchFamily="34" charset="0"/>
                <a:ea typeface="Calibri" pitchFamily="34" charset="-122"/>
                <a:cs typeface="Calibri" pitchFamily="34" charset="-120"/>
              </a:rPr>
              <a:t>Konkretne działania niezależne od jakości platformy</a:t>
            </a:r>
            <a:endParaRPr lang="en-US" sz="1533"/>
          </a:p>
        </p:txBody>
      </p:sp>
      <p:sp>
        <p:nvSpPr>
          <p:cNvPr id="5" name="Shape 3"/>
          <p:cNvSpPr/>
          <p:nvPr/>
        </p:nvSpPr>
        <p:spPr>
          <a:xfrm>
            <a:off x="60960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865376"/>
            <a:ext cx="121920" cy="121920"/>
          </a:xfrm>
          <a:prstGeom prst="ellipse">
            <a:avLst/>
          </a:prstGeom>
          <a:solidFill>
            <a:srgbClr val="3D63B3"/>
          </a:solidFill>
          <a:ln w="12700">
            <a:solidFill>
              <a:srgbClr val="3D63B3"/>
            </a:solidFill>
            <a:prstDash val="solid"/>
          </a:ln>
        </p:spPr>
      </p:sp>
      <p:sp>
        <p:nvSpPr>
          <p:cNvPr id="7" name="Text 5"/>
          <p:cNvSpPr/>
          <p:nvPr/>
        </p:nvSpPr>
        <p:spPr>
          <a:xfrm>
            <a:off x="1097280" y="1767840"/>
            <a:ext cx="27432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200" b="1">
                <a:solidFill>
                  <a:srgbClr val="1B2A56"/>
                </a:solidFill>
                <a:latin typeface="Cambria" pitchFamily="34" charset="0"/>
                <a:ea typeface="Cambria" pitchFamily="34" charset="-122"/>
                <a:cs typeface="Cambria" pitchFamily="34" charset="-120"/>
              </a:rPr>
              <a:t>Słuchawki klienta</a:t>
            </a:r>
            <a:endParaRPr lang="en-US" sz="2200"/>
          </a:p>
        </p:txBody>
      </p:sp>
      <p:sp>
        <p:nvSpPr>
          <p:cNvPr id="8" name="Text 6"/>
          <p:cNvSpPr/>
          <p:nvPr/>
        </p:nvSpPr>
        <p:spPr>
          <a:xfrm>
            <a:off x="829056" y="2523744"/>
            <a:ext cx="2974848" cy="914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ochrona przed odsłuchaniem przez osoby trzecie</a:t>
            </a:r>
            <a:endParaRPr lang="en-US" sz="2000"/>
          </a:p>
        </p:txBody>
      </p:sp>
      <p:sp>
        <p:nvSpPr>
          <p:cNvPr id="9" name="Shape 7"/>
          <p:cNvSpPr/>
          <p:nvPr/>
        </p:nvSpPr>
        <p:spPr>
          <a:xfrm>
            <a:off x="438912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0" name="Shape 8"/>
          <p:cNvSpPr/>
          <p:nvPr/>
        </p:nvSpPr>
        <p:spPr>
          <a:xfrm>
            <a:off x="4608576" y="1865376"/>
            <a:ext cx="121920" cy="121920"/>
          </a:xfrm>
          <a:prstGeom prst="ellipse">
            <a:avLst/>
          </a:prstGeom>
          <a:solidFill>
            <a:srgbClr val="3D63B3"/>
          </a:solidFill>
          <a:ln w="12700">
            <a:solidFill>
              <a:srgbClr val="3D63B3"/>
            </a:solidFill>
            <a:prstDash val="solid"/>
          </a:ln>
        </p:spPr>
      </p:sp>
      <p:sp>
        <p:nvSpPr>
          <p:cNvPr id="11" name="Text 9"/>
          <p:cNvSpPr/>
          <p:nvPr/>
        </p:nvSpPr>
        <p:spPr>
          <a:xfrm>
            <a:off x="4876800" y="1767840"/>
            <a:ext cx="27432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200" b="1">
                <a:solidFill>
                  <a:srgbClr val="1B2A56"/>
                </a:solidFill>
                <a:latin typeface="Cambria" pitchFamily="34" charset="0"/>
                <a:ea typeface="Cambria" pitchFamily="34" charset="-122"/>
                <a:cs typeface="Cambria" pitchFamily="34" charset="-120"/>
              </a:rPr>
              <a:t>Brak osób trzecich</a:t>
            </a:r>
            <a:endParaRPr lang="en-US" sz="2200"/>
          </a:p>
        </p:txBody>
      </p:sp>
      <p:sp>
        <p:nvSpPr>
          <p:cNvPr id="12" name="Text 10"/>
          <p:cNvSpPr/>
          <p:nvPr/>
        </p:nvSpPr>
        <p:spPr>
          <a:xfrm>
            <a:off x="4608576" y="2523744"/>
            <a:ext cx="2974848" cy="914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w pomieszczeniu podczas sesji</a:t>
            </a:r>
            <a:endParaRPr lang="en-US" sz="2000"/>
          </a:p>
        </p:txBody>
      </p:sp>
      <p:sp>
        <p:nvSpPr>
          <p:cNvPr id="13" name="Shape 11"/>
          <p:cNvSpPr/>
          <p:nvPr/>
        </p:nvSpPr>
        <p:spPr>
          <a:xfrm>
            <a:off x="8168640" y="164592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4" name="Shape 12"/>
          <p:cNvSpPr/>
          <p:nvPr/>
        </p:nvSpPr>
        <p:spPr>
          <a:xfrm>
            <a:off x="8388096" y="1865376"/>
            <a:ext cx="121920" cy="121920"/>
          </a:xfrm>
          <a:prstGeom prst="ellipse">
            <a:avLst/>
          </a:prstGeom>
          <a:solidFill>
            <a:srgbClr val="3D63B3"/>
          </a:solidFill>
          <a:ln w="12700">
            <a:solidFill>
              <a:srgbClr val="3D63B3"/>
            </a:solidFill>
            <a:prstDash val="solid"/>
          </a:ln>
        </p:spPr>
      </p:sp>
      <p:sp>
        <p:nvSpPr>
          <p:cNvPr id="15" name="Text 13"/>
          <p:cNvSpPr/>
          <p:nvPr/>
        </p:nvSpPr>
        <p:spPr>
          <a:xfrm>
            <a:off x="8656320" y="1767840"/>
            <a:ext cx="27432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200" b="1">
                <a:solidFill>
                  <a:srgbClr val="1B2A56"/>
                </a:solidFill>
                <a:latin typeface="Cambria" pitchFamily="34" charset="0"/>
                <a:ea typeface="Cambria" pitchFamily="34" charset="-122"/>
                <a:cs typeface="Cambria" pitchFamily="34" charset="-120"/>
              </a:rPr>
              <a:t>Świadoma zgoda</a:t>
            </a:r>
            <a:endParaRPr lang="en-US" sz="2200"/>
          </a:p>
        </p:txBody>
      </p:sp>
      <p:sp>
        <p:nvSpPr>
          <p:cNvPr id="16" name="Text 14"/>
          <p:cNvSpPr/>
          <p:nvPr/>
        </p:nvSpPr>
        <p:spPr>
          <a:xfrm>
            <a:off x="8388096" y="2523744"/>
            <a:ext cx="2974848" cy="914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err="1">
                <a:solidFill>
                  <a:srgbClr val="5B6472"/>
                </a:solidFill>
                <a:latin typeface="Calibri"/>
                <a:ea typeface="Calibri"/>
                <a:cs typeface="Calibri"/>
              </a:rPr>
              <a:t>klient</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rozumie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na</a:t>
            </a:r>
            <a:r>
              <a:rPr lang="en-US" sz="2000">
                <a:solidFill>
                  <a:srgbClr val="5B6472"/>
                </a:solidFill>
                <a:latin typeface="Calibri"/>
                <a:ea typeface="Calibri"/>
                <a:cs typeface="Calibri"/>
              </a:rPr>
              <a:t> co </a:t>
            </a:r>
            <a:r>
              <a:rPr lang="en-US" sz="2000" err="1">
                <a:solidFill>
                  <a:srgbClr val="5B6472"/>
                </a:solidFill>
                <a:latin typeface="Calibri"/>
                <a:ea typeface="Calibri"/>
                <a:cs typeface="Calibri"/>
              </a:rPr>
              <a:t>się</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zgadza</a:t>
            </a:r>
            <a:r>
              <a:rPr lang="en-US" sz="2000">
                <a:solidFill>
                  <a:srgbClr val="5B6472"/>
                </a:solidFill>
                <a:latin typeface="Calibri"/>
                <a:ea typeface="Calibri"/>
                <a:cs typeface="Calibri"/>
              </a:rPr>
              <a:t>, a </a:t>
            </a:r>
            <a:r>
              <a:rPr lang="en-US" sz="2000" err="1">
                <a:solidFill>
                  <a:srgbClr val="5B6472"/>
                </a:solidFill>
                <a:latin typeface="Calibri"/>
                <a:ea typeface="Calibri"/>
                <a:cs typeface="Calibri"/>
              </a:rPr>
              <a:t>nie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tylko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podpisuje</a:t>
            </a:r>
            <a:endParaRPr lang="en-US" sz="2000" err="1">
              <a:latin typeface="Calibri"/>
              <a:ea typeface="Calibri"/>
              <a:cs typeface="Calibri"/>
            </a:endParaRPr>
          </a:p>
        </p:txBody>
      </p:sp>
      <p:sp>
        <p:nvSpPr>
          <p:cNvPr id="17" name="Shape 15"/>
          <p:cNvSpPr/>
          <p:nvPr/>
        </p:nvSpPr>
        <p:spPr>
          <a:xfrm>
            <a:off x="60960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Shape 16"/>
          <p:cNvSpPr/>
          <p:nvPr/>
        </p:nvSpPr>
        <p:spPr>
          <a:xfrm>
            <a:off x="829056" y="3938016"/>
            <a:ext cx="121920" cy="121920"/>
          </a:xfrm>
          <a:prstGeom prst="ellipse">
            <a:avLst/>
          </a:prstGeom>
          <a:solidFill>
            <a:srgbClr val="3D63B3"/>
          </a:solidFill>
          <a:ln w="12700">
            <a:solidFill>
              <a:srgbClr val="3D63B3"/>
            </a:solidFill>
            <a:prstDash val="solid"/>
          </a:ln>
        </p:spPr>
      </p:sp>
      <p:sp>
        <p:nvSpPr>
          <p:cNvPr id="19" name="Text 17"/>
          <p:cNvSpPr/>
          <p:nvPr/>
        </p:nvSpPr>
        <p:spPr>
          <a:xfrm>
            <a:off x="1097280" y="3840480"/>
            <a:ext cx="27432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200" b="1" err="1">
                <a:solidFill>
                  <a:srgbClr val="1B2A56"/>
                </a:solidFill>
                <a:latin typeface="Cambria"/>
                <a:ea typeface="Cambria"/>
                <a:cs typeface="Cambria" pitchFamily="34" charset="-120"/>
              </a:rPr>
              <a:t>Informowanie</a:t>
            </a:r>
            <a:r>
              <a:rPr lang="en-US" sz="2200" b="1">
                <a:solidFill>
                  <a:srgbClr val="1B2A56"/>
                </a:solidFill>
                <a:latin typeface="Cambria"/>
                <a:ea typeface="Cambria"/>
                <a:cs typeface="Cambria" pitchFamily="34" charset="-120"/>
              </a:rPr>
              <a:t> </a:t>
            </a:r>
            <a:r>
              <a:rPr lang="en-US"/>
              <a:t/>
            </a:r>
            <a:br>
              <a:rPr lang="en-US"/>
            </a:br>
            <a:r>
              <a:rPr lang="en-US" sz="2200" b="1">
                <a:solidFill>
                  <a:srgbClr val="1B2A56"/>
                </a:solidFill>
                <a:latin typeface="Cambria"/>
                <a:ea typeface="Cambria"/>
                <a:cs typeface="Cambria" pitchFamily="34" charset="-120"/>
              </a:rPr>
              <a:t>o </a:t>
            </a:r>
            <a:r>
              <a:rPr lang="en-US" sz="2200" b="1" err="1">
                <a:solidFill>
                  <a:srgbClr val="1B2A56"/>
                </a:solidFill>
                <a:latin typeface="Cambria"/>
                <a:ea typeface="Cambria"/>
                <a:cs typeface="Cambria" pitchFamily="34" charset="-120"/>
              </a:rPr>
              <a:t>ograniczeniach</a:t>
            </a:r>
            <a:endParaRPr lang="en-US" sz="2200" err="1">
              <a:latin typeface="Cambria"/>
              <a:ea typeface="Cambria"/>
            </a:endParaRPr>
          </a:p>
        </p:txBody>
      </p:sp>
      <p:sp>
        <p:nvSpPr>
          <p:cNvPr id="20" name="Text 18"/>
          <p:cNvSpPr/>
          <p:nvPr/>
        </p:nvSpPr>
        <p:spPr>
          <a:xfrm>
            <a:off x="829056" y="4596384"/>
            <a:ext cx="2974848" cy="914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err="1">
                <a:solidFill>
                  <a:srgbClr val="5B6472"/>
                </a:solidFill>
                <a:latin typeface="Calibri"/>
                <a:ea typeface="Calibri"/>
                <a:cs typeface="Calibri"/>
              </a:rPr>
              <a:t>czego</a:t>
            </a:r>
            <a:r>
              <a:rPr lang="en-US" sz="2000">
                <a:solidFill>
                  <a:srgbClr val="5B6472"/>
                </a:solidFill>
                <a:latin typeface="Calibri"/>
                <a:ea typeface="Calibri"/>
                <a:cs typeface="Calibri"/>
              </a:rPr>
              <a:t> dana </a:t>
            </a:r>
            <a:r>
              <a:rPr lang="en-US" sz="2000" err="1">
                <a:solidFill>
                  <a:srgbClr val="5B6472"/>
                </a:solidFill>
                <a:latin typeface="Calibri"/>
                <a:ea typeface="Calibri"/>
                <a:cs typeface="Calibri"/>
              </a:rPr>
              <a:t>platforma</a:t>
            </a:r>
            <a:r>
              <a:rPr lang="en-US" sz="2000">
                <a:solidFill>
                  <a:srgbClr val="5B6472"/>
                </a:solidFill>
                <a:latin typeface="Calibri"/>
                <a:ea typeface="Calibri"/>
                <a:cs typeface="Calibri"/>
              </a:rPr>
              <a:t> </a:t>
            </a:r>
            <a:r>
              <a:rPr lang="en-US"/>
              <a:t/>
            </a:r>
            <a:br>
              <a:rPr lang="en-US"/>
            </a:br>
            <a:r>
              <a:rPr lang="en-US" sz="2000">
                <a:solidFill>
                  <a:srgbClr val="5B6472"/>
                </a:solidFill>
                <a:latin typeface="Calibri"/>
                <a:ea typeface="Calibri"/>
                <a:cs typeface="Calibri"/>
              </a:rPr>
              <a:t>nie </a:t>
            </a:r>
            <a:r>
              <a:rPr lang="en-US" sz="2000" err="1">
                <a:solidFill>
                  <a:srgbClr val="5B6472"/>
                </a:solidFill>
                <a:latin typeface="Calibri"/>
                <a:ea typeface="Calibri"/>
                <a:cs typeface="Calibri"/>
              </a:rPr>
              <a:t>gwarantuje</a:t>
            </a:r>
            <a:endParaRPr lang="en-US" sz="2000" err="1">
              <a:latin typeface="Calibri"/>
              <a:ea typeface="Calibri"/>
              <a:cs typeface="Calibri"/>
            </a:endParaRPr>
          </a:p>
        </p:txBody>
      </p:sp>
      <p:sp>
        <p:nvSpPr>
          <p:cNvPr id="21" name="Shape 19"/>
          <p:cNvSpPr/>
          <p:nvPr/>
        </p:nvSpPr>
        <p:spPr>
          <a:xfrm>
            <a:off x="438912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2" name="Shape 20"/>
          <p:cNvSpPr/>
          <p:nvPr/>
        </p:nvSpPr>
        <p:spPr>
          <a:xfrm>
            <a:off x="4608576" y="3938016"/>
            <a:ext cx="121920" cy="121920"/>
          </a:xfrm>
          <a:prstGeom prst="ellipse">
            <a:avLst/>
          </a:prstGeom>
          <a:solidFill>
            <a:srgbClr val="3D63B3"/>
          </a:solidFill>
          <a:ln w="12700">
            <a:solidFill>
              <a:srgbClr val="3D63B3"/>
            </a:solidFill>
            <a:prstDash val="solid"/>
          </a:ln>
        </p:spPr>
      </p:sp>
      <p:sp>
        <p:nvSpPr>
          <p:cNvPr id="23" name="Text 21"/>
          <p:cNvSpPr/>
          <p:nvPr/>
        </p:nvSpPr>
        <p:spPr>
          <a:xfrm>
            <a:off x="4876800" y="3840480"/>
            <a:ext cx="27432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200" b="1">
                <a:solidFill>
                  <a:srgbClr val="1B2A56"/>
                </a:solidFill>
                <a:latin typeface="Cambria" pitchFamily="34" charset="0"/>
                <a:ea typeface="Cambria" pitchFamily="34" charset="-122"/>
                <a:cs typeface="Cambria" pitchFamily="34" charset="-120"/>
              </a:rPr>
              <a:t>Kontrola nagrywania</a:t>
            </a:r>
            <a:endParaRPr lang="en-US" sz="2200"/>
          </a:p>
        </p:txBody>
      </p:sp>
      <p:sp>
        <p:nvSpPr>
          <p:cNvPr id="24" name="Text 22"/>
          <p:cNvSpPr/>
          <p:nvPr/>
        </p:nvSpPr>
        <p:spPr>
          <a:xfrm>
            <a:off x="4608576" y="4596384"/>
            <a:ext cx="2974848" cy="914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kto, kiedy i na jakich zasadach może nagrywać</a:t>
            </a:r>
            <a:endParaRPr lang="en-US" sz="2000"/>
          </a:p>
        </p:txBody>
      </p:sp>
      <p:sp>
        <p:nvSpPr>
          <p:cNvPr id="25" name="Shape 23"/>
          <p:cNvSpPr/>
          <p:nvPr/>
        </p:nvSpPr>
        <p:spPr>
          <a:xfrm>
            <a:off x="8168640" y="3718560"/>
            <a:ext cx="3413760" cy="188976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8388096" y="3938016"/>
            <a:ext cx="121920" cy="121920"/>
          </a:xfrm>
          <a:prstGeom prst="ellipse">
            <a:avLst/>
          </a:prstGeom>
          <a:solidFill>
            <a:srgbClr val="3D63B3"/>
          </a:solidFill>
          <a:ln w="12700">
            <a:solidFill>
              <a:srgbClr val="3D63B3"/>
            </a:solidFill>
            <a:prstDash val="solid"/>
          </a:ln>
        </p:spPr>
      </p:sp>
      <p:sp>
        <p:nvSpPr>
          <p:cNvPr id="27" name="Text 25"/>
          <p:cNvSpPr/>
          <p:nvPr/>
        </p:nvSpPr>
        <p:spPr>
          <a:xfrm>
            <a:off x="8656320" y="3840480"/>
            <a:ext cx="27432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200" b="1">
                <a:solidFill>
                  <a:srgbClr val="1B2A56"/>
                </a:solidFill>
                <a:latin typeface="Cambria" pitchFamily="34" charset="0"/>
                <a:ea typeface="Cambria" pitchFamily="34" charset="-122"/>
                <a:cs typeface="Cambria" pitchFamily="34" charset="-120"/>
              </a:rPr>
              <a:t>Dostęp do urządzenia</a:t>
            </a:r>
            <a:endParaRPr lang="en-US" sz="2200"/>
          </a:p>
        </p:txBody>
      </p:sp>
      <p:sp>
        <p:nvSpPr>
          <p:cNvPr id="28" name="Text 26"/>
          <p:cNvSpPr/>
          <p:nvPr/>
        </p:nvSpPr>
        <p:spPr>
          <a:xfrm>
            <a:off x="8388096" y="4596384"/>
            <a:ext cx="2974848" cy="914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kto jeszcze może mieć wgląd w aplikację lub konto</a:t>
            </a:r>
            <a:endParaRPr lang="en-US" sz="2000"/>
          </a:p>
        </p:txBody>
      </p:sp>
      <p:sp>
        <p:nvSpPr>
          <p:cNvPr id="29" name="Shape 27"/>
          <p:cNvSpPr/>
          <p:nvPr/>
        </p:nvSpPr>
        <p:spPr>
          <a:xfrm>
            <a:off x="609600" y="5730240"/>
            <a:ext cx="10972800" cy="670560"/>
          </a:xfrm>
          <a:prstGeom prst="roundRect">
            <a:avLst>
              <a:gd name="adj" fmla="val 10909"/>
            </a:avLst>
          </a:prstGeom>
          <a:solidFill>
            <a:srgbClr val="EAF0FB"/>
          </a:solidFill>
          <a:ln w="12700">
            <a:solidFill>
              <a:srgbClr val="EAF0FB"/>
            </a:solidFill>
            <a:prstDash val="solid"/>
          </a:ln>
        </p:spPr>
      </p:sp>
      <p:sp>
        <p:nvSpPr>
          <p:cNvPr id="30" name="Text 28"/>
          <p:cNvSpPr/>
          <p:nvPr/>
        </p:nvSpPr>
        <p:spPr>
          <a:xfrm>
            <a:off x="914400" y="5803392"/>
            <a:ext cx="10485120" cy="524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2000" dirty="0">
                <a:solidFill>
                  <a:srgbClr val="1B2A56"/>
                </a:solidFill>
                <a:latin typeface="Calibri"/>
                <a:ea typeface="Calibri"/>
                <a:cs typeface="Calibri"/>
              </a:rPr>
              <a:t>Praktyki niezależne od jakości platformy, czy zabezpieczeń systemowych - odpowiedzialność terapeuty</a:t>
            </a:r>
            <a:endParaRPr lang="pl-PL" sz="2000" dirty="0">
              <a:latin typeface="Calibri"/>
              <a:ea typeface="Calibri"/>
              <a:cs typeface="Calibri"/>
            </a:endParaRPr>
          </a:p>
        </p:txBody>
      </p:sp>
      <p:sp>
        <p:nvSpPr>
          <p:cNvPr id="31" name="Text 29"/>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49  ·  Sekcja V</a:t>
            </a:r>
            <a:endParaRPr lang="en-US" sz="1067"/>
          </a:p>
        </p:txBody>
      </p:sp>
    </p:spTree>
    <p:extLst>
      <p:ext uri="{BB962C8B-B14F-4D97-AF65-F5344CB8AC3E}">
        <p14:creationId xmlns:p14="http://schemas.microsoft.com/office/powerpoint/2010/main" val="3304310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00" b="1">
                <a:solidFill>
                  <a:srgbClr val="FFFFFF"/>
                </a:solidFill>
                <a:latin typeface="Cambria" pitchFamily="34" charset="0"/>
                <a:ea typeface="Cambria" pitchFamily="34" charset="-122"/>
                <a:cs typeface="Cambria" pitchFamily="34" charset="-120"/>
              </a:rPr>
              <a:t>CYKL ŻYCIA DANYCH TERAPEUTYCZNYCH</a:t>
            </a:r>
            <a:endParaRPr lang="en-US" sz="2600"/>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i="1">
                <a:solidFill>
                  <a:srgbClr val="B7C6E6"/>
                </a:solidFill>
                <a:latin typeface="Calibri" pitchFamily="34" charset="0"/>
                <a:ea typeface="Calibri" pitchFamily="34" charset="-122"/>
                <a:cs typeface="Calibri" pitchFamily="34" charset="-120"/>
              </a:rPr>
              <a:t>Od pozyskania do trwałego usunięcia - siedem etapów</a:t>
            </a:r>
            <a:endParaRPr lang="en-US" sz="1533"/>
          </a:p>
        </p:txBody>
      </p:sp>
      <p:sp>
        <p:nvSpPr>
          <p:cNvPr id="5" name="Shape 3"/>
          <p:cNvSpPr/>
          <p:nvPr/>
        </p:nvSpPr>
        <p:spPr>
          <a:xfrm>
            <a:off x="6779173" y="1987297"/>
            <a:ext cx="563163" cy="382938"/>
          </a:xfrm>
          <a:prstGeom prst="line">
            <a:avLst/>
          </a:prstGeom>
          <a:noFill/>
          <a:ln w="19050">
            <a:solidFill>
              <a:srgbClr val="AFC6E8"/>
            </a:solidFill>
            <a:prstDash val="solid"/>
            <a:tailEnd type="triangle"/>
          </a:ln>
        </p:spPr>
      </p:sp>
      <p:sp>
        <p:nvSpPr>
          <p:cNvPr id="6" name="Shape 4"/>
          <p:cNvSpPr/>
          <p:nvPr/>
        </p:nvSpPr>
        <p:spPr>
          <a:xfrm>
            <a:off x="7809187" y="2969513"/>
            <a:ext cx="341356" cy="794764"/>
          </a:xfrm>
          <a:prstGeom prst="line">
            <a:avLst/>
          </a:prstGeom>
          <a:noFill/>
          <a:ln w="19050">
            <a:solidFill>
              <a:srgbClr val="AFC6E8"/>
            </a:solidFill>
            <a:prstDash val="solid"/>
            <a:tailEnd type="triangle"/>
          </a:ln>
        </p:spPr>
      </p:sp>
      <p:sp>
        <p:nvSpPr>
          <p:cNvPr id="7" name="Shape 5"/>
          <p:cNvSpPr/>
          <p:nvPr/>
        </p:nvSpPr>
        <p:spPr>
          <a:xfrm flipH="1">
            <a:off x="7462344" y="4379571"/>
            <a:ext cx="536028" cy="564070"/>
          </a:xfrm>
          <a:prstGeom prst="line">
            <a:avLst/>
          </a:prstGeom>
          <a:noFill/>
          <a:ln w="19050">
            <a:solidFill>
              <a:srgbClr val="AFC6E8"/>
            </a:solidFill>
            <a:prstDash val="solid"/>
            <a:tailEnd type="triangle"/>
          </a:ln>
        </p:spPr>
      </p:sp>
      <p:sp>
        <p:nvSpPr>
          <p:cNvPr id="8" name="Shape 6"/>
          <p:cNvSpPr/>
          <p:nvPr/>
        </p:nvSpPr>
        <p:spPr>
          <a:xfrm rot="10800000">
            <a:off x="5972544" y="5254752"/>
            <a:ext cx="611745" cy="19264"/>
          </a:xfrm>
          <a:prstGeom prst="line">
            <a:avLst/>
          </a:prstGeom>
          <a:noFill/>
          <a:ln w="19050">
            <a:solidFill>
              <a:srgbClr val="AFC6E8"/>
            </a:solidFill>
            <a:prstDash val="solid"/>
            <a:tailEnd type="triangle"/>
          </a:ln>
        </p:spPr>
      </p:sp>
      <p:sp>
        <p:nvSpPr>
          <p:cNvPr id="9" name="Shape 7"/>
          <p:cNvSpPr/>
          <p:nvPr/>
        </p:nvSpPr>
        <p:spPr>
          <a:xfrm flipH="1" flipV="1">
            <a:off x="3867433" y="4365497"/>
            <a:ext cx="572126" cy="535687"/>
          </a:xfrm>
          <a:prstGeom prst="line">
            <a:avLst/>
          </a:prstGeom>
          <a:noFill/>
          <a:ln w="19050">
            <a:solidFill>
              <a:srgbClr val="AFC6E8"/>
            </a:solidFill>
            <a:prstDash val="solid"/>
            <a:tailEnd type="triangle"/>
          </a:ln>
        </p:spPr>
      </p:sp>
      <p:sp>
        <p:nvSpPr>
          <p:cNvPr id="10" name="Shape 8"/>
          <p:cNvSpPr/>
          <p:nvPr/>
        </p:nvSpPr>
        <p:spPr>
          <a:xfrm flipV="1">
            <a:off x="3867433" y="2952912"/>
            <a:ext cx="325158" cy="807674"/>
          </a:xfrm>
          <a:prstGeom prst="line">
            <a:avLst/>
          </a:prstGeom>
          <a:noFill/>
          <a:ln w="19050">
            <a:solidFill>
              <a:srgbClr val="AFC6E8"/>
            </a:solidFill>
            <a:prstDash val="solid"/>
            <a:tailEnd type="triangle"/>
          </a:ln>
        </p:spPr>
      </p:sp>
      <p:sp>
        <p:nvSpPr>
          <p:cNvPr id="12" name="Shape 10"/>
          <p:cNvSpPr/>
          <p:nvPr/>
        </p:nvSpPr>
        <p:spPr>
          <a:xfrm>
            <a:off x="5276193" y="1721942"/>
            <a:ext cx="1502979" cy="504000"/>
          </a:xfrm>
          <a:prstGeom prst="roundRect">
            <a:avLst>
              <a:gd name="adj" fmla="val 50000"/>
            </a:avLst>
          </a:prstGeom>
          <a:solidFill>
            <a:srgbClr val="1B2A56"/>
          </a:solidFill>
          <a:ln w="25400">
            <a:solidFill>
              <a:srgbClr val="FFFFFF"/>
            </a:solidFill>
            <a:prstDash val="solid"/>
          </a:ln>
        </p:spPr>
      </p:sp>
      <p:sp>
        <p:nvSpPr>
          <p:cNvPr id="13" name="Text 11"/>
          <p:cNvSpPr/>
          <p:nvPr/>
        </p:nvSpPr>
        <p:spPr>
          <a:xfrm>
            <a:off x="4988018" y="1610105"/>
            <a:ext cx="2041937" cy="7071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b="1">
                <a:solidFill>
                  <a:srgbClr val="FFFFFF"/>
                </a:solidFill>
                <a:latin typeface="Calibri" pitchFamily="34" charset="0"/>
                <a:ea typeface="Calibri" pitchFamily="34" charset="-122"/>
                <a:cs typeface="Calibri" pitchFamily="34" charset="-120"/>
              </a:rPr>
              <a:t>Pozyskanie</a:t>
            </a:r>
            <a:endParaRPr lang="en-US" sz="1800"/>
          </a:p>
        </p:txBody>
      </p:sp>
      <p:sp>
        <p:nvSpPr>
          <p:cNvPr id="14" name="Shape 12"/>
          <p:cNvSpPr/>
          <p:nvPr/>
        </p:nvSpPr>
        <p:spPr>
          <a:xfrm>
            <a:off x="6947145" y="2436139"/>
            <a:ext cx="1717394" cy="504000"/>
          </a:xfrm>
          <a:prstGeom prst="roundRect">
            <a:avLst>
              <a:gd name="adj" fmla="val 50000"/>
            </a:avLst>
          </a:prstGeom>
          <a:solidFill>
            <a:srgbClr val="3D63B3"/>
          </a:solidFill>
          <a:ln w="25400">
            <a:solidFill>
              <a:srgbClr val="FFFFFF"/>
            </a:solidFill>
            <a:prstDash val="solid"/>
          </a:ln>
        </p:spPr>
      </p:sp>
      <p:sp>
        <p:nvSpPr>
          <p:cNvPr id="15" name="Text 13"/>
          <p:cNvSpPr/>
          <p:nvPr/>
        </p:nvSpPr>
        <p:spPr>
          <a:xfrm>
            <a:off x="7035638" y="2457760"/>
            <a:ext cx="1551312" cy="44469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dirty="0" smtClean="0">
                <a:solidFill>
                  <a:srgbClr val="FFFFFF"/>
                </a:solidFill>
                <a:latin typeface="Calibri" pitchFamily="34" charset="0"/>
                <a:ea typeface="Calibri" pitchFamily="34" charset="-122"/>
                <a:cs typeface="Calibri" pitchFamily="34" charset="-120"/>
              </a:rPr>
              <a:t>Przesyłanie</a:t>
            </a:r>
            <a:endParaRPr lang="pl-PL" sz="1800" dirty="0"/>
          </a:p>
        </p:txBody>
      </p:sp>
      <p:sp>
        <p:nvSpPr>
          <p:cNvPr id="16" name="Shape 14"/>
          <p:cNvSpPr/>
          <p:nvPr/>
        </p:nvSpPr>
        <p:spPr>
          <a:xfrm>
            <a:off x="7129573" y="3816276"/>
            <a:ext cx="2215964" cy="504000"/>
          </a:xfrm>
          <a:prstGeom prst="roundRect">
            <a:avLst>
              <a:gd name="adj" fmla="val 50000"/>
            </a:avLst>
          </a:prstGeom>
          <a:solidFill>
            <a:srgbClr val="3D63B3"/>
          </a:solidFill>
          <a:ln w="25400">
            <a:solidFill>
              <a:srgbClr val="FFFFFF"/>
            </a:solidFill>
            <a:prstDash val="solid"/>
          </a:ln>
        </p:spPr>
      </p:sp>
      <p:sp>
        <p:nvSpPr>
          <p:cNvPr id="17" name="Text 15"/>
          <p:cNvSpPr/>
          <p:nvPr/>
        </p:nvSpPr>
        <p:spPr>
          <a:xfrm>
            <a:off x="7129573" y="3883332"/>
            <a:ext cx="2215963" cy="36628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dirty="0" smtClean="0">
                <a:solidFill>
                  <a:srgbClr val="FFFFFF"/>
                </a:solidFill>
                <a:latin typeface="Calibri" pitchFamily="34" charset="0"/>
                <a:ea typeface="Calibri" pitchFamily="34" charset="-122"/>
                <a:cs typeface="Calibri" pitchFamily="34" charset="-120"/>
              </a:rPr>
              <a:t>Przechowywanie</a:t>
            </a:r>
            <a:endParaRPr lang="pl-PL" sz="1800" dirty="0"/>
          </a:p>
        </p:txBody>
      </p:sp>
      <p:sp>
        <p:nvSpPr>
          <p:cNvPr id="18" name="Shape 16"/>
          <p:cNvSpPr/>
          <p:nvPr/>
        </p:nvSpPr>
        <p:spPr>
          <a:xfrm>
            <a:off x="6674065" y="5016794"/>
            <a:ext cx="1103586" cy="504000"/>
          </a:xfrm>
          <a:prstGeom prst="roundRect">
            <a:avLst>
              <a:gd name="adj" fmla="val 50000"/>
            </a:avLst>
          </a:prstGeom>
          <a:solidFill>
            <a:srgbClr val="1E9E78"/>
          </a:solidFill>
          <a:ln w="25400">
            <a:solidFill>
              <a:srgbClr val="FFFFFF"/>
            </a:solidFill>
            <a:prstDash val="solid"/>
          </a:ln>
        </p:spPr>
      </p:sp>
      <p:sp>
        <p:nvSpPr>
          <p:cNvPr id="19" name="Text 17"/>
          <p:cNvSpPr/>
          <p:nvPr/>
        </p:nvSpPr>
        <p:spPr>
          <a:xfrm>
            <a:off x="6537432" y="4901184"/>
            <a:ext cx="1382544" cy="7071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dirty="0" smtClean="0">
                <a:solidFill>
                  <a:srgbClr val="FFFFFF"/>
                </a:solidFill>
                <a:latin typeface="Calibri" pitchFamily="34" charset="0"/>
                <a:ea typeface="Calibri" pitchFamily="34" charset="-122"/>
                <a:cs typeface="Calibri" pitchFamily="34" charset="-120"/>
              </a:rPr>
              <a:t>Analiza</a:t>
            </a:r>
            <a:endParaRPr lang="pl-PL" sz="1800" dirty="0"/>
          </a:p>
        </p:txBody>
      </p:sp>
      <p:sp>
        <p:nvSpPr>
          <p:cNvPr id="20" name="Shape 18"/>
          <p:cNvSpPr/>
          <p:nvPr/>
        </p:nvSpPr>
        <p:spPr>
          <a:xfrm>
            <a:off x="4216504" y="5003394"/>
            <a:ext cx="1678900" cy="504000"/>
          </a:xfrm>
          <a:prstGeom prst="roundRect">
            <a:avLst>
              <a:gd name="adj" fmla="val 50000"/>
            </a:avLst>
          </a:prstGeom>
          <a:solidFill>
            <a:srgbClr val="3D63B3"/>
          </a:solidFill>
          <a:ln w="25400">
            <a:solidFill>
              <a:srgbClr val="FFFFFF"/>
            </a:solidFill>
            <a:prstDash val="solid"/>
          </a:ln>
        </p:spPr>
      </p:sp>
      <p:sp>
        <p:nvSpPr>
          <p:cNvPr id="21" name="Text 19"/>
          <p:cNvSpPr/>
          <p:nvPr/>
        </p:nvSpPr>
        <p:spPr>
          <a:xfrm>
            <a:off x="4192591" y="4890674"/>
            <a:ext cx="1732137" cy="7071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dirty="0" smtClean="0">
                <a:solidFill>
                  <a:srgbClr val="FFFFFF"/>
                </a:solidFill>
                <a:latin typeface="Calibri" pitchFamily="34" charset="0"/>
                <a:ea typeface="Calibri" pitchFamily="34" charset="-122"/>
                <a:cs typeface="Calibri" pitchFamily="34" charset="-120"/>
              </a:rPr>
              <a:t>Udostępnianie</a:t>
            </a:r>
            <a:endParaRPr lang="pl-PL" sz="1800" dirty="0"/>
          </a:p>
        </p:txBody>
      </p:sp>
      <p:sp>
        <p:nvSpPr>
          <p:cNvPr id="22" name="Shape 20"/>
          <p:cNvSpPr/>
          <p:nvPr/>
        </p:nvSpPr>
        <p:spPr>
          <a:xfrm>
            <a:off x="3009122" y="3811042"/>
            <a:ext cx="1783595" cy="504000"/>
          </a:xfrm>
          <a:prstGeom prst="roundRect">
            <a:avLst>
              <a:gd name="adj" fmla="val 50000"/>
            </a:avLst>
          </a:prstGeom>
          <a:solidFill>
            <a:srgbClr val="2C4373"/>
          </a:solidFill>
          <a:ln w="25400">
            <a:solidFill>
              <a:srgbClr val="FFFFFF"/>
            </a:solidFill>
            <a:prstDash val="solid"/>
          </a:ln>
        </p:spPr>
        <p:txBody>
          <a:bodyPr/>
          <a:lstStyle/>
          <a:p>
            <a:endParaRPr lang="pl-PL" dirty="0"/>
          </a:p>
        </p:txBody>
      </p:sp>
      <p:sp>
        <p:nvSpPr>
          <p:cNvPr id="23" name="Text 21"/>
          <p:cNvSpPr/>
          <p:nvPr/>
        </p:nvSpPr>
        <p:spPr>
          <a:xfrm>
            <a:off x="2856974" y="3705592"/>
            <a:ext cx="2041937" cy="7071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dirty="0" smtClean="0">
                <a:solidFill>
                  <a:srgbClr val="FFFFFF"/>
                </a:solidFill>
                <a:latin typeface="Calibri" pitchFamily="34" charset="0"/>
                <a:ea typeface="Calibri" pitchFamily="34" charset="-122"/>
                <a:cs typeface="Calibri" pitchFamily="34" charset="-120"/>
              </a:rPr>
              <a:t>Archiwizacja</a:t>
            </a:r>
            <a:endParaRPr lang="pl-PL" sz="1800" dirty="0"/>
          </a:p>
        </p:txBody>
      </p:sp>
      <p:sp>
        <p:nvSpPr>
          <p:cNvPr id="24" name="Shape 22"/>
          <p:cNvSpPr/>
          <p:nvPr/>
        </p:nvSpPr>
        <p:spPr>
          <a:xfrm>
            <a:off x="3438786" y="2436139"/>
            <a:ext cx="1717394" cy="504000"/>
          </a:xfrm>
          <a:prstGeom prst="roundRect">
            <a:avLst>
              <a:gd name="adj" fmla="val 50000"/>
            </a:avLst>
          </a:prstGeom>
          <a:solidFill>
            <a:srgbClr val="C0392B"/>
          </a:solidFill>
          <a:ln w="25400">
            <a:solidFill>
              <a:srgbClr val="FFFFFF"/>
            </a:solidFill>
            <a:prstDash val="solid"/>
          </a:ln>
        </p:spPr>
      </p:sp>
      <p:sp>
        <p:nvSpPr>
          <p:cNvPr id="25" name="Text 23"/>
          <p:cNvSpPr/>
          <p:nvPr/>
        </p:nvSpPr>
        <p:spPr>
          <a:xfrm>
            <a:off x="3527279" y="2457760"/>
            <a:ext cx="1551312" cy="44469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dirty="0" smtClean="0">
                <a:solidFill>
                  <a:srgbClr val="FFFFFF"/>
                </a:solidFill>
                <a:latin typeface="Calibri" pitchFamily="34" charset="0"/>
                <a:ea typeface="Calibri" pitchFamily="34" charset="-122"/>
                <a:cs typeface="Calibri" pitchFamily="34" charset="-120"/>
              </a:rPr>
              <a:t>Usuwanie</a:t>
            </a:r>
            <a:endParaRPr lang="pl-PL" sz="1800" dirty="0"/>
          </a:p>
        </p:txBody>
      </p:sp>
      <p:sp>
        <p:nvSpPr>
          <p:cNvPr id="26" name="Text 24"/>
          <p:cNvSpPr/>
          <p:nvPr/>
        </p:nvSpPr>
        <p:spPr>
          <a:xfrm>
            <a:off x="4926142" y="3024377"/>
            <a:ext cx="2165691" cy="13411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2000" i="1" dirty="0" smtClean="0">
                <a:solidFill>
                  <a:srgbClr val="5B6472"/>
                </a:solidFill>
                <a:latin typeface="Calibri" pitchFamily="34" charset="0"/>
                <a:ea typeface="Calibri" pitchFamily="34" charset="-122"/>
                <a:cs typeface="Calibri" pitchFamily="34" charset="-120"/>
              </a:rPr>
              <a:t>Na każdym</a:t>
            </a:r>
            <a:endParaRPr lang="pl-PL" sz="2000" dirty="0" smtClean="0"/>
          </a:p>
          <a:p>
            <a:pPr marL="0" indent="0" algn="ctr">
              <a:buNone/>
            </a:pPr>
            <a:r>
              <a:rPr lang="pl-PL" sz="2000" i="1" dirty="0" smtClean="0">
                <a:solidFill>
                  <a:srgbClr val="5B6472"/>
                </a:solidFill>
                <a:latin typeface="Calibri" pitchFamily="34" charset="0"/>
                <a:ea typeface="Calibri" pitchFamily="34" charset="-122"/>
                <a:cs typeface="Calibri" pitchFamily="34" charset="-120"/>
              </a:rPr>
              <a:t>etapie jest</a:t>
            </a:r>
            <a:endParaRPr lang="pl-PL" sz="2000" dirty="0" smtClean="0"/>
          </a:p>
          <a:p>
            <a:pPr marL="0" indent="0" algn="ctr">
              <a:buNone/>
            </a:pPr>
            <a:r>
              <a:rPr lang="pl-PL" sz="2000" i="1" dirty="0" smtClean="0">
                <a:solidFill>
                  <a:srgbClr val="5B6472"/>
                </a:solidFill>
                <a:latin typeface="Calibri" pitchFamily="34" charset="0"/>
                <a:ea typeface="Calibri" pitchFamily="34" charset="-122"/>
                <a:cs typeface="Calibri" pitchFamily="34" charset="-120"/>
              </a:rPr>
              <a:t>przypisana</a:t>
            </a:r>
            <a:endParaRPr lang="pl-PL" sz="2000" dirty="0" smtClean="0"/>
          </a:p>
          <a:p>
            <a:pPr marL="0" indent="0" algn="ctr">
              <a:buNone/>
            </a:pPr>
            <a:r>
              <a:rPr lang="pl-PL" sz="2000" b="1" i="1" dirty="0" smtClean="0">
                <a:solidFill>
                  <a:srgbClr val="5B6472"/>
                </a:solidFill>
                <a:latin typeface="Calibri" pitchFamily="34" charset="0"/>
                <a:ea typeface="Calibri" pitchFamily="34" charset="-122"/>
                <a:cs typeface="Calibri" pitchFamily="34" charset="-120"/>
              </a:rPr>
              <a:t>odpowiedzialność</a:t>
            </a:r>
            <a:endParaRPr lang="pl-PL" sz="2000" b="1" dirty="0"/>
          </a:p>
        </p:txBody>
      </p:sp>
      <p:sp>
        <p:nvSpPr>
          <p:cNvPr id="27" name="Shape 25"/>
          <p:cNvSpPr/>
          <p:nvPr/>
        </p:nvSpPr>
        <p:spPr>
          <a:xfrm>
            <a:off x="609600" y="5852160"/>
            <a:ext cx="10972800" cy="487680"/>
          </a:xfrm>
          <a:prstGeom prst="roundRect">
            <a:avLst>
              <a:gd name="adj" fmla="val 15000"/>
            </a:avLst>
          </a:prstGeom>
          <a:solidFill>
            <a:srgbClr val="EAF0FB"/>
          </a:solidFill>
          <a:ln w="12700">
            <a:solidFill>
              <a:srgbClr val="EAF0FB"/>
            </a:solidFill>
            <a:prstDash val="solid"/>
          </a:ln>
        </p:spPr>
      </p:sp>
      <p:sp>
        <p:nvSpPr>
          <p:cNvPr id="28" name="Text 26"/>
          <p:cNvSpPr/>
          <p:nvPr/>
        </p:nvSpPr>
        <p:spPr>
          <a:xfrm>
            <a:off x="914400" y="5925312"/>
            <a:ext cx="103632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2000" dirty="0" smtClean="0">
                <a:solidFill>
                  <a:srgbClr val="1B2A56"/>
                </a:solidFill>
                <a:latin typeface="Calibri" pitchFamily="34" charset="0"/>
                <a:ea typeface="Calibri" pitchFamily="34" charset="-122"/>
                <a:cs typeface="Calibri" pitchFamily="34" charset="-120"/>
              </a:rPr>
              <a:t>Cykl bez nazwanej </a:t>
            </a:r>
            <a:r>
              <a:rPr lang="pl-PL" sz="2000" b="1" dirty="0" smtClean="0">
                <a:solidFill>
                  <a:srgbClr val="1B2A56"/>
                </a:solidFill>
                <a:latin typeface="Calibri" pitchFamily="34" charset="0"/>
                <a:ea typeface="Calibri" pitchFamily="34" charset="-122"/>
                <a:cs typeface="Calibri" pitchFamily="34" charset="-120"/>
              </a:rPr>
              <a:t>odpowiedzialności</a:t>
            </a:r>
            <a:r>
              <a:rPr lang="pl-PL" sz="2000" dirty="0" smtClean="0">
                <a:solidFill>
                  <a:srgbClr val="1B2A56"/>
                </a:solidFill>
                <a:latin typeface="Calibri" pitchFamily="34" charset="0"/>
                <a:ea typeface="Calibri" pitchFamily="34" charset="-122"/>
                <a:cs typeface="Calibri" pitchFamily="34" charset="-120"/>
              </a:rPr>
              <a:t> na każdym etapie jest cyklem </a:t>
            </a:r>
            <a:r>
              <a:rPr lang="pl-PL" sz="2000" b="1" dirty="0" smtClean="0">
                <a:solidFill>
                  <a:srgbClr val="1B2A56"/>
                </a:solidFill>
                <a:latin typeface="Calibri" pitchFamily="34" charset="0"/>
                <a:ea typeface="Calibri" pitchFamily="34" charset="-122"/>
                <a:cs typeface="Calibri" pitchFamily="34" charset="-120"/>
              </a:rPr>
              <a:t>bez realnej ochrony klienta</a:t>
            </a:r>
            <a:endParaRPr lang="pl-PL" sz="2000" b="1" dirty="0"/>
          </a:p>
        </p:txBody>
      </p:sp>
      <p:sp>
        <p:nvSpPr>
          <p:cNvPr id="29" name="Text 27"/>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50  ·  Sekcja V</a:t>
            </a:r>
            <a:endParaRPr lang="en-US" sz="1067"/>
          </a:p>
        </p:txBody>
      </p:sp>
      <p:sp>
        <p:nvSpPr>
          <p:cNvPr id="31" name="Shape 8"/>
          <p:cNvSpPr/>
          <p:nvPr/>
        </p:nvSpPr>
        <p:spPr>
          <a:xfrm flipV="1">
            <a:off x="4675637" y="2036063"/>
            <a:ext cx="480542" cy="309660"/>
          </a:xfrm>
          <a:prstGeom prst="line">
            <a:avLst/>
          </a:prstGeom>
          <a:noFill/>
          <a:ln w="19050">
            <a:solidFill>
              <a:srgbClr val="AFC6E8"/>
            </a:solidFill>
            <a:prstDash val="solid"/>
            <a:tailEnd type="triangle"/>
          </a:ln>
        </p:spPr>
      </p:sp>
    </p:spTree>
    <p:extLst>
      <p:ext uri="{BB962C8B-B14F-4D97-AF65-F5344CB8AC3E}">
        <p14:creationId xmlns:p14="http://schemas.microsoft.com/office/powerpoint/2010/main" val="1356753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533" b="1">
                <a:solidFill>
                  <a:srgbClr val="FFFFFF"/>
                </a:solidFill>
                <a:latin typeface="Cambria" pitchFamily="34" charset="0"/>
                <a:ea typeface="Cambria" pitchFamily="34" charset="-122"/>
                <a:cs typeface="Cambria" pitchFamily="34" charset="-120"/>
              </a:rPr>
              <a:t>BARIERY PO STRONIE KLIENTA</a:t>
            </a:r>
            <a:endParaRPr lang="en-US" sz="2533"/>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i="1">
                <a:solidFill>
                  <a:srgbClr val="B7C6E6"/>
                </a:solidFill>
                <a:latin typeface="Calibri" pitchFamily="34" charset="0"/>
                <a:ea typeface="Calibri" pitchFamily="34" charset="-122"/>
                <a:cs typeface="Calibri" pitchFamily="34" charset="-120"/>
              </a:rPr>
              <a:t>Sześć ograniczeń praktycznych, nie tylko brak woli</a:t>
            </a:r>
            <a:endParaRPr lang="en-US" sz="1533"/>
          </a:p>
        </p:txBody>
      </p:sp>
      <p:sp>
        <p:nvSpPr>
          <p:cNvPr id="5" name="Shape 3"/>
          <p:cNvSpPr/>
          <p:nvPr/>
        </p:nvSpPr>
        <p:spPr>
          <a:xfrm>
            <a:off x="609600" y="164592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865376"/>
            <a:ext cx="121920" cy="121920"/>
          </a:xfrm>
          <a:prstGeom prst="ellipse">
            <a:avLst/>
          </a:prstGeom>
          <a:solidFill>
            <a:srgbClr val="8B95A6"/>
          </a:solidFill>
          <a:ln w="12700">
            <a:solidFill>
              <a:srgbClr val="8B95A6"/>
            </a:solidFill>
            <a:prstDash val="solid"/>
          </a:ln>
        </p:spPr>
      </p:sp>
      <p:sp>
        <p:nvSpPr>
          <p:cNvPr id="7" name="Text 5"/>
          <p:cNvSpPr/>
          <p:nvPr/>
        </p:nvSpPr>
        <p:spPr>
          <a:xfrm>
            <a:off x="1097280" y="176784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err="1">
                <a:solidFill>
                  <a:srgbClr val="1B2A56"/>
                </a:solidFill>
                <a:latin typeface="Cambria"/>
                <a:ea typeface="Cambria"/>
                <a:cs typeface="Cambria" pitchFamily="34" charset="-120"/>
              </a:rPr>
              <a:t>Wykluczenie</a:t>
            </a:r>
            <a:r>
              <a:rPr lang="en-US" b="1">
                <a:solidFill>
                  <a:srgbClr val="1B2A56"/>
                </a:solidFill>
                <a:latin typeface="Cambria"/>
                <a:ea typeface="Cambria"/>
                <a:cs typeface="Cambria" pitchFamily="34" charset="-120"/>
              </a:rPr>
              <a:t> </a:t>
            </a:r>
            <a:r>
              <a:rPr lang="en-US" b="1" err="1">
                <a:solidFill>
                  <a:srgbClr val="1B2A56"/>
                </a:solidFill>
                <a:latin typeface="Cambria"/>
                <a:ea typeface="Cambria"/>
                <a:cs typeface="Cambria" pitchFamily="34" charset="-120"/>
              </a:rPr>
              <a:t>cyfrowe</a:t>
            </a:r>
            <a:endParaRPr lang="en-US">
              <a:latin typeface="Cambria"/>
              <a:ea typeface="Cambria"/>
              <a:cs typeface="Calibri"/>
            </a:endParaRPr>
          </a:p>
        </p:txBody>
      </p:sp>
      <p:sp>
        <p:nvSpPr>
          <p:cNvPr id="8" name="Text 6"/>
          <p:cNvSpPr/>
          <p:nvPr/>
        </p:nvSpPr>
        <p:spPr>
          <a:xfrm>
            <a:off x="829056" y="249936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brak</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dostępu</a:t>
            </a:r>
            <a:r>
              <a:rPr lang="en-US" sz="2000">
                <a:solidFill>
                  <a:srgbClr val="5B6472"/>
                </a:solidFill>
                <a:latin typeface="Calibri"/>
                <a:ea typeface="Calibri"/>
                <a:cs typeface="Calibri"/>
              </a:rPr>
              <a:t> do </a:t>
            </a:r>
            <a:r>
              <a:rPr lang="en-US" sz="2000" err="1">
                <a:solidFill>
                  <a:srgbClr val="5B6472"/>
                </a:solidFill>
                <a:latin typeface="Calibri"/>
                <a:ea typeface="Calibri"/>
                <a:cs typeface="Calibri"/>
              </a:rPr>
              <a:t>sprzętu</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lub</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stabilnego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internetu</a:t>
            </a:r>
            <a:endParaRPr lang="en-US" sz="2000">
              <a:latin typeface="Calibri"/>
              <a:ea typeface="Calibri"/>
              <a:cs typeface="Calibri"/>
            </a:endParaRPr>
          </a:p>
        </p:txBody>
      </p:sp>
      <p:sp>
        <p:nvSpPr>
          <p:cNvPr id="9" name="Shape 7"/>
          <p:cNvSpPr/>
          <p:nvPr/>
        </p:nvSpPr>
        <p:spPr>
          <a:xfrm>
            <a:off x="4389120" y="164592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10" name="Shape 8"/>
          <p:cNvSpPr/>
          <p:nvPr/>
        </p:nvSpPr>
        <p:spPr>
          <a:xfrm>
            <a:off x="4608576" y="1865376"/>
            <a:ext cx="121920" cy="121920"/>
          </a:xfrm>
          <a:prstGeom prst="ellipse">
            <a:avLst/>
          </a:prstGeom>
          <a:solidFill>
            <a:srgbClr val="8B95A6"/>
          </a:solidFill>
          <a:ln w="12700">
            <a:solidFill>
              <a:srgbClr val="8B95A6"/>
            </a:solidFill>
            <a:prstDash val="solid"/>
          </a:ln>
        </p:spPr>
      </p:sp>
      <p:sp>
        <p:nvSpPr>
          <p:cNvPr id="11" name="Text 9"/>
          <p:cNvSpPr/>
          <p:nvPr/>
        </p:nvSpPr>
        <p:spPr>
          <a:xfrm>
            <a:off x="4876800" y="1738812"/>
            <a:ext cx="2924628" cy="6386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a:ea typeface="Cambria"/>
                <a:cs typeface="Cambria" pitchFamily="34" charset="-120"/>
              </a:rPr>
              <a:t>Brak </a:t>
            </a:r>
            <a:r>
              <a:rPr lang="en-US" b="1" err="1">
                <a:solidFill>
                  <a:srgbClr val="1B2A56"/>
                </a:solidFill>
                <a:latin typeface="Cambria"/>
                <a:ea typeface="Cambria"/>
                <a:cs typeface="Cambria" pitchFamily="34" charset="-120"/>
              </a:rPr>
              <a:t>prywatnego</a:t>
            </a:r>
            <a:r>
              <a:rPr lang="en-US" b="1">
                <a:solidFill>
                  <a:srgbClr val="1B2A56"/>
                </a:solidFill>
                <a:latin typeface="Cambria"/>
                <a:ea typeface="Cambria"/>
                <a:cs typeface="Cambria" pitchFamily="34" charset="-120"/>
              </a:rPr>
              <a:t> </a:t>
            </a:r>
            <a:r>
              <a:rPr lang="en-US" b="1" err="1">
                <a:solidFill>
                  <a:srgbClr val="1B2A56"/>
                </a:solidFill>
                <a:latin typeface="Cambria"/>
                <a:ea typeface="Cambria"/>
                <a:cs typeface="Cambria" pitchFamily="34" charset="-120"/>
              </a:rPr>
              <a:t>miejsca</a:t>
            </a:r>
            <a:endParaRPr lang="en-US">
              <a:latin typeface="Calibri"/>
              <a:ea typeface="Calibri"/>
              <a:cs typeface="Calibri"/>
            </a:endParaRPr>
          </a:p>
        </p:txBody>
      </p:sp>
      <p:sp>
        <p:nvSpPr>
          <p:cNvPr id="12" name="Text 10"/>
          <p:cNvSpPr/>
          <p:nvPr/>
        </p:nvSpPr>
        <p:spPr>
          <a:xfrm>
            <a:off x="4608576" y="249936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a:solidFill>
                  <a:srgbClr val="5B6472"/>
                </a:solidFill>
                <a:latin typeface="Calibri"/>
                <a:ea typeface="Calibri"/>
                <a:cs typeface="Calibri"/>
              </a:rPr>
              <a:t>fizycznie nie ma gdzie prowadzić rozmowy</a:t>
            </a:r>
            <a:endParaRPr lang="pl-PL" sz="2000">
              <a:latin typeface="Calibri"/>
              <a:ea typeface="Calibri"/>
              <a:cs typeface="Calibri"/>
            </a:endParaRPr>
          </a:p>
        </p:txBody>
      </p:sp>
      <p:sp>
        <p:nvSpPr>
          <p:cNvPr id="13" name="Shape 11"/>
          <p:cNvSpPr/>
          <p:nvPr/>
        </p:nvSpPr>
        <p:spPr>
          <a:xfrm>
            <a:off x="8168640" y="164592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14" name="Shape 12"/>
          <p:cNvSpPr/>
          <p:nvPr/>
        </p:nvSpPr>
        <p:spPr>
          <a:xfrm>
            <a:off x="8388096" y="1865376"/>
            <a:ext cx="121920" cy="121920"/>
          </a:xfrm>
          <a:prstGeom prst="ellipse">
            <a:avLst/>
          </a:prstGeom>
          <a:solidFill>
            <a:srgbClr val="8B95A6"/>
          </a:solidFill>
          <a:ln w="12700">
            <a:solidFill>
              <a:srgbClr val="8B95A6"/>
            </a:solidFill>
            <a:prstDash val="solid"/>
          </a:ln>
        </p:spPr>
      </p:sp>
      <p:sp>
        <p:nvSpPr>
          <p:cNvPr id="15" name="Text 13"/>
          <p:cNvSpPr/>
          <p:nvPr/>
        </p:nvSpPr>
        <p:spPr>
          <a:xfrm>
            <a:off x="8656320" y="1753326"/>
            <a:ext cx="2917371" cy="62411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b="1">
                <a:solidFill>
                  <a:srgbClr val="1B2A56"/>
                </a:solidFill>
                <a:latin typeface="Cambria"/>
                <a:ea typeface="Cambria"/>
                <a:cs typeface="Cambria" pitchFamily="34" charset="-120"/>
              </a:rPr>
              <a:t>Niskie kompetencje techniczne</a:t>
            </a:r>
            <a:endParaRPr lang="pl-PL">
              <a:latin typeface="Calibri"/>
              <a:ea typeface="Calibri"/>
              <a:cs typeface="Calibri"/>
            </a:endParaRPr>
          </a:p>
        </p:txBody>
      </p:sp>
      <p:sp>
        <p:nvSpPr>
          <p:cNvPr id="16" name="Text 14"/>
          <p:cNvSpPr/>
          <p:nvPr/>
        </p:nvSpPr>
        <p:spPr>
          <a:xfrm>
            <a:off x="8388096" y="249936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err="1">
                <a:solidFill>
                  <a:srgbClr val="5B6472"/>
                </a:solidFill>
                <a:latin typeface="Calibri"/>
                <a:ea typeface="Calibri"/>
                <a:cs typeface="Calibri"/>
              </a:rPr>
              <a:t>trudność</a:t>
            </a:r>
            <a:r>
              <a:rPr lang="en-US" sz="2000">
                <a:solidFill>
                  <a:srgbClr val="5B6472"/>
                </a:solidFill>
                <a:latin typeface="Calibri"/>
                <a:ea typeface="Calibri"/>
                <a:cs typeface="Calibri"/>
              </a:rPr>
              <a:t> w </a:t>
            </a:r>
            <a:r>
              <a:rPr lang="en-US" sz="2000" err="1">
                <a:solidFill>
                  <a:srgbClr val="5B6472"/>
                </a:solidFill>
                <a:latin typeface="Calibri"/>
                <a:ea typeface="Calibri"/>
                <a:cs typeface="Calibri"/>
              </a:rPr>
              <a:t>obsłudze</a:t>
            </a:r>
            <a:r>
              <a:rPr lang="en-US" sz="2000">
                <a:solidFill>
                  <a:srgbClr val="5B6472"/>
                </a:solidFill>
                <a:latin typeface="Calibri"/>
                <a:ea typeface="Calibri"/>
                <a:cs typeface="Calibri"/>
              </a:rPr>
              <a:t> </a:t>
            </a:r>
            <a:br>
              <a:rPr lang="en-US" sz="2000">
                <a:solidFill>
                  <a:srgbClr val="5B6472"/>
                </a:solidFill>
                <a:latin typeface="Calibri"/>
                <a:ea typeface="Calibri"/>
                <a:cs typeface="Calibri"/>
              </a:rPr>
            </a:br>
            <a:r>
              <a:rPr lang="en-US" sz="2000" err="1">
                <a:solidFill>
                  <a:srgbClr val="5B6472"/>
                </a:solidFill>
                <a:latin typeface="Calibri"/>
                <a:ea typeface="Calibri"/>
                <a:cs typeface="Calibri"/>
              </a:rPr>
              <a:t>nowej</a:t>
            </a:r>
            <a:r>
              <a:rPr lang="en-US" sz="2000">
                <a:solidFill>
                  <a:srgbClr val="5B6472"/>
                </a:solidFill>
                <a:latin typeface="Calibri"/>
                <a:ea typeface="Calibri"/>
                <a:cs typeface="Calibri"/>
              </a:rPr>
              <a:t> platformy</a:t>
            </a:r>
            <a:endParaRPr lang="en-US" sz="2000">
              <a:latin typeface="Calibri"/>
              <a:ea typeface="Calibri"/>
              <a:cs typeface="Calibri"/>
            </a:endParaRPr>
          </a:p>
        </p:txBody>
      </p:sp>
      <p:sp>
        <p:nvSpPr>
          <p:cNvPr id="17" name="Shape 15"/>
          <p:cNvSpPr/>
          <p:nvPr/>
        </p:nvSpPr>
        <p:spPr>
          <a:xfrm>
            <a:off x="609600" y="371856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18" name="Shape 16"/>
          <p:cNvSpPr/>
          <p:nvPr/>
        </p:nvSpPr>
        <p:spPr>
          <a:xfrm>
            <a:off x="829056" y="3938016"/>
            <a:ext cx="121920" cy="121920"/>
          </a:xfrm>
          <a:prstGeom prst="ellipse">
            <a:avLst/>
          </a:prstGeom>
          <a:solidFill>
            <a:srgbClr val="8B95A6"/>
          </a:solidFill>
          <a:ln w="12700">
            <a:solidFill>
              <a:srgbClr val="8B95A6"/>
            </a:solidFill>
            <a:prstDash val="solid"/>
          </a:ln>
        </p:spPr>
      </p:sp>
      <p:sp>
        <p:nvSpPr>
          <p:cNvPr id="19" name="Text 17"/>
          <p:cNvSpPr/>
          <p:nvPr/>
        </p:nvSpPr>
        <p:spPr>
          <a:xfrm>
            <a:off x="109728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err="1">
                <a:solidFill>
                  <a:srgbClr val="1B2A56"/>
                </a:solidFill>
                <a:latin typeface="Cambria"/>
                <a:ea typeface="Cambria"/>
                <a:cs typeface="Cambria" pitchFamily="34" charset="-120"/>
              </a:rPr>
              <a:t>Przeciążenie</a:t>
            </a:r>
            <a:r>
              <a:rPr lang="en-US" b="1">
                <a:solidFill>
                  <a:srgbClr val="1B2A56"/>
                </a:solidFill>
                <a:latin typeface="Cambria"/>
                <a:ea typeface="Cambria"/>
                <a:cs typeface="Cambria" pitchFamily="34" charset="-120"/>
              </a:rPr>
              <a:t> </a:t>
            </a:r>
            <a:r>
              <a:rPr lang="en-US" b="1" err="1">
                <a:solidFill>
                  <a:srgbClr val="1B2A56"/>
                </a:solidFill>
                <a:latin typeface="Cambria"/>
                <a:ea typeface="Cambria"/>
                <a:cs typeface="Cambria" pitchFamily="34" charset="-120"/>
              </a:rPr>
              <a:t>ekranami</a:t>
            </a:r>
            <a:endParaRPr lang="en-US">
              <a:latin typeface="Calibri"/>
              <a:ea typeface="Calibri"/>
              <a:cs typeface="Calibri"/>
            </a:endParaRPr>
          </a:p>
        </p:txBody>
      </p:sp>
      <p:sp>
        <p:nvSpPr>
          <p:cNvPr id="20" name="Text 18"/>
          <p:cNvSpPr/>
          <p:nvPr/>
        </p:nvSpPr>
        <p:spPr>
          <a:xfrm>
            <a:off x="82905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terapia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jako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kolejne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źródło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tego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samego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zmęczenia</a:t>
            </a:r>
            <a:endParaRPr lang="en-US" sz="2000">
              <a:latin typeface="Calibri"/>
              <a:ea typeface="Calibri"/>
              <a:cs typeface="Calibri"/>
            </a:endParaRPr>
          </a:p>
        </p:txBody>
      </p:sp>
      <p:sp>
        <p:nvSpPr>
          <p:cNvPr id="21" name="Shape 19"/>
          <p:cNvSpPr/>
          <p:nvPr/>
        </p:nvSpPr>
        <p:spPr>
          <a:xfrm>
            <a:off x="4389120" y="371856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22" name="Shape 20"/>
          <p:cNvSpPr/>
          <p:nvPr/>
        </p:nvSpPr>
        <p:spPr>
          <a:xfrm>
            <a:off x="4608576" y="3938016"/>
            <a:ext cx="121920" cy="121920"/>
          </a:xfrm>
          <a:prstGeom prst="ellipse">
            <a:avLst/>
          </a:prstGeom>
          <a:solidFill>
            <a:srgbClr val="8B95A6"/>
          </a:solidFill>
          <a:ln w="12700">
            <a:solidFill>
              <a:srgbClr val="8B95A6"/>
            </a:solidFill>
            <a:prstDash val="solid"/>
          </a:ln>
        </p:spPr>
      </p:sp>
      <p:sp>
        <p:nvSpPr>
          <p:cNvPr id="23" name="Text 21"/>
          <p:cNvSpPr/>
          <p:nvPr/>
        </p:nvSpPr>
        <p:spPr>
          <a:xfrm>
            <a:off x="487680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err="1">
                <a:solidFill>
                  <a:srgbClr val="1B2A56"/>
                </a:solidFill>
                <a:latin typeface="Cambria"/>
                <a:ea typeface="Cambria"/>
                <a:cs typeface="Cambria" pitchFamily="34" charset="-120"/>
              </a:rPr>
              <a:t>Nieufność</a:t>
            </a:r>
            <a:r>
              <a:rPr lang="en-US" b="1">
                <a:solidFill>
                  <a:srgbClr val="1B2A56"/>
                </a:solidFill>
                <a:latin typeface="Cambria"/>
                <a:ea typeface="Cambria"/>
                <a:cs typeface="Cambria" pitchFamily="34" charset="-120"/>
              </a:rPr>
              <a:t> </a:t>
            </a:r>
            <a:r>
              <a:rPr lang="en-US" b="1" err="1">
                <a:solidFill>
                  <a:srgbClr val="1B2A56"/>
                </a:solidFill>
                <a:latin typeface="Cambria"/>
                <a:ea typeface="Cambria"/>
                <a:cs typeface="Cambria" pitchFamily="34" charset="-120"/>
              </a:rPr>
              <a:t>wobec</a:t>
            </a:r>
            <a:r>
              <a:rPr lang="en-US" b="1">
                <a:solidFill>
                  <a:srgbClr val="1B2A56"/>
                </a:solidFill>
                <a:latin typeface="Cambria"/>
                <a:ea typeface="Cambria"/>
                <a:cs typeface="Cambria" pitchFamily="34" charset="-120"/>
              </a:rPr>
              <a:t> platform</a:t>
            </a:r>
            <a:endParaRPr lang="en-US">
              <a:latin typeface="Calibri"/>
              <a:ea typeface="Calibri"/>
              <a:cs typeface="Calibri"/>
            </a:endParaRPr>
          </a:p>
        </p:txBody>
      </p:sp>
      <p:sp>
        <p:nvSpPr>
          <p:cNvPr id="24" name="Text 22"/>
          <p:cNvSpPr/>
          <p:nvPr/>
        </p:nvSpPr>
        <p:spPr>
          <a:xfrm>
            <a:off x="460857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obawy</a:t>
            </a:r>
            <a:r>
              <a:rPr lang="en-US" sz="2000">
                <a:solidFill>
                  <a:srgbClr val="5B6472"/>
                </a:solidFill>
                <a:latin typeface="Calibri"/>
                <a:ea typeface="Calibri"/>
                <a:cs typeface="Calibri"/>
              </a:rPr>
              <a:t> o </a:t>
            </a:r>
            <a:r>
              <a:rPr lang="en-US" sz="2000" err="1">
                <a:solidFill>
                  <a:srgbClr val="5B6472"/>
                </a:solidFill>
                <a:latin typeface="Calibri"/>
                <a:ea typeface="Calibri"/>
                <a:cs typeface="Calibri"/>
              </a:rPr>
              <a:t>prywatność</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i</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bezpieczeństwo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danych</a:t>
            </a:r>
            <a:endParaRPr lang="en-US" sz="2000">
              <a:latin typeface="Calibri"/>
              <a:ea typeface="Calibri"/>
              <a:cs typeface="Calibri"/>
            </a:endParaRPr>
          </a:p>
        </p:txBody>
      </p:sp>
      <p:sp>
        <p:nvSpPr>
          <p:cNvPr id="25" name="Shape 23"/>
          <p:cNvSpPr/>
          <p:nvPr/>
        </p:nvSpPr>
        <p:spPr>
          <a:xfrm>
            <a:off x="8168640" y="371856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8388096" y="3938016"/>
            <a:ext cx="121920" cy="121920"/>
          </a:xfrm>
          <a:prstGeom prst="ellipse">
            <a:avLst/>
          </a:prstGeom>
          <a:solidFill>
            <a:srgbClr val="8B95A6"/>
          </a:solidFill>
          <a:ln w="12700">
            <a:solidFill>
              <a:srgbClr val="8B95A6"/>
            </a:solidFill>
            <a:prstDash val="solid"/>
          </a:ln>
        </p:spPr>
      </p:sp>
      <p:sp>
        <p:nvSpPr>
          <p:cNvPr id="27" name="Text 25"/>
          <p:cNvSpPr/>
          <p:nvPr/>
        </p:nvSpPr>
        <p:spPr>
          <a:xfrm>
            <a:off x="865632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b="1" err="1">
                <a:solidFill>
                  <a:srgbClr val="1B2A56"/>
                </a:solidFill>
                <a:latin typeface="Cambria"/>
                <a:ea typeface="Cambria"/>
                <a:cs typeface="Cambria" pitchFamily="34" charset="-120"/>
              </a:rPr>
              <a:t>Trudności</a:t>
            </a:r>
            <a:r>
              <a:rPr lang="en-US" b="1">
                <a:solidFill>
                  <a:srgbClr val="1B2A56"/>
                </a:solidFill>
                <a:latin typeface="Cambria"/>
                <a:ea typeface="Cambria"/>
                <a:cs typeface="Cambria" pitchFamily="34" charset="-120"/>
              </a:rPr>
              <a:t> </a:t>
            </a:r>
            <a:br>
              <a:rPr lang="en-US" b="1">
                <a:solidFill>
                  <a:srgbClr val="1B2A56"/>
                </a:solidFill>
                <a:latin typeface="Cambria"/>
                <a:ea typeface="Cambria"/>
                <a:cs typeface="Cambria" pitchFamily="34" charset="-120"/>
              </a:rPr>
            </a:br>
            <a:r>
              <a:rPr lang="en-US" b="1">
                <a:solidFill>
                  <a:srgbClr val="1B2A56"/>
                </a:solidFill>
                <a:latin typeface="Cambria"/>
                <a:ea typeface="Cambria"/>
                <a:cs typeface="Cambria" pitchFamily="34" charset="-120"/>
              </a:rPr>
              <a:t>z </a:t>
            </a:r>
            <a:r>
              <a:rPr lang="en-US" b="1" err="1">
                <a:solidFill>
                  <a:srgbClr val="1B2A56"/>
                </a:solidFill>
                <a:latin typeface="Cambria"/>
                <a:ea typeface="Cambria"/>
                <a:cs typeface="Cambria" pitchFamily="34" charset="-120"/>
              </a:rPr>
              <a:t>samodyscypliną</a:t>
            </a:r>
            <a:endParaRPr lang="en-US">
              <a:latin typeface="Cambria"/>
              <a:ea typeface="Cambria"/>
              <a:cs typeface="Calibri"/>
            </a:endParaRPr>
          </a:p>
        </p:txBody>
      </p:sp>
      <p:sp>
        <p:nvSpPr>
          <p:cNvPr id="28" name="Text 26"/>
          <p:cNvSpPr/>
          <p:nvPr/>
        </p:nvSpPr>
        <p:spPr>
          <a:xfrm>
            <a:off x="838809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err="1">
                <a:solidFill>
                  <a:srgbClr val="5B6472"/>
                </a:solidFill>
                <a:latin typeface="Calibri"/>
                <a:ea typeface="Calibri"/>
                <a:cs typeface="Calibri"/>
              </a:rPr>
              <a:t>mniejsza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struktura</a:t>
            </a:r>
            <a:r>
              <a:rPr lang="en-US" sz="2000">
                <a:solidFill>
                  <a:srgbClr val="5B6472"/>
                </a:solidFill>
                <a:latin typeface="Calibri"/>
                <a:ea typeface="Calibri"/>
                <a:cs typeface="Calibri"/>
              </a:rPr>
              <a:t>, </a:t>
            </a:r>
            <a:br>
              <a:rPr lang="en-US" sz="2000">
                <a:solidFill>
                  <a:srgbClr val="5B6472"/>
                </a:solidFill>
                <a:latin typeface="Calibri"/>
                <a:ea typeface="Calibri"/>
                <a:cs typeface="Calibri"/>
              </a:rPr>
            </a:br>
            <a:r>
              <a:rPr lang="en-US" sz="2000" err="1">
                <a:solidFill>
                  <a:srgbClr val="5B6472"/>
                </a:solidFill>
                <a:latin typeface="Calibri"/>
                <a:ea typeface="Calibri"/>
                <a:cs typeface="Calibri"/>
              </a:rPr>
              <a:t>niż</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wizyta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stacjonarna</a:t>
            </a:r>
            <a:endParaRPr lang="en-US" sz="2000">
              <a:latin typeface="Calibri"/>
              <a:ea typeface="Calibri"/>
              <a:cs typeface="Calibri"/>
            </a:endParaRPr>
          </a:p>
        </p:txBody>
      </p:sp>
      <p:sp>
        <p:nvSpPr>
          <p:cNvPr id="29" name="Shape 27"/>
          <p:cNvSpPr/>
          <p:nvPr/>
        </p:nvSpPr>
        <p:spPr>
          <a:xfrm>
            <a:off x="609600" y="5827776"/>
            <a:ext cx="10972800" cy="609600"/>
          </a:xfrm>
          <a:prstGeom prst="roundRect">
            <a:avLst>
              <a:gd name="adj" fmla="val 12000"/>
            </a:avLst>
          </a:prstGeom>
          <a:solidFill>
            <a:srgbClr val="EAF0FB"/>
          </a:solidFill>
          <a:ln w="12700">
            <a:solidFill>
              <a:srgbClr val="EAF0FB"/>
            </a:solidFill>
            <a:prstDash val="solid"/>
          </a:ln>
        </p:spPr>
      </p:sp>
      <p:sp>
        <p:nvSpPr>
          <p:cNvPr id="30" name="Text 28"/>
          <p:cNvSpPr/>
          <p:nvPr/>
        </p:nvSpPr>
        <p:spPr>
          <a:xfrm>
            <a:off x="829056" y="5900928"/>
            <a:ext cx="10570464"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sz="2000" dirty="0">
                <a:solidFill>
                  <a:srgbClr val="1B2A56"/>
                </a:solidFill>
                <a:latin typeface="Calibri"/>
                <a:ea typeface="Calibri"/>
                <a:cs typeface="Calibri"/>
              </a:rPr>
              <a:t>Bariery praktyczne to nie zagrożenia bezpieczeństwa. Dotyczą realnego dostępu, nie tylko motywacji.</a:t>
            </a:r>
            <a:endParaRPr lang="pl-PL" sz="2000" dirty="0">
              <a:latin typeface="Calibri"/>
              <a:ea typeface="Calibri"/>
              <a:cs typeface="Calibri"/>
            </a:endParaRPr>
          </a:p>
        </p:txBody>
      </p:sp>
      <p:sp>
        <p:nvSpPr>
          <p:cNvPr id="31" name="Text 29"/>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51  ·  Sekcja VI</a:t>
            </a:r>
            <a:endParaRPr lang="en-US" sz="1067"/>
          </a:p>
        </p:txBody>
      </p:sp>
    </p:spTree>
    <p:extLst>
      <p:ext uri="{BB962C8B-B14F-4D97-AF65-F5344CB8AC3E}">
        <p14:creationId xmlns:p14="http://schemas.microsoft.com/office/powerpoint/2010/main" val="11310835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BARIERY PO STRONIE TERAPEUTY</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Symetryczny</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zestaw</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wyzwań</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rzadziej</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dyskutowany</a:t>
            </a:r>
            <a:endParaRPr lang="en-US" sz="1600" err="1">
              <a:latin typeface="Calibri"/>
              <a:ea typeface="Calibri"/>
              <a:cs typeface="Calibri"/>
            </a:endParaRPr>
          </a:p>
        </p:txBody>
      </p:sp>
      <p:sp>
        <p:nvSpPr>
          <p:cNvPr id="5" name="Shape 3"/>
          <p:cNvSpPr/>
          <p:nvPr/>
        </p:nvSpPr>
        <p:spPr>
          <a:xfrm>
            <a:off x="609600" y="1645920"/>
            <a:ext cx="3413760" cy="1889760"/>
          </a:xfrm>
          <a:prstGeom prst="roundRect">
            <a:avLst>
              <a:gd name="adj" fmla="val 4516"/>
            </a:avLst>
          </a:prstGeom>
          <a:solidFill>
            <a:srgbClr val="EAF0FB"/>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865376"/>
            <a:ext cx="121920" cy="121920"/>
          </a:xfrm>
          <a:prstGeom prst="ellipse">
            <a:avLst/>
          </a:prstGeom>
          <a:solidFill>
            <a:srgbClr val="3D63B3"/>
          </a:solidFill>
          <a:ln w="12700">
            <a:solidFill>
              <a:srgbClr val="3D63B3"/>
            </a:solidFill>
            <a:prstDash val="solid"/>
          </a:ln>
        </p:spPr>
      </p:sp>
      <p:sp>
        <p:nvSpPr>
          <p:cNvPr id="7" name="Text 5"/>
          <p:cNvSpPr/>
          <p:nvPr/>
        </p:nvSpPr>
        <p:spPr>
          <a:xfrm>
            <a:off x="1097280" y="1767840"/>
            <a:ext cx="2743200" cy="37795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b="1" dirty="0">
                <a:solidFill>
                  <a:srgbClr val="1B2A56"/>
                </a:solidFill>
                <a:latin typeface="Cambria"/>
                <a:ea typeface="Cambria"/>
                <a:cs typeface="Cambria" pitchFamily="34" charset="-120"/>
              </a:rPr>
              <a:t>Brak szkolenia</a:t>
            </a:r>
            <a:endParaRPr lang="pl-PL" dirty="0">
              <a:latin typeface="Calibri"/>
              <a:ea typeface="Calibri"/>
              <a:cs typeface="Calibri"/>
            </a:endParaRPr>
          </a:p>
        </p:txBody>
      </p:sp>
      <p:sp>
        <p:nvSpPr>
          <p:cNvPr id="8" name="Text 6"/>
          <p:cNvSpPr/>
          <p:nvPr/>
        </p:nvSpPr>
        <p:spPr>
          <a:xfrm>
            <a:off x="829056" y="2499360"/>
            <a:ext cx="2974848"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dirty="0">
                <a:solidFill>
                  <a:srgbClr val="5B6472"/>
                </a:solidFill>
                <a:latin typeface="Calibri"/>
                <a:ea typeface="Calibri"/>
                <a:cs typeface="Calibri"/>
              </a:rPr>
              <a:t>w </a:t>
            </a:r>
            <a:r>
              <a:rPr lang="en-US" sz="2000" dirty="0" err="1">
                <a:solidFill>
                  <a:srgbClr val="5B6472"/>
                </a:solidFill>
                <a:latin typeface="Calibri"/>
                <a:ea typeface="Calibri"/>
                <a:cs typeface="Calibri"/>
              </a:rPr>
              <a:t>zakresie</a:t>
            </a:r>
            <a:r>
              <a:rPr lang="en-US" sz="2000" dirty="0">
                <a:solidFill>
                  <a:srgbClr val="5B6472"/>
                </a:solidFill>
                <a:latin typeface="Calibri"/>
                <a:ea typeface="Calibri"/>
                <a:cs typeface="Calibri"/>
              </a:rPr>
              <a:t> </a:t>
            </a:r>
            <a:r>
              <a:rPr lang="en-US" sz="2000" dirty="0" err="1">
                <a:solidFill>
                  <a:srgbClr val="5B6472"/>
                </a:solidFill>
                <a:latin typeface="Calibri"/>
                <a:ea typeface="Calibri"/>
                <a:cs typeface="Calibri"/>
              </a:rPr>
              <a:t>specyfiki</a:t>
            </a:r>
            <a:r>
              <a:rPr lang="en-US" sz="2000" dirty="0">
                <a:solidFill>
                  <a:srgbClr val="5B6472"/>
                </a:solidFill>
                <a:latin typeface="Calibri"/>
                <a:ea typeface="Calibri"/>
                <a:cs typeface="Calibri"/>
              </a:rPr>
              <a:t> </a:t>
            </a:r>
            <a:br>
              <a:rPr lang="en-US" sz="2000" dirty="0">
                <a:solidFill>
                  <a:srgbClr val="5B6472"/>
                </a:solidFill>
                <a:latin typeface="Calibri"/>
                <a:ea typeface="Calibri"/>
                <a:cs typeface="Calibri"/>
              </a:rPr>
            </a:br>
            <a:r>
              <a:rPr lang="en-US" sz="2000" dirty="0" err="1">
                <a:solidFill>
                  <a:srgbClr val="5B6472"/>
                </a:solidFill>
                <a:latin typeface="Calibri"/>
                <a:ea typeface="Calibri"/>
                <a:cs typeface="Calibri"/>
              </a:rPr>
              <a:t>pracy</a:t>
            </a:r>
            <a:r>
              <a:rPr lang="en-US" sz="2000" dirty="0">
                <a:solidFill>
                  <a:srgbClr val="5B6472"/>
                </a:solidFill>
                <a:latin typeface="Calibri"/>
                <a:ea typeface="Calibri"/>
                <a:cs typeface="Calibri"/>
              </a:rPr>
              <a:t> </a:t>
            </a:r>
            <a:r>
              <a:rPr lang="en-US" sz="2000" dirty="0" err="1">
                <a:solidFill>
                  <a:srgbClr val="5B6472"/>
                </a:solidFill>
                <a:latin typeface="Calibri"/>
                <a:ea typeface="Calibri"/>
                <a:cs typeface="Calibri"/>
              </a:rPr>
              <a:t>zdalnej</a:t>
            </a:r>
            <a:endParaRPr lang="en-US" sz="2000" dirty="0">
              <a:latin typeface="Calibri"/>
              <a:ea typeface="Calibri"/>
              <a:cs typeface="Calibri"/>
            </a:endParaRPr>
          </a:p>
        </p:txBody>
      </p:sp>
      <p:sp>
        <p:nvSpPr>
          <p:cNvPr id="9" name="Shape 7"/>
          <p:cNvSpPr/>
          <p:nvPr/>
        </p:nvSpPr>
        <p:spPr>
          <a:xfrm>
            <a:off x="4389120" y="1645920"/>
            <a:ext cx="3413760" cy="1889760"/>
          </a:xfrm>
          <a:prstGeom prst="roundRect">
            <a:avLst>
              <a:gd name="adj" fmla="val 4516"/>
            </a:avLst>
          </a:prstGeom>
          <a:solidFill>
            <a:srgbClr val="EAF0FB"/>
          </a:solidFill>
          <a:ln w="12700">
            <a:solidFill>
              <a:srgbClr val="DCE2EC"/>
            </a:solidFill>
            <a:prstDash val="solid"/>
          </a:ln>
          <a:effectLst>
            <a:outerShdw blurRad="76200" dist="25400" dir="5400000" algn="bl" rotWithShape="0">
              <a:srgbClr val="000000">
                <a:alpha val="10000"/>
              </a:srgbClr>
            </a:outerShdw>
          </a:effectLst>
        </p:spPr>
      </p:sp>
      <p:sp>
        <p:nvSpPr>
          <p:cNvPr id="10" name="Shape 8"/>
          <p:cNvSpPr/>
          <p:nvPr/>
        </p:nvSpPr>
        <p:spPr>
          <a:xfrm>
            <a:off x="4608576" y="1865376"/>
            <a:ext cx="121920" cy="121920"/>
          </a:xfrm>
          <a:prstGeom prst="ellipse">
            <a:avLst/>
          </a:prstGeom>
          <a:solidFill>
            <a:srgbClr val="3D63B3"/>
          </a:solidFill>
          <a:ln w="12700">
            <a:solidFill>
              <a:srgbClr val="3D63B3"/>
            </a:solidFill>
            <a:prstDash val="solid"/>
          </a:ln>
        </p:spPr>
      </p:sp>
      <p:sp>
        <p:nvSpPr>
          <p:cNvPr id="11" name="Text 9"/>
          <p:cNvSpPr/>
          <p:nvPr/>
        </p:nvSpPr>
        <p:spPr>
          <a:xfrm>
            <a:off x="4876800" y="176784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b="1">
                <a:solidFill>
                  <a:srgbClr val="1B2A56"/>
                </a:solidFill>
                <a:latin typeface="Cambria"/>
                <a:ea typeface="Cambria"/>
                <a:cs typeface="Cambria" pitchFamily="34" charset="-120"/>
              </a:rPr>
              <a:t>Trudność oceny ryzyka</a:t>
            </a:r>
            <a:endParaRPr lang="pl-PL">
              <a:latin typeface="Calibri"/>
              <a:ea typeface="Calibri"/>
              <a:cs typeface="Calibri"/>
            </a:endParaRPr>
          </a:p>
        </p:txBody>
      </p:sp>
      <p:sp>
        <p:nvSpPr>
          <p:cNvPr id="12" name="Text 10"/>
          <p:cNvSpPr/>
          <p:nvPr/>
        </p:nvSpPr>
        <p:spPr>
          <a:xfrm>
            <a:off x="4608576" y="249936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przy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ograniczonym</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dostępie</a:t>
            </a:r>
            <a:r>
              <a:rPr lang="en-US" sz="2000">
                <a:solidFill>
                  <a:srgbClr val="5B6472"/>
                </a:solidFill>
                <a:latin typeface="Calibri"/>
                <a:ea typeface="Calibri"/>
                <a:cs typeface="Calibri"/>
              </a:rPr>
              <a:t> do </a:t>
            </a:r>
            <a:r>
              <a:rPr lang="en-US" sz="2000" err="1">
                <a:solidFill>
                  <a:srgbClr val="5B6472"/>
                </a:solidFill>
                <a:latin typeface="Calibri"/>
                <a:ea typeface="Calibri"/>
                <a:cs typeface="Calibri"/>
              </a:rPr>
              <a:t>kontekstu</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klienta</a:t>
            </a:r>
            <a:endParaRPr lang="en-US" sz="2000">
              <a:latin typeface="Calibri"/>
              <a:ea typeface="Calibri"/>
              <a:cs typeface="Calibri"/>
            </a:endParaRPr>
          </a:p>
        </p:txBody>
      </p:sp>
      <p:sp>
        <p:nvSpPr>
          <p:cNvPr id="13" name="Shape 11"/>
          <p:cNvSpPr/>
          <p:nvPr/>
        </p:nvSpPr>
        <p:spPr>
          <a:xfrm>
            <a:off x="8168640" y="1645920"/>
            <a:ext cx="3413760" cy="1889760"/>
          </a:xfrm>
          <a:prstGeom prst="roundRect">
            <a:avLst>
              <a:gd name="adj" fmla="val 4516"/>
            </a:avLst>
          </a:prstGeom>
          <a:solidFill>
            <a:srgbClr val="EAF0FB"/>
          </a:solidFill>
          <a:ln w="12700">
            <a:solidFill>
              <a:srgbClr val="DCE2EC"/>
            </a:solidFill>
            <a:prstDash val="solid"/>
          </a:ln>
          <a:effectLst>
            <a:outerShdw blurRad="76200" dist="25400" dir="5400000" algn="bl" rotWithShape="0">
              <a:srgbClr val="000000">
                <a:alpha val="10000"/>
              </a:srgbClr>
            </a:outerShdw>
          </a:effectLst>
        </p:spPr>
      </p:sp>
      <p:sp>
        <p:nvSpPr>
          <p:cNvPr id="14" name="Shape 12"/>
          <p:cNvSpPr/>
          <p:nvPr/>
        </p:nvSpPr>
        <p:spPr>
          <a:xfrm>
            <a:off x="8388096" y="1865376"/>
            <a:ext cx="121920" cy="121920"/>
          </a:xfrm>
          <a:prstGeom prst="ellipse">
            <a:avLst/>
          </a:prstGeom>
          <a:solidFill>
            <a:srgbClr val="3D63B3"/>
          </a:solidFill>
          <a:ln w="12700">
            <a:solidFill>
              <a:srgbClr val="3D63B3"/>
            </a:solidFill>
            <a:prstDash val="solid"/>
          </a:ln>
        </p:spPr>
      </p:sp>
      <p:sp>
        <p:nvSpPr>
          <p:cNvPr id="15" name="Text 13"/>
          <p:cNvSpPr/>
          <p:nvPr/>
        </p:nvSpPr>
        <p:spPr>
          <a:xfrm>
            <a:off x="8634549" y="1724298"/>
            <a:ext cx="2844799" cy="42149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b="1" dirty="0">
                <a:solidFill>
                  <a:srgbClr val="1B2A56"/>
                </a:solidFill>
                <a:latin typeface="Cambria"/>
                <a:ea typeface="Cambria"/>
                <a:cs typeface="Cambria" pitchFamily="34" charset="-120"/>
              </a:rPr>
              <a:t>Niepewność prawna</a:t>
            </a:r>
            <a:endParaRPr lang="pl-PL" dirty="0">
              <a:latin typeface="Calibri"/>
              <a:ea typeface="Calibri"/>
              <a:cs typeface="Calibri"/>
            </a:endParaRPr>
          </a:p>
        </p:txBody>
      </p:sp>
      <p:sp>
        <p:nvSpPr>
          <p:cNvPr id="16" name="Text 14"/>
          <p:cNvSpPr/>
          <p:nvPr/>
        </p:nvSpPr>
        <p:spPr>
          <a:xfrm>
            <a:off x="8388096" y="249936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err="1">
                <a:solidFill>
                  <a:srgbClr val="5B6472"/>
                </a:solidFill>
                <a:latin typeface="Calibri"/>
                <a:ea typeface="Calibri"/>
                <a:cs typeface="Calibri"/>
              </a:rPr>
              <a:t>niejasne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lub</a:t>
            </a:r>
            <a:r>
              <a:rPr lang="en-US" sz="2000">
                <a:solidFill>
                  <a:srgbClr val="5B6472"/>
                </a:solidFill>
                <a:latin typeface="Calibri"/>
                <a:ea typeface="Calibri"/>
                <a:cs typeface="Calibri"/>
              </a:rPr>
              <a:t> </a:t>
            </a:r>
            <a:br>
              <a:rPr lang="en-US" sz="2000">
                <a:solidFill>
                  <a:srgbClr val="5B6472"/>
                </a:solidFill>
                <a:latin typeface="Calibri"/>
                <a:ea typeface="Calibri"/>
                <a:cs typeface="Calibri"/>
              </a:rPr>
            </a:br>
            <a:r>
              <a:rPr lang="en-US" sz="2000" err="1">
                <a:solidFill>
                  <a:srgbClr val="5B6472"/>
                </a:solidFill>
                <a:latin typeface="Calibri"/>
                <a:ea typeface="Calibri"/>
                <a:cs typeface="Calibri"/>
              </a:rPr>
              <a:t>zmieniające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się</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regulacje</a:t>
            </a:r>
            <a:endParaRPr lang="en-US" sz="2000">
              <a:latin typeface="Calibri"/>
              <a:ea typeface="Calibri"/>
              <a:cs typeface="Calibri"/>
            </a:endParaRPr>
          </a:p>
        </p:txBody>
      </p:sp>
      <p:sp>
        <p:nvSpPr>
          <p:cNvPr id="17" name="Shape 15"/>
          <p:cNvSpPr/>
          <p:nvPr/>
        </p:nvSpPr>
        <p:spPr>
          <a:xfrm>
            <a:off x="609600" y="3718560"/>
            <a:ext cx="3413760" cy="1889760"/>
          </a:xfrm>
          <a:prstGeom prst="roundRect">
            <a:avLst>
              <a:gd name="adj" fmla="val 4516"/>
            </a:avLst>
          </a:prstGeom>
          <a:solidFill>
            <a:srgbClr val="EAF0FB"/>
          </a:solidFill>
          <a:ln w="12700">
            <a:solidFill>
              <a:srgbClr val="DCE2EC"/>
            </a:solidFill>
            <a:prstDash val="solid"/>
          </a:ln>
          <a:effectLst>
            <a:outerShdw blurRad="76200" dist="25400" dir="5400000" algn="bl" rotWithShape="0">
              <a:srgbClr val="000000">
                <a:alpha val="10000"/>
              </a:srgbClr>
            </a:outerShdw>
          </a:effectLst>
        </p:spPr>
      </p:sp>
      <p:sp>
        <p:nvSpPr>
          <p:cNvPr id="18" name="Shape 16"/>
          <p:cNvSpPr/>
          <p:nvPr/>
        </p:nvSpPr>
        <p:spPr>
          <a:xfrm>
            <a:off x="829056" y="3938016"/>
            <a:ext cx="121920" cy="121920"/>
          </a:xfrm>
          <a:prstGeom prst="ellipse">
            <a:avLst/>
          </a:prstGeom>
          <a:solidFill>
            <a:srgbClr val="3D63B3"/>
          </a:solidFill>
          <a:ln w="12700">
            <a:solidFill>
              <a:srgbClr val="3D63B3"/>
            </a:solidFill>
            <a:prstDash val="solid"/>
          </a:ln>
        </p:spPr>
      </p:sp>
      <p:sp>
        <p:nvSpPr>
          <p:cNvPr id="19" name="Text 17"/>
          <p:cNvSpPr/>
          <p:nvPr/>
        </p:nvSpPr>
        <p:spPr>
          <a:xfrm>
            <a:off x="109728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b="1">
                <a:solidFill>
                  <a:srgbClr val="1B2A56"/>
                </a:solidFill>
                <a:latin typeface="Cambria"/>
                <a:ea typeface="Cambria"/>
                <a:cs typeface="Cambria" pitchFamily="34" charset="-120"/>
              </a:rPr>
              <a:t>Zmęczenie </a:t>
            </a:r>
            <a:br>
              <a:rPr lang="pl-PL" b="1">
                <a:solidFill>
                  <a:srgbClr val="1B2A56"/>
                </a:solidFill>
                <a:latin typeface="Cambria"/>
                <a:ea typeface="Cambria"/>
                <a:cs typeface="Cambria" pitchFamily="34" charset="-120"/>
              </a:rPr>
            </a:br>
            <a:r>
              <a:rPr lang="pl-PL" b="1">
                <a:solidFill>
                  <a:srgbClr val="1B2A56"/>
                </a:solidFill>
                <a:latin typeface="Cambria"/>
                <a:ea typeface="Cambria"/>
                <a:cs typeface="Cambria" pitchFamily="34" charset="-120"/>
              </a:rPr>
              <a:t>pracą </a:t>
            </a:r>
            <a:r>
              <a:rPr lang="pl-PL" b="1" err="1">
                <a:solidFill>
                  <a:srgbClr val="1B2A56"/>
                </a:solidFill>
                <a:latin typeface="Cambria"/>
                <a:ea typeface="Cambria"/>
                <a:cs typeface="Cambria" pitchFamily="34" charset="-120"/>
              </a:rPr>
              <a:t>zdalną</a:t>
            </a:r>
            <a:endParaRPr lang="pl-PL" err="1">
              <a:latin typeface="Calibri"/>
              <a:ea typeface="Calibri"/>
              <a:cs typeface="Calibri"/>
            </a:endParaRPr>
          </a:p>
        </p:txBody>
      </p:sp>
      <p:sp>
        <p:nvSpPr>
          <p:cNvPr id="20" name="Text 18"/>
          <p:cNvSpPr/>
          <p:nvPr/>
        </p:nvSpPr>
        <p:spPr>
          <a:xfrm>
            <a:off x="82905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kumulacja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sesji</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wideo</a:t>
            </a:r>
            <a:r>
              <a:rPr lang="en-US" sz="2000">
                <a:solidFill>
                  <a:srgbClr val="5B6472"/>
                </a:solidFill>
                <a:latin typeface="Calibri"/>
                <a:ea typeface="Calibri"/>
                <a:cs typeface="Calibri"/>
              </a:rPr>
              <a:t> bez </a:t>
            </a:r>
            <a:r>
              <a:rPr lang="en-US" sz="2000" err="1">
                <a:solidFill>
                  <a:srgbClr val="5B6472"/>
                </a:solidFill>
                <a:latin typeface="Calibri"/>
                <a:ea typeface="Calibri"/>
                <a:cs typeface="Calibri"/>
              </a:rPr>
              <a:t>naturalnych</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przerw</a:t>
            </a:r>
            <a:endParaRPr lang="en-US" sz="2000" err="1">
              <a:latin typeface="Calibri"/>
              <a:ea typeface="Calibri"/>
              <a:cs typeface="Calibri"/>
            </a:endParaRPr>
          </a:p>
        </p:txBody>
      </p:sp>
      <p:sp>
        <p:nvSpPr>
          <p:cNvPr id="21" name="Shape 19"/>
          <p:cNvSpPr/>
          <p:nvPr/>
        </p:nvSpPr>
        <p:spPr>
          <a:xfrm>
            <a:off x="4389120" y="3718560"/>
            <a:ext cx="3413760" cy="1889760"/>
          </a:xfrm>
          <a:prstGeom prst="roundRect">
            <a:avLst>
              <a:gd name="adj" fmla="val 4516"/>
            </a:avLst>
          </a:prstGeom>
          <a:solidFill>
            <a:srgbClr val="EAF0FB"/>
          </a:solidFill>
          <a:ln w="12700">
            <a:solidFill>
              <a:srgbClr val="DCE2EC"/>
            </a:solidFill>
            <a:prstDash val="solid"/>
          </a:ln>
          <a:effectLst>
            <a:outerShdw blurRad="76200" dist="25400" dir="5400000" algn="bl" rotWithShape="0">
              <a:srgbClr val="000000">
                <a:alpha val="10000"/>
              </a:srgbClr>
            </a:outerShdw>
          </a:effectLst>
        </p:spPr>
      </p:sp>
      <p:sp>
        <p:nvSpPr>
          <p:cNvPr id="22" name="Shape 20"/>
          <p:cNvSpPr/>
          <p:nvPr/>
        </p:nvSpPr>
        <p:spPr>
          <a:xfrm>
            <a:off x="4608576" y="3938016"/>
            <a:ext cx="121920" cy="121920"/>
          </a:xfrm>
          <a:prstGeom prst="ellipse">
            <a:avLst/>
          </a:prstGeom>
          <a:solidFill>
            <a:srgbClr val="3D63B3"/>
          </a:solidFill>
          <a:ln w="12700">
            <a:solidFill>
              <a:srgbClr val="3D63B3"/>
            </a:solidFill>
            <a:prstDash val="solid"/>
          </a:ln>
        </p:spPr>
      </p:sp>
      <p:sp>
        <p:nvSpPr>
          <p:cNvPr id="23" name="Text 21"/>
          <p:cNvSpPr/>
          <p:nvPr/>
        </p:nvSpPr>
        <p:spPr>
          <a:xfrm>
            <a:off x="487680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b="1">
                <a:solidFill>
                  <a:srgbClr val="1B2A56"/>
                </a:solidFill>
                <a:latin typeface="Cambria"/>
                <a:ea typeface="Cambria"/>
                <a:cs typeface="Cambria" pitchFamily="34" charset="-120"/>
              </a:rPr>
              <a:t>Rozmycie granic kontaktu</a:t>
            </a:r>
            <a:endParaRPr lang="pl-PL">
              <a:latin typeface="Calibri"/>
              <a:ea typeface="Calibri"/>
              <a:cs typeface="Calibri"/>
            </a:endParaRPr>
          </a:p>
        </p:txBody>
      </p:sp>
      <p:sp>
        <p:nvSpPr>
          <p:cNvPr id="24" name="Text 22"/>
          <p:cNvSpPr/>
          <p:nvPr/>
        </p:nvSpPr>
        <p:spPr>
          <a:xfrm>
            <a:off x="460857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łatwiejszy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mniej</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kontrolowany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dostęp</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klienta</a:t>
            </a:r>
            <a:endParaRPr lang="en-US" sz="2000">
              <a:latin typeface="Calibri"/>
              <a:ea typeface="Calibri"/>
              <a:cs typeface="Calibri"/>
            </a:endParaRPr>
          </a:p>
        </p:txBody>
      </p:sp>
      <p:sp>
        <p:nvSpPr>
          <p:cNvPr id="25" name="Shape 23"/>
          <p:cNvSpPr/>
          <p:nvPr/>
        </p:nvSpPr>
        <p:spPr>
          <a:xfrm>
            <a:off x="8168640" y="3718560"/>
            <a:ext cx="3413760" cy="1889760"/>
          </a:xfrm>
          <a:prstGeom prst="roundRect">
            <a:avLst>
              <a:gd name="adj" fmla="val 4516"/>
            </a:avLst>
          </a:prstGeom>
          <a:solidFill>
            <a:srgbClr val="EAF0FB"/>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8388096" y="3938016"/>
            <a:ext cx="121920" cy="121920"/>
          </a:xfrm>
          <a:prstGeom prst="ellipse">
            <a:avLst/>
          </a:prstGeom>
          <a:solidFill>
            <a:srgbClr val="3D63B3"/>
          </a:solidFill>
          <a:ln w="12700">
            <a:solidFill>
              <a:srgbClr val="3D63B3"/>
            </a:solidFill>
            <a:prstDash val="solid"/>
          </a:ln>
        </p:spPr>
      </p:sp>
      <p:sp>
        <p:nvSpPr>
          <p:cNvPr id="27" name="Text 25"/>
          <p:cNvSpPr/>
          <p:nvPr/>
        </p:nvSpPr>
        <p:spPr>
          <a:xfrm>
            <a:off x="8627292" y="3840480"/>
            <a:ext cx="3033485"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200" b="1">
                <a:solidFill>
                  <a:srgbClr val="1B2A56"/>
                </a:solidFill>
                <a:latin typeface="Cambria"/>
                <a:ea typeface="Cambria"/>
                <a:cs typeface="Cambria" pitchFamily="34" charset="-120"/>
              </a:rPr>
              <a:t>Nadmierne poleganie na narzędziach</a:t>
            </a:r>
            <a:endParaRPr lang="pl-PL" sz="2200">
              <a:latin typeface="Calibri"/>
              <a:ea typeface="Calibri"/>
              <a:cs typeface="Calibri"/>
            </a:endParaRPr>
          </a:p>
        </p:txBody>
      </p:sp>
      <p:sp>
        <p:nvSpPr>
          <p:cNvPr id="28" name="Text 26"/>
          <p:cNvSpPr/>
          <p:nvPr/>
        </p:nvSpPr>
        <p:spPr>
          <a:xfrm>
            <a:off x="838809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err="1">
                <a:solidFill>
                  <a:srgbClr val="5B6472"/>
                </a:solidFill>
                <a:latin typeface="Calibri"/>
                <a:ea typeface="Calibri"/>
                <a:cs typeface="Calibri"/>
              </a:rPr>
              <a:t>technologia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zamiast</a:t>
            </a:r>
            <a:r>
              <a:rPr lang="en-US" sz="2000">
                <a:solidFill>
                  <a:srgbClr val="5B6472"/>
                </a:solidFill>
                <a:latin typeface="Calibri"/>
                <a:ea typeface="Calibri"/>
                <a:cs typeface="Calibri"/>
              </a:rPr>
              <a:t> </a:t>
            </a:r>
            <a:br>
              <a:rPr lang="en-US" sz="2000">
                <a:solidFill>
                  <a:srgbClr val="5B6472"/>
                </a:solidFill>
                <a:latin typeface="Calibri"/>
                <a:ea typeface="Calibri"/>
                <a:cs typeface="Calibri"/>
              </a:rPr>
            </a:br>
            <a:r>
              <a:rPr lang="en-US" sz="2000" err="1">
                <a:solidFill>
                  <a:srgbClr val="5B6472"/>
                </a:solidFill>
                <a:latin typeface="Calibri"/>
                <a:ea typeface="Calibri"/>
                <a:cs typeface="Calibri"/>
              </a:rPr>
              <a:t>oceny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klinicznej</a:t>
            </a:r>
            <a:endParaRPr lang="en-US" sz="2000">
              <a:latin typeface="Calibri"/>
              <a:ea typeface="Calibri"/>
              <a:cs typeface="Calibri"/>
            </a:endParaRPr>
          </a:p>
        </p:txBody>
      </p:sp>
      <p:sp>
        <p:nvSpPr>
          <p:cNvPr id="29" name="Shape 27"/>
          <p:cNvSpPr/>
          <p:nvPr/>
        </p:nvSpPr>
        <p:spPr>
          <a:xfrm>
            <a:off x="609600" y="5827776"/>
            <a:ext cx="10972800" cy="609600"/>
          </a:xfrm>
          <a:prstGeom prst="roundRect">
            <a:avLst>
              <a:gd name="adj" fmla="val 12000"/>
            </a:avLst>
          </a:prstGeom>
          <a:solidFill>
            <a:srgbClr val="EAF0FB"/>
          </a:solidFill>
          <a:ln w="12700">
            <a:solidFill>
              <a:srgbClr val="EAF0FB"/>
            </a:solidFill>
            <a:prstDash val="solid"/>
          </a:ln>
        </p:spPr>
      </p:sp>
      <p:sp>
        <p:nvSpPr>
          <p:cNvPr id="30" name="Text 28"/>
          <p:cNvSpPr/>
          <p:nvPr/>
        </p:nvSpPr>
        <p:spPr>
          <a:xfrm>
            <a:off x="609600" y="5900928"/>
            <a:ext cx="1097280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dirty="0" smtClean="0">
                <a:solidFill>
                  <a:srgbClr val="1B2A56"/>
                </a:solidFill>
                <a:latin typeface="Calibri" pitchFamily="34" charset="0"/>
                <a:ea typeface="Calibri" pitchFamily="34" charset="-122"/>
                <a:cs typeface="Calibri" pitchFamily="34" charset="-120"/>
              </a:rPr>
              <a:t>Dwie strony tego samego zjawiska: bariery klienta i terapeuty wzajemnie się wzmacniają</a:t>
            </a:r>
            <a:endParaRPr lang="pl-PL" dirty="0"/>
          </a:p>
        </p:txBody>
      </p:sp>
      <p:sp>
        <p:nvSpPr>
          <p:cNvPr id="31" name="Text 29"/>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52  ·  Sekcja VI</a:t>
            </a:r>
            <a:endParaRPr lang="en-US" sz="1067"/>
          </a:p>
        </p:txBody>
      </p:sp>
    </p:spTree>
    <p:extLst>
      <p:ext uri="{BB962C8B-B14F-4D97-AF65-F5344CB8AC3E}">
        <p14:creationId xmlns:p14="http://schemas.microsoft.com/office/powerpoint/2010/main" val="4225759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BARIERY ORGANIZACYJNE</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Poziom</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systemowy</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wykraczający</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poza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klienta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terapeutę</a:t>
            </a:r>
            <a:endParaRPr lang="en-US" sz="1600" err="1">
              <a:latin typeface="Calibri"/>
              <a:ea typeface="Calibri"/>
              <a:cs typeface="Calibri"/>
            </a:endParaRPr>
          </a:p>
        </p:txBody>
      </p:sp>
      <p:sp>
        <p:nvSpPr>
          <p:cNvPr id="5" name="Shape 3"/>
          <p:cNvSpPr/>
          <p:nvPr/>
        </p:nvSpPr>
        <p:spPr>
          <a:xfrm>
            <a:off x="609600" y="164592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865376"/>
            <a:ext cx="121920" cy="121920"/>
          </a:xfrm>
          <a:prstGeom prst="ellipse">
            <a:avLst/>
          </a:prstGeom>
          <a:solidFill>
            <a:srgbClr val="2C4373"/>
          </a:solidFill>
          <a:ln w="12700">
            <a:solidFill>
              <a:srgbClr val="2C4373"/>
            </a:solidFill>
            <a:prstDash val="solid"/>
          </a:ln>
        </p:spPr>
      </p:sp>
      <p:sp>
        <p:nvSpPr>
          <p:cNvPr id="7" name="Text 5"/>
          <p:cNvSpPr/>
          <p:nvPr/>
        </p:nvSpPr>
        <p:spPr>
          <a:xfrm>
            <a:off x="1097280" y="1738812"/>
            <a:ext cx="2721429" cy="36285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a:ea typeface="Cambria"/>
                <a:cs typeface="Cambria" pitchFamily="34" charset="-120"/>
              </a:rPr>
              <a:t>Brak </a:t>
            </a:r>
            <a:r>
              <a:rPr lang="en-US" sz="2000" b="1" err="1">
                <a:solidFill>
                  <a:srgbClr val="1B2A56"/>
                </a:solidFill>
                <a:latin typeface="Cambria"/>
                <a:ea typeface="Cambria"/>
                <a:cs typeface="Cambria" pitchFamily="34" charset="-120"/>
              </a:rPr>
              <a:t>standardów</a:t>
            </a:r>
            <a:endParaRPr lang="en-US" sz="2000" err="1">
              <a:latin typeface="Calibri"/>
              <a:ea typeface="Calibri"/>
              <a:cs typeface="Calibri"/>
            </a:endParaRPr>
          </a:p>
        </p:txBody>
      </p:sp>
      <p:sp>
        <p:nvSpPr>
          <p:cNvPr id="8" name="Text 6"/>
          <p:cNvSpPr/>
          <p:nvPr/>
        </p:nvSpPr>
        <p:spPr>
          <a:xfrm>
            <a:off x="829056" y="249936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niejednolite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praktyki</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między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terapeutami</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i</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instytucjami</a:t>
            </a:r>
            <a:endParaRPr lang="en-US" sz="2000">
              <a:latin typeface="Calibri"/>
              <a:ea typeface="Calibri"/>
              <a:cs typeface="Calibri"/>
            </a:endParaRPr>
          </a:p>
        </p:txBody>
      </p:sp>
      <p:sp>
        <p:nvSpPr>
          <p:cNvPr id="9" name="Shape 7"/>
          <p:cNvSpPr/>
          <p:nvPr/>
        </p:nvSpPr>
        <p:spPr>
          <a:xfrm>
            <a:off x="4389120" y="164592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10" name="Shape 8"/>
          <p:cNvSpPr/>
          <p:nvPr/>
        </p:nvSpPr>
        <p:spPr>
          <a:xfrm>
            <a:off x="4608576" y="1865376"/>
            <a:ext cx="121920" cy="121920"/>
          </a:xfrm>
          <a:prstGeom prst="ellipse">
            <a:avLst/>
          </a:prstGeom>
          <a:solidFill>
            <a:srgbClr val="2C4373"/>
          </a:solidFill>
          <a:ln w="12700">
            <a:solidFill>
              <a:srgbClr val="2C4373"/>
            </a:solidFill>
            <a:prstDash val="solid"/>
          </a:ln>
        </p:spPr>
      </p:sp>
      <p:sp>
        <p:nvSpPr>
          <p:cNvPr id="11" name="Text 9"/>
          <p:cNvSpPr/>
          <p:nvPr/>
        </p:nvSpPr>
        <p:spPr>
          <a:xfrm>
            <a:off x="4876800" y="176784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a:ea typeface="Cambria"/>
                <a:cs typeface="Cambria" pitchFamily="34" charset="-120"/>
              </a:rPr>
              <a:t>Brak </a:t>
            </a:r>
            <a:r>
              <a:rPr lang="en-US" sz="2000" b="1" err="1">
                <a:solidFill>
                  <a:srgbClr val="1B2A56"/>
                </a:solidFill>
                <a:latin typeface="Cambria"/>
                <a:ea typeface="Cambria"/>
                <a:cs typeface="Cambria" pitchFamily="34" charset="-120"/>
              </a:rPr>
              <a:t>procedur</a:t>
            </a:r>
            <a:r>
              <a:rPr lang="en-US" sz="2000" b="1">
                <a:solidFill>
                  <a:srgbClr val="1B2A56"/>
                </a:solidFill>
                <a:latin typeface="Cambria"/>
                <a:ea typeface="Cambria"/>
                <a:cs typeface="Cambria" pitchFamily="34" charset="-120"/>
              </a:rPr>
              <a:t> </a:t>
            </a:r>
            <a:r>
              <a:rPr lang="en-US" sz="2000" b="1" err="1">
                <a:solidFill>
                  <a:srgbClr val="1B2A56"/>
                </a:solidFill>
                <a:latin typeface="Cambria"/>
                <a:ea typeface="Cambria"/>
                <a:cs typeface="Cambria" pitchFamily="34" charset="-120"/>
              </a:rPr>
              <a:t>awaryjnych</a:t>
            </a:r>
            <a:endParaRPr lang="en-US" sz="2000">
              <a:latin typeface="Calibri"/>
              <a:ea typeface="Calibri"/>
              <a:cs typeface="Calibri"/>
            </a:endParaRPr>
          </a:p>
        </p:txBody>
      </p:sp>
      <p:sp>
        <p:nvSpPr>
          <p:cNvPr id="12" name="Text 10"/>
          <p:cNvSpPr/>
          <p:nvPr/>
        </p:nvSpPr>
        <p:spPr>
          <a:xfrm>
            <a:off x="4608576" y="249936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na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poziomie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systemowym</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nie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tylko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indywidualnym</a:t>
            </a:r>
            <a:endParaRPr lang="en-US" sz="2000">
              <a:latin typeface="Calibri"/>
              <a:ea typeface="Calibri"/>
              <a:cs typeface="Calibri"/>
            </a:endParaRPr>
          </a:p>
        </p:txBody>
      </p:sp>
      <p:sp>
        <p:nvSpPr>
          <p:cNvPr id="13" name="Shape 11"/>
          <p:cNvSpPr/>
          <p:nvPr/>
        </p:nvSpPr>
        <p:spPr>
          <a:xfrm>
            <a:off x="8168640" y="164592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14" name="Shape 12"/>
          <p:cNvSpPr/>
          <p:nvPr/>
        </p:nvSpPr>
        <p:spPr>
          <a:xfrm>
            <a:off x="8388096" y="1865376"/>
            <a:ext cx="121920" cy="121920"/>
          </a:xfrm>
          <a:prstGeom prst="ellipse">
            <a:avLst/>
          </a:prstGeom>
          <a:solidFill>
            <a:srgbClr val="2C4373"/>
          </a:solidFill>
          <a:ln w="12700">
            <a:solidFill>
              <a:srgbClr val="2C4373"/>
            </a:solidFill>
            <a:prstDash val="solid"/>
          </a:ln>
        </p:spPr>
      </p:sp>
      <p:sp>
        <p:nvSpPr>
          <p:cNvPr id="15" name="Text 13"/>
          <p:cNvSpPr/>
          <p:nvPr/>
        </p:nvSpPr>
        <p:spPr>
          <a:xfrm>
            <a:off x="8656320" y="176784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err="1">
                <a:solidFill>
                  <a:srgbClr val="1B2A56"/>
                </a:solidFill>
                <a:latin typeface="Cambria"/>
                <a:ea typeface="Cambria"/>
                <a:cs typeface="Cambria" pitchFamily="34" charset="-120"/>
              </a:rPr>
              <a:t>Niedostateczna</a:t>
            </a:r>
            <a:r>
              <a:rPr lang="en-US" sz="2000" b="1">
                <a:solidFill>
                  <a:srgbClr val="1B2A56"/>
                </a:solidFill>
                <a:latin typeface="Cambria"/>
                <a:ea typeface="Cambria"/>
                <a:cs typeface="Cambria" pitchFamily="34" charset="-120"/>
              </a:rPr>
              <a:t> </a:t>
            </a:r>
            <a:r>
              <a:rPr lang="en-US" sz="2000" b="1" err="1">
                <a:solidFill>
                  <a:srgbClr val="1B2A56"/>
                </a:solidFill>
                <a:latin typeface="Cambria"/>
                <a:ea typeface="Cambria"/>
                <a:cs typeface="Cambria" pitchFamily="34" charset="-120"/>
              </a:rPr>
              <a:t>superwizja</a:t>
            </a:r>
            <a:endParaRPr lang="en-US" sz="2000">
              <a:latin typeface="Calibri"/>
              <a:ea typeface="Calibri"/>
              <a:cs typeface="Calibri"/>
            </a:endParaRPr>
          </a:p>
        </p:txBody>
      </p:sp>
      <p:sp>
        <p:nvSpPr>
          <p:cNvPr id="16" name="Text 14"/>
          <p:cNvSpPr/>
          <p:nvPr/>
        </p:nvSpPr>
        <p:spPr>
          <a:xfrm>
            <a:off x="8388096" y="249936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specyfiki</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pracy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zdalnej</a:t>
            </a:r>
            <a:endParaRPr lang="en-US" sz="2000">
              <a:latin typeface="Calibri"/>
              <a:ea typeface="Calibri"/>
              <a:cs typeface="Calibri"/>
            </a:endParaRPr>
          </a:p>
        </p:txBody>
      </p:sp>
      <p:sp>
        <p:nvSpPr>
          <p:cNvPr id="17" name="Shape 15"/>
          <p:cNvSpPr/>
          <p:nvPr/>
        </p:nvSpPr>
        <p:spPr>
          <a:xfrm>
            <a:off x="609600" y="371856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18" name="Shape 16"/>
          <p:cNvSpPr/>
          <p:nvPr/>
        </p:nvSpPr>
        <p:spPr>
          <a:xfrm>
            <a:off x="829056" y="3938016"/>
            <a:ext cx="121920" cy="121920"/>
          </a:xfrm>
          <a:prstGeom prst="ellipse">
            <a:avLst/>
          </a:prstGeom>
          <a:solidFill>
            <a:srgbClr val="2C4373"/>
          </a:solidFill>
          <a:ln w="12700">
            <a:solidFill>
              <a:srgbClr val="2C4373"/>
            </a:solidFill>
            <a:prstDash val="solid"/>
          </a:ln>
        </p:spPr>
      </p:sp>
      <p:sp>
        <p:nvSpPr>
          <p:cNvPr id="19" name="Text 17"/>
          <p:cNvSpPr/>
          <p:nvPr/>
        </p:nvSpPr>
        <p:spPr>
          <a:xfrm>
            <a:off x="109728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a:ea typeface="Cambria"/>
                <a:cs typeface="Cambria" pitchFamily="34" charset="-120"/>
              </a:rPr>
              <a:t>Brak </a:t>
            </a:r>
            <a:r>
              <a:rPr lang="en-US" sz="2000" b="1" err="1">
                <a:solidFill>
                  <a:srgbClr val="1B2A56"/>
                </a:solidFill>
                <a:latin typeface="Cambria"/>
                <a:ea typeface="Cambria"/>
                <a:cs typeface="Cambria" pitchFamily="34" charset="-120"/>
              </a:rPr>
              <a:t>bezpiecznej</a:t>
            </a:r>
            <a:r>
              <a:rPr lang="en-US" sz="2000" b="1">
                <a:solidFill>
                  <a:srgbClr val="1B2A56"/>
                </a:solidFill>
                <a:latin typeface="Cambria"/>
                <a:ea typeface="Cambria"/>
                <a:cs typeface="Cambria" pitchFamily="34" charset="-120"/>
              </a:rPr>
              <a:t> </a:t>
            </a:r>
            <a:r>
              <a:rPr lang="en-US" sz="2000" b="1" err="1">
                <a:solidFill>
                  <a:srgbClr val="1B2A56"/>
                </a:solidFill>
                <a:latin typeface="Cambria"/>
                <a:ea typeface="Cambria"/>
                <a:cs typeface="Cambria" pitchFamily="34" charset="-120"/>
              </a:rPr>
              <a:t>infrastruktury</a:t>
            </a:r>
            <a:endParaRPr lang="en-US" sz="2000" err="1">
              <a:latin typeface="Cambria"/>
              <a:ea typeface="Cambria"/>
              <a:cs typeface="Calibri"/>
            </a:endParaRPr>
          </a:p>
        </p:txBody>
      </p:sp>
      <p:sp>
        <p:nvSpPr>
          <p:cNvPr id="20" name="Text 18"/>
          <p:cNvSpPr/>
          <p:nvPr/>
        </p:nvSpPr>
        <p:spPr>
          <a:xfrm>
            <a:off x="82905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instytucje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korzystające</a:t>
            </a:r>
            <a:r>
              <a:rPr lang="en-US" sz="2000">
                <a:solidFill>
                  <a:srgbClr val="5B6472"/>
                </a:solidFill>
                <a:latin typeface="Calibri"/>
                <a:ea typeface="Calibri"/>
                <a:cs typeface="Calibri"/>
              </a:rPr>
              <a:t> z </a:t>
            </a:r>
            <a:r>
              <a:rPr lang="en-US" sz="2000" err="1">
                <a:solidFill>
                  <a:srgbClr val="5B6472"/>
                </a:solidFill>
                <a:latin typeface="Calibri"/>
                <a:ea typeface="Calibri"/>
                <a:cs typeface="Calibri"/>
              </a:rPr>
              <a:t>niewłaściwych</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narzędzi</a:t>
            </a:r>
            <a:endParaRPr lang="en-US" sz="2000">
              <a:latin typeface="Calibri"/>
              <a:ea typeface="Calibri"/>
              <a:cs typeface="Calibri"/>
            </a:endParaRPr>
          </a:p>
        </p:txBody>
      </p:sp>
      <p:sp>
        <p:nvSpPr>
          <p:cNvPr id="21" name="Shape 19"/>
          <p:cNvSpPr/>
          <p:nvPr/>
        </p:nvSpPr>
        <p:spPr>
          <a:xfrm>
            <a:off x="4389120" y="371856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22" name="Shape 20"/>
          <p:cNvSpPr/>
          <p:nvPr/>
        </p:nvSpPr>
        <p:spPr>
          <a:xfrm>
            <a:off x="4608576" y="3938016"/>
            <a:ext cx="121920" cy="121920"/>
          </a:xfrm>
          <a:prstGeom prst="ellipse">
            <a:avLst/>
          </a:prstGeom>
          <a:solidFill>
            <a:srgbClr val="2C4373"/>
          </a:solidFill>
          <a:ln w="12700">
            <a:solidFill>
              <a:srgbClr val="2C4373"/>
            </a:solidFill>
            <a:prstDash val="solid"/>
          </a:ln>
        </p:spPr>
      </p:sp>
      <p:sp>
        <p:nvSpPr>
          <p:cNvPr id="23" name="Text 21"/>
          <p:cNvSpPr/>
          <p:nvPr/>
        </p:nvSpPr>
        <p:spPr>
          <a:xfrm>
            <a:off x="4731658" y="3840480"/>
            <a:ext cx="2982685"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2000" b="1">
                <a:solidFill>
                  <a:srgbClr val="1B2A56"/>
                </a:solidFill>
                <a:latin typeface="Cambria"/>
                <a:ea typeface="Cambria"/>
                <a:cs typeface="Cambria" pitchFamily="34" charset="-120"/>
              </a:rPr>
              <a:t>Odpowiedzialność za system niejasna</a:t>
            </a:r>
            <a:endParaRPr lang="pl-PL" sz="2000">
              <a:latin typeface="Cambria"/>
              <a:ea typeface="Cambria"/>
              <a:cs typeface="Calibri"/>
            </a:endParaRPr>
          </a:p>
        </p:txBody>
      </p:sp>
      <p:sp>
        <p:nvSpPr>
          <p:cNvPr id="24" name="Text 22"/>
          <p:cNvSpPr/>
          <p:nvPr/>
        </p:nvSpPr>
        <p:spPr>
          <a:xfrm>
            <a:off x="460857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kto</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odpowiada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gdy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platforma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zawodzi</a:t>
            </a:r>
            <a:endParaRPr lang="en-US" sz="2000">
              <a:latin typeface="Calibri"/>
              <a:ea typeface="Calibri"/>
              <a:cs typeface="Calibri"/>
            </a:endParaRPr>
          </a:p>
        </p:txBody>
      </p:sp>
      <p:sp>
        <p:nvSpPr>
          <p:cNvPr id="25" name="Shape 23"/>
          <p:cNvSpPr/>
          <p:nvPr/>
        </p:nvSpPr>
        <p:spPr>
          <a:xfrm>
            <a:off x="8168640" y="3718560"/>
            <a:ext cx="3413760" cy="1889760"/>
          </a:xfrm>
          <a:prstGeom prst="roundRect">
            <a:avLst>
              <a:gd name="adj" fmla="val 4516"/>
            </a:avLst>
          </a:prstGeom>
          <a:solidFill>
            <a:srgbClr val="EEF1F5"/>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8388096" y="3938016"/>
            <a:ext cx="121920" cy="121920"/>
          </a:xfrm>
          <a:prstGeom prst="ellipse">
            <a:avLst/>
          </a:prstGeom>
          <a:solidFill>
            <a:srgbClr val="2C4373"/>
          </a:solidFill>
          <a:ln w="12700">
            <a:solidFill>
              <a:srgbClr val="2C4373"/>
            </a:solidFill>
            <a:prstDash val="solid"/>
          </a:ln>
        </p:spPr>
      </p:sp>
      <p:sp>
        <p:nvSpPr>
          <p:cNvPr id="27" name="Text 25"/>
          <p:cNvSpPr/>
          <p:nvPr/>
        </p:nvSpPr>
        <p:spPr>
          <a:xfrm>
            <a:off x="865632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a:ea typeface="Cambria"/>
                <a:cs typeface="Cambria" pitchFamily="34" charset="-120"/>
              </a:rPr>
              <a:t>Brak </a:t>
            </a:r>
            <a:r>
              <a:rPr lang="en-US" sz="2000" b="1" err="1">
                <a:solidFill>
                  <a:srgbClr val="1B2A56"/>
                </a:solidFill>
                <a:latin typeface="Cambria"/>
                <a:ea typeface="Cambria"/>
                <a:cs typeface="Cambria" pitchFamily="34" charset="-120"/>
              </a:rPr>
              <a:t>standardu</a:t>
            </a:r>
            <a:r>
              <a:rPr lang="en-US" sz="2000" b="1">
                <a:solidFill>
                  <a:srgbClr val="1B2A56"/>
                </a:solidFill>
                <a:latin typeface="Cambria"/>
                <a:ea typeface="Cambria"/>
                <a:cs typeface="Cambria" pitchFamily="34" charset="-120"/>
              </a:rPr>
              <a:t> </a:t>
            </a:r>
            <a:r>
              <a:rPr lang="en-US" sz="2000" b="1" err="1">
                <a:solidFill>
                  <a:srgbClr val="1B2A56"/>
                </a:solidFill>
                <a:latin typeface="Cambria"/>
                <a:ea typeface="Cambria"/>
                <a:cs typeface="Cambria" pitchFamily="34" charset="-120"/>
              </a:rPr>
              <a:t>dokumentacji</a:t>
            </a:r>
            <a:endParaRPr lang="en-US" sz="2000" err="1">
              <a:latin typeface="Cambria"/>
              <a:ea typeface="Cambria"/>
              <a:cs typeface="Calibri"/>
            </a:endParaRPr>
          </a:p>
        </p:txBody>
      </p:sp>
      <p:sp>
        <p:nvSpPr>
          <p:cNvPr id="28" name="Text 26"/>
          <p:cNvSpPr/>
          <p:nvPr/>
        </p:nvSpPr>
        <p:spPr>
          <a:xfrm>
            <a:off x="8388096" y="4572000"/>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dla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pracy</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cyfrowej</a:t>
            </a:r>
            <a:endParaRPr lang="en-US" sz="2000">
              <a:latin typeface="Calibri"/>
              <a:ea typeface="Calibri"/>
              <a:cs typeface="Calibri"/>
            </a:endParaRPr>
          </a:p>
        </p:txBody>
      </p:sp>
      <p:sp>
        <p:nvSpPr>
          <p:cNvPr id="29" name="Shape 27"/>
          <p:cNvSpPr/>
          <p:nvPr/>
        </p:nvSpPr>
        <p:spPr>
          <a:xfrm>
            <a:off x="609600" y="5827776"/>
            <a:ext cx="10972800" cy="609600"/>
          </a:xfrm>
          <a:prstGeom prst="roundRect">
            <a:avLst>
              <a:gd name="adj" fmla="val 12000"/>
            </a:avLst>
          </a:prstGeom>
          <a:solidFill>
            <a:srgbClr val="F7E8D6"/>
          </a:solidFill>
          <a:ln w="12700">
            <a:solidFill>
              <a:srgbClr val="F7E8D6"/>
            </a:solidFill>
            <a:prstDash val="solid"/>
          </a:ln>
        </p:spPr>
      </p:sp>
      <p:sp>
        <p:nvSpPr>
          <p:cNvPr id="30" name="Text 28"/>
          <p:cNvSpPr/>
          <p:nvPr/>
        </p:nvSpPr>
        <p:spPr>
          <a:xfrm>
            <a:off x="914400" y="5900928"/>
            <a:ext cx="1036320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b="1" dirty="0">
                <a:solidFill>
                  <a:srgbClr val="C97D32"/>
                </a:solidFill>
                <a:latin typeface="Calibri"/>
                <a:ea typeface="Calibri"/>
                <a:cs typeface="Calibri"/>
              </a:rPr>
              <a:t>Te bariery są adresowalne przez świadome projektowanie usługi</a:t>
            </a:r>
          </a:p>
        </p:txBody>
      </p:sp>
      <p:sp>
        <p:nvSpPr>
          <p:cNvPr id="31" name="Text 29"/>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53  ·  Sekcja VI</a:t>
            </a:r>
            <a:endParaRPr lang="en-US" sz="1067"/>
          </a:p>
        </p:txBody>
      </p:sp>
    </p:spTree>
    <p:extLst>
      <p:ext uri="{BB962C8B-B14F-4D97-AF65-F5344CB8AC3E}">
        <p14:creationId xmlns:p14="http://schemas.microsoft.com/office/powerpoint/2010/main" val="30407343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2" name="Shape 20"/>
          <p:cNvSpPr/>
          <p:nvPr/>
        </p:nvSpPr>
        <p:spPr>
          <a:xfrm>
            <a:off x="6096000" y="2365248"/>
            <a:ext cx="3779520" cy="1840992"/>
          </a:xfrm>
          <a:prstGeom prst="line">
            <a:avLst/>
          </a:prstGeom>
          <a:noFill/>
          <a:ln w="15875">
            <a:solidFill>
              <a:srgbClr val="AFC6E8"/>
            </a:solidFill>
            <a:prstDash val="dash"/>
          </a:ln>
        </p:spPr>
      </p:sp>
      <p:sp>
        <p:nvSpPr>
          <p:cNvPr id="19" name="Shape 17"/>
          <p:cNvSpPr/>
          <p:nvPr/>
        </p:nvSpPr>
        <p:spPr>
          <a:xfrm>
            <a:off x="6096000" y="2365248"/>
            <a:ext cx="12192" cy="1840992"/>
          </a:xfrm>
          <a:prstGeom prst="line">
            <a:avLst/>
          </a:prstGeom>
          <a:noFill/>
          <a:ln w="15875">
            <a:solidFill>
              <a:srgbClr val="AFC6E8"/>
            </a:solidFill>
            <a:prstDash val="dash"/>
          </a:ln>
        </p:spPr>
      </p:sp>
      <p:sp>
        <p:nvSpPr>
          <p:cNvPr id="16" name="Shape 14"/>
          <p:cNvSpPr/>
          <p:nvPr/>
        </p:nvSpPr>
        <p:spPr>
          <a:xfrm flipH="1">
            <a:off x="2316480" y="2365248"/>
            <a:ext cx="3779520" cy="1840992"/>
          </a:xfrm>
          <a:prstGeom prst="line">
            <a:avLst/>
          </a:prstGeom>
          <a:noFill/>
          <a:ln w="15875">
            <a:solidFill>
              <a:srgbClr val="AFC6E8"/>
            </a:solidFill>
            <a:prstDash val="dash"/>
          </a:ln>
        </p:spPr>
      </p:sp>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E-TERAPIA W INSTYTUCJI AKADEMICKIEJ</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i="1">
                <a:solidFill>
                  <a:srgbClr val="B7C6E6"/>
                </a:solidFill>
                <a:latin typeface="Calibri"/>
                <a:ea typeface="Calibri"/>
                <a:cs typeface="Calibri"/>
              </a:rPr>
              <a:t>Sześć ścieżek wsparcia w środowisku uczelnianym</a:t>
            </a:r>
            <a:endParaRPr lang="pl-PL" sz="1600">
              <a:latin typeface="Calibri"/>
              <a:ea typeface="Calibri"/>
              <a:cs typeface="Calibri"/>
            </a:endParaRPr>
          </a:p>
        </p:txBody>
      </p:sp>
      <p:sp>
        <p:nvSpPr>
          <p:cNvPr id="5" name="Shape 3"/>
          <p:cNvSpPr/>
          <p:nvPr/>
        </p:nvSpPr>
        <p:spPr>
          <a:xfrm>
            <a:off x="4389120" y="1609344"/>
            <a:ext cx="3413760" cy="755904"/>
          </a:xfrm>
          <a:prstGeom prst="roundRect">
            <a:avLst>
              <a:gd name="adj" fmla="val 12903"/>
            </a:avLst>
          </a:prstGeom>
          <a:solidFill>
            <a:srgbClr val="1B2A56"/>
          </a:solidFill>
          <a:ln w="12700">
            <a:solidFill>
              <a:srgbClr val="1B2A56"/>
            </a:solidFill>
            <a:prstDash val="solid"/>
          </a:ln>
        </p:spPr>
      </p:sp>
      <p:sp>
        <p:nvSpPr>
          <p:cNvPr id="6" name="Text 4"/>
          <p:cNvSpPr/>
          <p:nvPr/>
        </p:nvSpPr>
        <p:spPr>
          <a:xfrm>
            <a:off x="4389120" y="1609344"/>
            <a:ext cx="3413760" cy="7559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800" b="1">
                <a:solidFill>
                  <a:srgbClr val="FFFFFF"/>
                </a:solidFill>
                <a:latin typeface="Cambria"/>
                <a:ea typeface="Cambria"/>
                <a:cs typeface="Cambria" pitchFamily="34" charset="-120"/>
              </a:rPr>
              <a:t>UCZELNIA</a:t>
            </a:r>
            <a:endParaRPr lang="en-US" sz="2800">
              <a:latin typeface="Cambria"/>
              <a:ea typeface="Cambria"/>
              <a:cs typeface="Calibri"/>
            </a:endParaRPr>
          </a:p>
        </p:txBody>
      </p:sp>
      <p:sp>
        <p:nvSpPr>
          <p:cNvPr id="7" name="Shape 5"/>
          <p:cNvSpPr/>
          <p:nvPr/>
        </p:nvSpPr>
        <p:spPr>
          <a:xfrm flipH="1">
            <a:off x="2316480" y="2365248"/>
            <a:ext cx="3779520" cy="316992"/>
          </a:xfrm>
          <a:prstGeom prst="line">
            <a:avLst/>
          </a:prstGeom>
          <a:noFill/>
          <a:ln w="15875">
            <a:solidFill>
              <a:srgbClr val="AFC6E8"/>
            </a:solidFill>
            <a:prstDash val="dash"/>
          </a:ln>
        </p:spPr>
      </p:sp>
      <p:sp>
        <p:nvSpPr>
          <p:cNvPr id="8" name="Shape 6"/>
          <p:cNvSpPr/>
          <p:nvPr/>
        </p:nvSpPr>
        <p:spPr>
          <a:xfrm>
            <a:off x="609600" y="2682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9" name="Text 7"/>
          <p:cNvSpPr/>
          <p:nvPr/>
        </p:nvSpPr>
        <p:spPr>
          <a:xfrm>
            <a:off x="792480" y="2779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1800" b="1">
                <a:solidFill>
                  <a:srgbClr val="1B2A56"/>
                </a:solidFill>
                <a:latin typeface="Calibri"/>
                <a:ea typeface="Calibri"/>
                <a:cs typeface="Calibri"/>
              </a:rPr>
              <a:t>Poradnictwo studenckie</a:t>
            </a:r>
            <a:endParaRPr lang="pl-PL" sz="1800">
              <a:latin typeface="Calibri"/>
              <a:ea typeface="Calibri"/>
              <a:cs typeface="Calibri"/>
            </a:endParaRPr>
          </a:p>
          <a:p>
            <a:pPr marL="0" indent="0" algn="ctr">
              <a:buNone/>
            </a:pPr>
            <a:r>
              <a:rPr lang="pl-PL" sz="1800" b="1">
                <a:solidFill>
                  <a:srgbClr val="1B2A56"/>
                </a:solidFill>
                <a:latin typeface="Calibri"/>
                <a:ea typeface="Calibri"/>
                <a:cs typeface="Calibri"/>
              </a:rPr>
              <a:t>pierwszy kontakt, krótka pomoc</a:t>
            </a:r>
            <a:endParaRPr lang="pl-PL" sz="1800">
              <a:latin typeface="Calibri"/>
              <a:ea typeface="Calibri"/>
              <a:cs typeface="Calibri"/>
            </a:endParaRPr>
          </a:p>
        </p:txBody>
      </p:sp>
      <p:sp>
        <p:nvSpPr>
          <p:cNvPr id="10" name="Shape 8"/>
          <p:cNvSpPr/>
          <p:nvPr/>
        </p:nvSpPr>
        <p:spPr>
          <a:xfrm>
            <a:off x="6096000" y="2365248"/>
            <a:ext cx="12192" cy="316992"/>
          </a:xfrm>
          <a:prstGeom prst="line">
            <a:avLst/>
          </a:prstGeom>
          <a:noFill/>
          <a:ln w="15875">
            <a:solidFill>
              <a:srgbClr val="AFC6E8"/>
            </a:solidFill>
            <a:prstDash val="dash"/>
          </a:ln>
        </p:spPr>
      </p:sp>
      <p:sp>
        <p:nvSpPr>
          <p:cNvPr id="11" name="Shape 9"/>
          <p:cNvSpPr/>
          <p:nvPr/>
        </p:nvSpPr>
        <p:spPr>
          <a:xfrm>
            <a:off x="4389120" y="2682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2" name="Text 10"/>
          <p:cNvSpPr/>
          <p:nvPr/>
        </p:nvSpPr>
        <p:spPr>
          <a:xfrm>
            <a:off x="4572000" y="2779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b="1" err="1">
                <a:solidFill>
                  <a:srgbClr val="1B2A56"/>
                </a:solidFill>
                <a:latin typeface="Calibri"/>
                <a:ea typeface="Calibri"/>
                <a:cs typeface="Calibri"/>
              </a:rPr>
              <a:t>Wsparcie</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kryzysowe</a:t>
            </a:r>
            <a:endParaRPr lang="en-US" sz="1800">
              <a:latin typeface="Calibri"/>
              <a:ea typeface="Calibri"/>
              <a:cs typeface="Calibri"/>
            </a:endParaRPr>
          </a:p>
          <a:p>
            <a:pPr marL="0" indent="0" algn="ctr">
              <a:buNone/>
            </a:pPr>
            <a:r>
              <a:rPr lang="en-US" sz="1800" b="1" err="1">
                <a:solidFill>
                  <a:srgbClr val="1B2A56"/>
                </a:solidFill>
                <a:latin typeface="Calibri"/>
                <a:ea typeface="Calibri"/>
                <a:cs typeface="Calibri"/>
              </a:rPr>
              <a:t>okresy</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zwiększonego</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obciążenia</a:t>
            </a:r>
            <a:endParaRPr lang="en-US" sz="1800">
              <a:latin typeface="Calibri"/>
              <a:ea typeface="Calibri"/>
              <a:cs typeface="Calibri"/>
            </a:endParaRPr>
          </a:p>
        </p:txBody>
      </p:sp>
      <p:sp>
        <p:nvSpPr>
          <p:cNvPr id="13" name="Shape 11"/>
          <p:cNvSpPr/>
          <p:nvPr/>
        </p:nvSpPr>
        <p:spPr>
          <a:xfrm>
            <a:off x="6096000" y="2365248"/>
            <a:ext cx="3779520" cy="316992"/>
          </a:xfrm>
          <a:prstGeom prst="line">
            <a:avLst/>
          </a:prstGeom>
          <a:noFill/>
          <a:ln w="15875">
            <a:solidFill>
              <a:srgbClr val="AFC6E8"/>
            </a:solidFill>
            <a:prstDash val="dash"/>
          </a:ln>
        </p:spPr>
      </p:sp>
      <p:sp>
        <p:nvSpPr>
          <p:cNvPr id="14" name="Shape 12"/>
          <p:cNvSpPr/>
          <p:nvPr/>
        </p:nvSpPr>
        <p:spPr>
          <a:xfrm>
            <a:off x="8168640" y="2682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5" name="Text 13"/>
          <p:cNvSpPr/>
          <p:nvPr/>
        </p:nvSpPr>
        <p:spPr>
          <a:xfrm>
            <a:off x="8351520" y="2779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b="1" err="1">
                <a:solidFill>
                  <a:srgbClr val="1B2A56"/>
                </a:solidFill>
                <a:latin typeface="Calibri"/>
                <a:ea typeface="Calibri"/>
                <a:cs typeface="Calibri"/>
              </a:rPr>
              <a:t>Psychoedukacja</a:t>
            </a:r>
            <a:endParaRPr lang="en-US" sz="1800">
              <a:latin typeface="Calibri"/>
              <a:ea typeface="Calibri"/>
              <a:cs typeface="Calibri"/>
            </a:endParaRPr>
          </a:p>
          <a:p>
            <a:pPr marL="0" indent="0" algn="ctr">
              <a:buNone/>
            </a:pPr>
            <a:r>
              <a:rPr lang="en-US" sz="1800" b="1" err="1">
                <a:solidFill>
                  <a:srgbClr val="1B2A56"/>
                </a:solidFill>
                <a:latin typeface="Calibri"/>
                <a:ea typeface="Calibri"/>
                <a:cs typeface="Calibri"/>
              </a:rPr>
              <a:t>webinary</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materiały</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grupy</a:t>
            </a:r>
            <a:endParaRPr lang="en-US" sz="1800">
              <a:latin typeface="Calibri"/>
              <a:ea typeface="Calibri"/>
              <a:cs typeface="Calibri"/>
            </a:endParaRPr>
          </a:p>
        </p:txBody>
      </p:sp>
      <p:sp>
        <p:nvSpPr>
          <p:cNvPr id="17" name="Shape 15"/>
          <p:cNvSpPr/>
          <p:nvPr/>
        </p:nvSpPr>
        <p:spPr>
          <a:xfrm>
            <a:off x="609600" y="4206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Text 16"/>
          <p:cNvSpPr/>
          <p:nvPr/>
        </p:nvSpPr>
        <p:spPr>
          <a:xfrm>
            <a:off x="792480" y="4303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b="1" err="1">
                <a:solidFill>
                  <a:srgbClr val="1B2A56"/>
                </a:solidFill>
                <a:latin typeface="Calibri"/>
                <a:ea typeface="Calibri"/>
                <a:cs typeface="Calibri"/>
              </a:rPr>
              <a:t>Profilaktyka</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wypalenia</a:t>
            </a:r>
            <a:endParaRPr lang="en-US" sz="1800">
              <a:latin typeface="Calibri"/>
              <a:ea typeface="Calibri"/>
              <a:cs typeface="Calibri"/>
            </a:endParaRPr>
          </a:p>
          <a:p>
            <a:pPr marL="0" indent="0" algn="ctr">
              <a:buNone/>
            </a:pPr>
            <a:r>
              <a:rPr lang="en-US" sz="1800" b="1" err="1">
                <a:solidFill>
                  <a:srgbClr val="1B2A56"/>
                </a:solidFill>
                <a:latin typeface="Calibri"/>
                <a:ea typeface="Calibri"/>
                <a:cs typeface="Calibri"/>
              </a:rPr>
              <a:t>studenci</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i</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pracownicy</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naukowi</a:t>
            </a:r>
            <a:endParaRPr lang="en-US" sz="1800">
              <a:latin typeface="Calibri"/>
              <a:ea typeface="Calibri"/>
              <a:cs typeface="Calibri"/>
            </a:endParaRPr>
          </a:p>
        </p:txBody>
      </p:sp>
      <p:sp>
        <p:nvSpPr>
          <p:cNvPr id="20" name="Shape 18"/>
          <p:cNvSpPr/>
          <p:nvPr/>
        </p:nvSpPr>
        <p:spPr>
          <a:xfrm>
            <a:off x="4389120" y="4206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1" name="Text 19"/>
          <p:cNvSpPr/>
          <p:nvPr/>
        </p:nvSpPr>
        <p:spPr>
          <a:xfrm>
            <a:off x="4572000" y="4303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b="1" err="1">
                <a:solidFill>
                  <a:srgbClr val="1B2A56"/>
                </a:solidFill>
                <a:latin typeface="Calibri"/>
                <a:ea typeface="Calibri"/>
                <a:cs typeface="Calibri"/>
              </a:rPr>
              <a:t>Interwencje</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grupowe</a:t>
            </a:r>
            <a:endParaRPr lang="en-US" sz="1800">
              <a:latin typeface="Calibri"/>
              <a:ea typeface="Calibri"/>
              <a:cs typeface="Calibri"/>
            </a:endParaRPr>
          </a:p>
          <a:p>
            <a:pPr marL="0" indent="0" algn="ctr">
              <a:buNone/>
            </a:pPr>
            <a:r>
              <a:rPr lang="en-US" sz="1800" b="1" err="1">
                <a:solidFill>
                  <a:srgbClr val="1B2A56"/>
                </a:solidFill>
                <a:latin typeface="Calibri"/>
                <a:ea typeface="Calibri"/>
                <a:cs typeface="Calibri"/>
              </a:rPr>
              <a:t>wsparcie</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rówieśnicze</a:t>
            </a:r>
            <a:endParaRPr lang="en-US" sz="1800">
              <a:latin typeface="Calibri"/>
              <a:ea typeface="Calibri"/>
              <a:cs typeface="Calibri"/>
            </a:endParaRPr>
          </a:p>
        </p:txBody>
      </p:sp>
      <p:sp>
        <p:nvSpPr>
          <p:cNvPr id="23" name="Shape 21"/>
          <p:cNvSpPr/>
          <p:nvPr/>
        </p:nvSpPr>
        <p:spPr>
          <a:xfrm>
            <a:off x="8168640" y="4206240"/>
            <a:ext cx="3413760" cy="1219200"/>
          </a:xfrm>
          <a:prstGeom prst="roundRect">
            <a:avLst>
              <a:gd name="adj" fmla="val 7000"/>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4" name="Text 22"/>
          <p:cNvSpPr/>
          <p:nvPr/>
        </p:nvSpPr>
        <p:spPr>
          <a:xfrm>
            <a:off x="8351520" y="4303776"/>
            <a:ext cx="3048000" cy="10241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b="1" err="1">
                <a:solidFill>
                  <a:srgbClr val="1B2A56"/>
                </a:solidFill>
                <a:latin typeface="Calibri"/>
                <a:ea typeface="Calibri"/>
                <a:cs typeface="Calibri"/>
              </a:rPr>
              <a:t>Wsparcie</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pracowników</a:t>
            </a:r>
            <a:endParaRPr lang="en-US" sz="1800">
              <a:latin typeface="Calibri"/>
              <a:ea typeface="Calibri"/>
              <a:cs typeface="Calibri"/>
            </a:endParaRPr>
          </a:p>
          <a:p>
            <a:pPr marL="0" indent="0" algn="ctr">
              <a:buNone/>
            </a:pPr>
            <a:r>
              <a:rPr lang="en-US" sz="1800" b="1" err="1">
                <a:solidFill>
                  <a:srgbClr val="1B2A56"/>
                </a:solidFill>
                <a:latin typeface="Calibri"/>
                <a:ea typeface="Calibri"/>
                <a:cs typeface="Calibri"/>
              </a:rPr>
              <a:t>równoległy</a:t>
            </a:r>
            <a:r>
              <a:rPr lang="en-US" sz="1800" b="1">
                <a:solidFill>
                  <a:srgbClr val="1B2A56"/>
                </a:solidFill>
                <a:latin typeface="Calibri"/>
                <a:ea typeface="Calibri"/>
                <a:cs typeface="Calibri"/>
              </a:rPr>
              <a:t> system </a:t>
            </a:r>
            <a:r>
              <a:rPr lang="en-US" sz="1800" b="1" err="1">
                <a:solidFill>
                  <a:srgbClr val="1B2A56"/>
                </a:solidFill>
                <a:latin typeface="Calibri"/>
                <a:ea typeface="Calibri"/>
                <a:cs typeface="Calibri"/>
              </a:rPr>
              <a:t>dla</a:t>
            </a:r>
            <a:r>
              <a:rPr lang="en-US" sz="1800" b="1">
                <a:solidFill>
                  <a:srgbClr val="1B2A56"/>
                </a:solidFill>
                <a:latin typeface="Calibri"/>
                <a:ea typeface="Calibri"/>
                <a:cs typeface="Calibri"/>
              </a:rPr>
              <a:t> </a:t>
            </a:r>
            <a:r>
              <a:rPr lang="en-US" sz="1800" b="1" err="1">
                <a:solidFill>
                  <a:srgbClr val="1B2A56"/>
                </a:solidFill>
                <a:latin typeface="Calibri"/>
                <a:ea typeface="Calibri"/>
                <a:cs typeface="Calibri"/>
              </a:rPr>
              <a:t>kadry</a:t>
            </a:r>
            <a:endParaRPr lang="en-US" sz="1800">
              <a:latin typeface="Calibri"/>
              <a:ea typeface="Calibri"/>
              <a:cs typeface="Calibri"/>
            </a:endParaRPr>
          </a:p>
        </p:txBody>
      </p:sp>
      <p:sp>
        <p:nvSpPr>
          <p:cNvPr id="25" name="Shape 23"/>
          <p:cNvSpPr/>
          <p:nvPr/>
        </p:nvSpPr>
        <p:spPr>
          <a:xfrm>
            <a:off x="609600" y="5730240"/>
            <a:ext cx="10972800" cy="670560"/>
          </a:xfrm>
          <a:prstGeom prst="roundRect">
            <a:avLst>
              <a:gd name="adj" fmla="val 10909"/>
            </a:avLst>
          </a:prstGeom>
          <a:solidFill>
            <a:srgbClr val="EAF0FB"/>
          </a:solidFill>
          <a:ln w="12700">
            <a:solidFill>
              <a:srgbClr val="EAF0FB"/>
            </a:solidFill>
            <a:prstDash val="solid"/>
          </a:ln>
        </p:spPr>
      </p:sp>
      <p:sp>
        <p:nvSpPr>
          <p:cNvPr id="26" name="Text 24"/>
          <p:cNvSpPr/>
          <p:nvPr/>
        </p:nvSpPr>
        <p:spPr>
          <a:xfrm>
            <a:off x="609602" y="5730822"/>
            <a:ext cx="10972797" cy="6693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sz="2200" dirty="0" smtClean="0">
                <a:solidFill>
                  <a:srgbClr val="1B2A56"/>
                </a:solidFill>
                <a:latin typeface="Calibri"/>
                <a:ea typeface="Calibri"/>
                <a:cs typeface="Calibri"/>
              </a:rPr>
              <a:t>e-terapia w środowisku akademickim = </a:t>
            </a:r>
            <a:r>
              <a:rPr lang="pl-PL" sz="2200" b="1" dirty="0">
                <a:solidFill>
                  <a:srgbClr val="1B2A56"/>
                </a:solidFill>
                <a:ea typeface="Calibri"/>
                <a:cs typeface="Calibri"/>
              </a:rPr>
              <a:t>Niższy próg wejścia + skalowalność </a:t>
            </a:r>
            <a:r>
              <a:rPr lang="pl-PL" sz="2200" b="1" dirty="0" smtClean="0">
                <a:solidFill>
                  <a:srgbClr val="1B2A56"/>
                </a:solidFill>
                <a:ea typeface="Calibri"/>
                <a:cs typeface="Calibri"/>
              </a:rPr>
              <a:t>psychoedukacji</a:t>
            </a:r>
            <a:endParaRPr lang="pl-PL" sz="2200" dirty="0">
              <a:solidFill>
                <a:srgbClr val="1B2A56"/>
              </a:solidFill>
              <a:latin typeface="Calibri"/>
              <a:ea typeface="Calibri"/>
              <a:cs typeface="Calibri"/>
            </a:endParaRPr>
          </a:p>
        </p:txBody>
      </p:sp>
      <p:sp>
        <p:nvSpPr>
          <p:cNvPr id="27" name="Text 25"/>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54  ·  Sekcja VI</a:t>
            </a:r>
            <a:endParaRPr lang="en-US" sz="1067"/>
          </a:p>
        </p:txBody>
      </p:sp>
    </p:spTree>
    <p:extLst>
      <p:ext uri="{BB962C8B-B14F-4D97-AF65-F5344CB8AC3E}">
        <p14:creationId xmlns:p14="http://schemas.microsoft.com/office/powerpoint/2010/main" val="20886068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PROJEKTOWANIE USŁUGI E-TERAPII W INSTYTUCJI</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i="1" dirty="0" smtClean="0">
                <a:solidFill>
                  <a:srgbClr val="B7C6E6"/>
                </a:solidFill>
                <a:latin typeface="Calibri"/>
                <a:ea typeface="Calibri"/>
                <a:cs typeface="Calibri"/>
              </a:rPr>
              <a:t>Ścieżka użytkownika od pierwszego kontaktu do ewaluacji</a:t>
            </a:r>
            <a:endParaRPr lang="pl-PL" sz="1600" dirty="0">
              <a:latin typeface="Calibri"/>
              <a:ea typeface="Calibri"/>
              <a:cs typeface="Calibri"/>
            </a:endParaRPr>
          </a:p>
        </p:txBody>
      </p:sp>
      <p:sp>
        <p:nvSpPr>
          <p:cNvPr id="5" name="Shape 3"/>
          <p:cNvSpPr/>
          <p:nvPr/>
        </p:nvSpPr>
        <p:spPr>
          <a:xfrm>
            <a:off x="2499360" y="2651760"/>
            <a:ext cx="426720" cy="12192"/>
          </a:xfrm>
          <a:prstGeom prst="line">
            <a:avLst/>
          </a:prstGeom>
          <a:noFill/>
          <a:ln w="22225">
            <a:solidFill>
              <a:srgbClr val="3D63B3"/>
            </a:solidFill>
            <a:prstDash val="solid"/>
            <a:tailEnd type="triangle"/>
          </a:ln>
        </p:spPr>
      </p:sp>
      <p:sp>
        <p:nvSpPr>
          <p:cNvPr id="6" name="Shape 4"/>
          <p:cNvSpPr/>
          <p:nvPr/>
        </p:nvSpPr>
        <p:spPr>
          <a:xfrm>
            <a:off x="4815840" y="2651760"/>
            <a:ext cx="426720" cy="12192"/>
          </a:xfrm>
          <a:prstGeom prst="line">
            <a:avLst/>
          </a:prstGeom>
          <a:noFill/>
          <a:ln w="22225">
            <a:solidFill>
              <a:srgbClr val="3D63B3"/>
            </a:solidFill>
            <a:prstDash val="solid"/>
            <a:tailEnd type="triangle"/>
          </a:ln>
        </p:spPr>
      </p:sp>
      <p:sp>
        <p:nvSpPr>
          <p:cNvPr id="7" name="Shape 5"/>
          <p:cNvSpPr/>
          <p:nvPr/>
        </p:nvSpPr>
        <p:spPr>
          <a:xfrm>
            <a:off x="7132320" y="2651760"/>
            <a:ext cx="426720" cy="12192"/>
          </a:xfrm>
          <a:prstGeom prst="line">
            <a:avLst/>
          </a:prstGeom>
          <a:noFill/>
          <a:ln w="22225">
            <a:solidFill>
              <a:srgbClr val="3D63B3"/>
            </a:solidFill>
            <a:prstDash val="solid"/>
            <a:tailEnd type="triangle"/>
          </a:ln>
        </p:spPr>
      </p:sp>
      <p:sp>
        <p:nvSpPr>
          <p:cNvPr id="8" name="Shape 6"/>
          <p:cNvSpPr/>
          <p:nvPr/>
        </p:nvSpPr>
        <p:spPr>
          <a:xfrm>
            <a:off x="9448800" y="2651760"/>
            <a:ext cx="426720" cy="12192"/>
          </a:xfrm>
          <a:prstGeom prst="line">
            <a:avLst/>
          </a:prstGeom>
          <a:noFill/>
          <a:ln w="22225">
            <a:solidFill>
              <a:srgbClr val="3D63B3"/>
            </a:solidFill>
            <a:prstDash val="solid"/>
            <a:tailEnd type="triangle"/>
          </a:ln>
        </p:spPr>
      </p:sp>
      <p:sp>
        <p:nvSpPr>
          <p:cNvPr id="9" name="Shape 7"/>
          <p:cNvSpPr/>
          <p:nvPr/>
        </p:nvSpPr>
        <p:spPr>
          <a:xfrm>
            <a:off x="609600" y="2072640"/>
            <a:ext cx="1889760" cy="1158240"/>
          </a:xfrm>
          <a:prstGeom prst="roundRect">
            <a:avLst>
              <a:gd name="adj" fmla="val 9474"/>
            </a:avLst>
          </a:prstGeom>
          <a:solidFill>
            <a:srgbClr val="1B2A56"/>
          </a:solidFill>
          <a:ln w="12700">
            <a:solidFill>
              <a:srgbClr val="1B2A56"/>
            </a:solidFill>
            <a:prstDash val="solid"/>
          </a:ln>
        </p:spPr>
      </p:sp>
      <p:sp>
        <p:nvSpPr>
          <p:cNvPr id="10" name="Text 8"/>
          <p:cNvSpPr/>
          <p:nvPr/>
        </p:nvSpPr>
        <p:spPr>
          <a:xfrm>
            <a:off x="609600" y="2072640"/>
            <a:ext cx="1889760" cy="11582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err="1">
                <a:solidFill>
                  <a:srgbClr val="FFFFFF"/>
                </a:solidFill>
                <a:latin typeface="Cambria"/>
                <a:ea typeface="Cambria"/>
                <a:cs typeface="Cambria" pitchFamily="34" charset="-120"/>
              </a:rPr>
              <a:t>Pierwszy</a:t>
            </a:r>
            <a:endParaRPr lang="en-US">
              <a:latin typeface="Calibri"/>
              <a:ea typeface="Calibri"/>
              <a:cs typeface="Calibri"/>
            </a:endParaRPr>
          </a:p>
          <a:p>
            <a:pPr marL="0" indent="0" algn="ctr">
              <a:buNone/>
            </a:pPr>
            <a:r>
              <a:rPr lang="en-US" b="1" err="1">
                <a:solidFill>
                  <a:srgbClr val="FFFFFF"/>
                </a:solidFill>
                <a:latin typeface="Cambria"/>
                <a:ea typeface="Cambria"/>
                <a:cs typeface="Cambria" pitchFamily="34" charset="-120"/>
              </a:rPr>
              <a:t>kontakt</a:t>
            </a:r>
            <a:endParaRPr lang="en-US">
              <a:latin typeface="Calibri"/>
              <a:ea typeface="Calibri"/>
              <a:cs typeface="Calibri"/>
            </a:endParaRPr>
          </a:p>
        </p:txBody>
      </p:sp>
      <p:sp>
        <p:nvSpPr>
          <p:cNvPr id="11" name="Shape 9"/>
          <p:cNvSpPr/>
          <p:nvPr/>
        </p:nvSpPr>
        <p:spPr>
          <a:xfrm>
            <a:off x="2926080" y="2072640"/>
            <a:ext cx="1889760" cy="1158240"/>
          </a:xfrm>
          <a:prstGeom prst="roundRect">
            <a:avLst>
              <a:gd name="adj" fmla="val 9474"/>
            </a:avLst>
          </a:prstGeom>
          <a:solidFill>
            <a:srgbClr val="1B2A56"/>
          </a:solidFill>
          <a:ln w="12700">
            <a:solidFill>
              <a:srgbClr val="1B2A56"/>
            </a:solidFill>
            <a:prstDash val="solid"/>
          </a:ln>
        </p:spPr>
      </p:sp>
      <p:sp>
        <p:nvSpPr>
          <p:cNvPr id="12" name="Text 10"/>
          <p:cNvSpPr/>
          <p:nvPr/>
        </p:nvSpPr>
        <p:spPr>
          <a:xfrm>
            <a:off x="2926080" y="2072640"/>
            <a:ext cx="1889760" cy="11582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800" b="1">
                <a:solidFill>
                  <a:srgbClr val="FFFFFF"/>
                </a:solidFill>
                <a:latin typeface="Cambria"/>
                <a:ea typeface="Cambria"/>
                <a:cs typeface="Cambria" pitchFamily="34" charset="-120"/>
              </a:rPr>
              <a:t>Triage</a:t>
            </a:r>
            <a:endParaRPr lang="en-US" sz="2800">
              <a:latin typeface="Calibri"/>
              <a:ea typeface="Calibri"/>
              <a:cs typeface="Calibri"/>
            </a:endParaRPr>
          </a:p>
        </p:txBody>
      </p:sp>
      <p:sp>
        <p:nvSpPr>
          <p:cNvPr id="13" name="Shape 11"/>
          <p:cNvSpPr/>
          <p:nvPr/>
        </p:nvSpPr>
        <p:spPr>
          <a:xfrm>
            <a:off x="5242560" y="2072640"/>
            <a:ext cx="1889760" cy="1158240"/>
          </a:xfrm>
          <a:prstGeom prst="roundRect">
            <a:avLst>
              <a:gd name="adj" fmla="val 9474"/>
            </a:avLst>
          </a:prstGeom>
          <a:solidFill>
            <a:srgbClr val="1B2A56"/>
          </a:solidFill>
          <a:ln w="12700">
            <a:solidFill>
              <a:srgbClr val="1B2A56"/>
            </a:solidFill>
            <a:prstDash val="solid"/>
          </a:ln>
        </p:spPr>
      </p:sp>
      <p:sp>
        <p:nvSpPr>
          <p:cNvPr id="14" name="Text 12"/>
          <p:cNvSpPr/>
          <p:nvPr/>
        </p:nvSpPr>
        <p:spPr>
          <a:xfrm>
            <a:off x="5242560" y="2072640"/>
            <a:ext cx="1889760" cy="11582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err="1">
                <a:solidFill>
                  <a:srgbClr val="FFFFFF"/>
                </a:solidFill>
                <a:latin typeface="Cambria"/>
                <a:ea typeface="Cambria"/>
                <a:cs typeface="Cambria" pitchFamily="34" charset="-120"/>
              </a:rPr>
              <a:t>Kolejka</a:t>
            </a:r>
            <a:r>
              <a:rPr lang="en-US" b="1">
                <a:solidFill>
                  <a:srgbClr val="FFFFFF"/>
                </a:solidFill>
                <a:latin typeface="Cambria"/>
                <a:ea typeface="Cambria"/>
                <a:cs typeface="Cambria" pitchFamily="34" charset="-120"/>
              </a:rPr>
              <a:t>/</a:t>
            </a:r>
            <a:endParaRPr lang="en-US">
              <a:latin typeface="Calibri"/>
              <a:ea typeface="Calibri"/>
              <a:cs typeface="Calibri"/>
            </a:endParaRPr>
          </a:p>
          <a:p>
            <a:pPr marL="0" indent="0" algn="ctr">
              <a:buNone/>
            </a:pPr>
            <a:r>
              <a:rPr lang="en-US" b="1" err="1">
                <a:solidFill>
                  <a:srgbClr val="FFFFFF"/>
                </a:solidFill>
                <a:latin typeface="Cambria"/>
                <a:ea typeface="Cambria"/>
                <a:cs typeface="Cambria" pitchFamily="34" charset="-120"/>
              </a:rPr>
              <a:t>przydział</a:t>
            </a:r>
            <a:endParaRPr lang="en-US">
              <a:latin typeface="Calibri"/>
              <a:ea typeface="Calibri"/>
              <a:cs typeface="Calibri"/>
            </a:endParaRPr>
          </a:p>
        </p:txBody>
      </p:sp>
      <p:sp>
        <p:nvSpPr>
          <p:cNvPr id="15" name="Shape 13"/>
          <p:cNvSpPr/>
          <p:nvPr/>
        </p:nvSpPr>
        <p:spPr>
          <a:xfrm>
            <a:off x="7559040" y="2072640"/>
            <a:ext cx="1889760" cy="1158240"/>
          </a:xfrm>
          <a:prstGeom prst="roundRect">
            <a:avLst>
              <a:gd name="adj" fmla="val 9474"/>
            </a:avLst>
          </a:prstGeom>
          <a:solidFill>
            <a:srgbClr val="1B2A56"/>
          </a:solidFill>
          <a:ln w="12700">
            <a:solidFill>
              <a:srgbClr val="1B2A56"/>
            </a:solidFill>
            <a:prstDash val="solid"/>
          </a:ln>
        </p:spPr>
      </p:sp>
      <p:sp>
        <p:nvSpPr>
          <p:cNvPr id="16" name="Text 14"/>
          <p:cNvSpPr/>
          <p:nvPr/>
        </p:nvSpPr>
        <p:spPr>
          <a:xfrm>
            <a:off x="7559040" y="2072640"/>
            <a:ext cx="1889760" cy="11582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800" b="1" err="1">
                <a:solidFill>
                  <a:srgbClr val="FFFFFF"/>
                </a:solidFill>
                <a:latin typeface="Cambria"/>
                <a:ea typeface="Cambria"/>
                <a:cs typeface="Cambria" pitchFamily="34" charset="-120"/>
              </a:rPr>
              <a:t>Wsparcie</a:t>
            </a:r>
            <a:endParaRPr lang="en-US" sz="2800">
              <a:latin typeface="Calibri"/>
              <a:ea typeface="Calibri"/>
              <a:cs typeface="Calibri"/>
            </a:endParaRPr>
          </a:p>
        </p:txBody>
      </p:sp>
      <p:sp>
        <p:nvSpPr>
          <p:cNvPr id="17" name="Shape 15"/>
          <p:cNvSpPr/>
          <p:nvPr/>
        </p:nvSpPr>
        <p:spPr>
          <a:xfrm>
            <a:off x="9875520" y="2079897"/>
            <a:ext cx="2005874" cy="1150983"/>
          </a:xfrm>
          <a:prstGeom prst="roundRect">
            <a:avLst>
              <a:gd name="adj" fmla="val 9474"/>
            </a:avLst>
          </a:prstGeom>
          <a:solidFill>
            <a:srgbClr val="1B2A56"/>
          </a:solidFill>
          <a:ln w="12700">
            <a:solidFill>
              <a:srgbClr val="1B2A56"/>
            </a:solidFill>
            <a:prstDash val="solid"/>
          </a:ln>
        </p:spPr>
      </p:sp>
      <p:sp>
        <p:nvSpPr>
          <p:cNvPr id="18" name="Text 16"/>
          <p:cNvSpPr/>
          <p:nvPr/>
        </p:nvSpPr>
        <p:spPr>
          <a:xfrm>
            <a:off x="9875520" y="2079897"/>
            <a:ext cx="2005874" cy="11582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err="1">
                <a:solidFill>
                  <a:srgbClr val="FFFFFF"/>
                </a:solidFill>
                <a:latin typeface="Cambria"/>
                <a:ea typeface="Cambria"/>
                <a:cs typeface="Cambria" pitchFamily="34" charset="-120"/>
              </a:rPr>
              <a:t>Zakończenie</a:t>
            </a:r>
            <a:r>
              <a:rPr lang="en-US" b="1">
                <a:solidFill>
                  <a:srgbClr val="FFFFFF"/>
                </a:solidFill>
                <a:latin typeface="Cambria"/>
                <a:ea typeface="Cambria"/>
                <a:cs typeface="Cambria" pitchFamily="34" charset="-120"/>
              </a:rPr>
              <a:t> /</a:t>
            </a:r>
            <a:r>
              <a:rPr lang="en-US" b="1" err="1">
                <a:solidFill>
                  <a:srgbClr val="FFFFFF"/>
                </a:solidFill>
                <a:latin typeface="Cambria"/>
                <a:ea typeface="Cambria"/>
                <a:cs typeface="Cambria" pitchFamily="34" charset="-120"/>
              </a:rPr>
              <a:t>ewaluacja</a:t>
            </a:r>
            <a:endParaRPr lang="en-US" err="1">
              <a:latin typeface="Calibri"/>
              <a:ea typeface="Calibri"/>
              <a:cs typeface="Calibri"/>
            </a:endParaRPr>
          </a:p>
        </p:txBody>
      </p:sp>
      <p:sp>
        <p:nvSpPr>
          <p:cNvPr id="19" name="Shape 17"/>
          <p:cNvSpPr/>
          <p:nvPr/>
        </p:nvSpPr>
        <p:spPr>
          <a:xfrm>
            <a:off x="3870960" y="3230880"/>
            <a:ext cx="12192" cy="975360"/>
          </a:xfrm>
          <a:prstGeom prst="line">
            <a:avLst/>
          </a:prstGeom>
          <a:noFill/>
          <a:ln w="22225">
            <a:solidFill>
              <a:srgbClr val="C0392B"/>
            </a:solidFill>
            <a:prstDash val="solid"/>
            <a:tailEnd type="triangle"/>
          </a:ln>
        </p:spPr>
      </p:sp>
      <p:sp>
        <p:nvSpPr>
          <p:cNvPr id="20" name="Shape 18"/>
          <p:cNvSpPr/>
          <p:nvPr/>
        </p:nvSpPr>
        <p:spPr>
          <a:xfrm>
            <a:off x="2377440" y="4267200"/>
            <a:ext cx="2987040" cy="877824"/>
          </a:xfrm>
          <a:prstGeom prst="roundRect">
            <a:avLst>
              <a:gd name="adj" fmla="val 11111"/>
            </a:avLst>
          </a:prstGeom>
          <a:solidFill>
            <a:srgbClr val="FBE7E5"/>
          </a:solidFill>
          <a:ln w="19050">
            <a:solidFill>
              <a:srgbClr val="C0392B"/>
            </a:solidFill>
            <a:prstDash val="solid"/>
          </a:ln>
        </p:spPr>
      </p:sp>
      <p:sp>
        <p:nvSpPr>
          <p:cNvPr id="21" name="Text 19"/>
          <p:cNvSpPr/>
          <p:nvPr/>
        </p:nvSpPr>
        <p:spPr>
          <a:xfrm>
            <a:off x="2377440" y="4267200"/>
            <a:ext cx="2987040" cy="8778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b="1">
                <a:solidFill>
                  <a:srgbClr val="C0392B"/>
                </a:solidFill>
                <a:latin typeface="Calibri"/>
                <a:ea typeface="Calibri"/>
                <a:cs typeface="Calibri"/>
              </a:rPr>
              <a:t>Eskalacja kryzysu</a:t>
            </a:r>
            <a:endParaRPr lang="pl-PL">
              <a:latin typeface="Calibri"/>
              <a:ea typeface="Calibri"/>
              <a:cs typeface="Calibri"/>
            </a:endParaRPr>
          </a:p>
        </p:txBody>
      </p:sp>
      <p:sp>
        <p:nvSpPr>
          <p:cNvPr id="22" name="Shape 20"/>
          <p:cNvSpPr/>
          <p:nvPr/>
        </p:nvSpPr>
        <p:spPr>
          <a:xfrm>
            <a:off x="6096000" y="3959498"/>
            <a:ext cx="5486400" cy="1892662"/>
          </a:xfrm>
          <a:prstGeom prst="roundRect">
            <a:avLst>
              <a:gd name="adj" fmla="val 5185"/>
            </a:avLst>
          </a:prstGeom>
          <a:solidFill>
            <a:srgbClr val="EAF0FB"/>
          </a:solidFill>
          <a:ln w="12700">
            <a:solidFill>
              <a:srgbClr val="DCE2EC"/>
            </a:solidFill>
            <a:prstDash val="solid"/>
          </a:ln>
        </p:spPr>
      </p:sp>
      <p:sp>
        <p:nvSpPr>
          <p:cNvPr id="23" name="Text 21"/>
          <p:cNvSpPr/>
          <p:nvPr/>
        </p:nvSpPr>
        <p:spPr>
          <a:xfrm>
            <a:off x="6281783" y="4125251"/>
            <a:ext cx="5216434" cy="158060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200" dirty="0">
                <a:solidFill>
                  <a:srgbClr val="1B2A56"/>
                </a:solidFill>
                <a:latin typeface="Calibri"/>
                <a:ea typeface="Calibri"/>
                <a:cs typeface="Calibri"/>
              </a:rPr>
              <a:t>Dokumentacja i eskalacja kryzysu są zintegrowane z resztą procesu. Jasno przypisana odpowiedzialność administratora systemu zapewnia, że ktoś konkretny odpowiada za działanie całej infrastruktury.</a:t>
            </a:r>
            <a:endParaRPr lang="pl-PL" sz="2200" dirty="0">
              <a:latin typeface="Calibri"/>
              <a:ea typeface="Calibri"/>
              <a:cs typeface="Calibri"/>
            </a:endParaRPr>
          </a:p>
        </p:txBody>
      </p:sp>
      <p:sp>
        <p:nvSpPr>
          <p:cNvPr id="24" name="Text 22"/>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55  ·  Sekcja VI</a:t>
            </a:r>
            <a:endParaRPr lang="en-US" sz="1067"/>
          </a:p>
        </p:txBody>
      </p:sp>
    </p:spTree>
    <p:extLst>
      <p:ext uri="{BB962C8B-B14F-4D97-AF65-F5344CB8AC3E}">
        <p14:creationId xmlns:p14="http://schemas.microsoft.com/office/powerpoint/2010/main" val="14307177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SUPERWIZJA W E-TERAPII</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Sześć</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funkcji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wymagających</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adaptacji</a:t>
            </a:r>
            <a:r>
              <a:rPr lang="en-US" sz="1600" i="1">
                <a:solidFill>
                  <a:srgbClr val="B7C6E6"/>
                </a:solidFill>
                <a:latin typeface="Calibri"/>
                <a:ea typeface="Calibri"/>
                <a:cs typeface="Calibri"/>
              </a:rPr>
              <a:t> do </a:t>
            </a:r>
            <a:r>
              <a:rPr lang="en-US" sz="1600" i="1" err="1">
                <a:solidFill>
                  <a:srgbClr val="B7C6E6"/>
                </a:solidFill>
                <a:latin typeface="Calibri"/>
                <a:ea typeface="Calibri"/>
                <a:cs typeface="Calibri"/>
              </a:rPr>
              <a:t>pracy</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zdalnej</a:t>
            </a:r>
            <a:endParaRPr lang="en-US" sz="1600">
              <a:latin typeface="Calibri"/>
              <a:ea typeface="Calibri"/>
              <a:cs typeface="Calibri"/>
            </a:endParaRPr>
          </a:p>
        </p:txBody>
      </p:sp>
      <p:sp>
        <p:nvSpPr>
          <p:cNvPr id="5" name="Shape 3"/>
          <p:cNvSpPr/>
          <p:nvPr/>
        </p:nvSpPr>
        <p:spPr>
          <a:xfrm>
            <a:off x="609600" y="1645920"/>
            <a:ext cx="3413760" cy="170688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865376"/>
            <a:ext cx="121920" cy="121920"/>
          </a:xfrm>
          <a:prstGeom prst="ellipse">
            <a:avLst/>
          </a:prstGeom>
          <a:solidFill>
            <a:srgbClr val="1E9E78"/>
          </a:solidFill>
          <a:ln w="12700">
            <a:solidFill>
              <a:srgbClr val="1E9E78"/>
            </a:solidFill>
            <a:prstDash val="solid"/>
          </a:ln>
        </p:spPr>
      </p:sp>
      <p:sp>
        <p:nvSpPr>
          <p:cNvPr id="7" name="Text 5"/>
          <p:cNvSpPr/>
          <p:nvPr/>
        </p:nvSpPr>
        <p:spPr>
          <a:xfrm>
            <a:off x="1097280" y="176784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Analiza przypadków online</a:t>
            </a:r>
            <a:endParaRPr lang="en-US" sz="2000"/>
          </a:p>
        </p:txBody>
      </p:sp>
      <p:sp>
        <p:nvSpPr>
          <p:cNvPr id="8" name="Text 6"/>
          <p:cNvSpPr/>
          <p:nvPr/>
        </p:nvSpPr>
        <p:spPr>
          <a:xfrm>
            <a:off x="865632" y="2304288"/>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2000" dirty="0" smtClean="0">
                <a:solidFill>
                  <a:srgbClr val="5B6472"/>
                </a:solidFill>
                <a:latin typeface="Calibri"/>
                <a:ea typeface="Calibri"/>
                <a:cs typeface="Calibri"/>
              </a:rPr>
              <a:t>specyfika materiału </a:t>
            </a:r>
            <a:r>
              <a:rPr lang="pl-PL" dirty="0" smtClean="0"/>
              <a:t/>
            </a:r>
            <a:br>
              <a:rPr lang="pl-PL" dirty="0" smtClean="0"/>
            </a:br>
            <a:r>
              <a:rPr lang="pl-PL" sz="2000" dirty="0" smtClean="0">
                <a:solidFill>
                  <a:srgbClr val="5B6472"/>
                </a:solidFill>
                <a:latin typeface="Calibri"/>
                <a:ea typeface="Calibri"/>
                <a:cs typeface="Calibri"/>
              </a:rPr>
              <a:t>z sesji zdalnych</a:t>
            </a:r>
            <a:endParaRPr lang="pl-PL" sz="2000" dirty="0">
              <a:latin typeface="Calibri"/>
              <a:ea typeface="Calibri"/>
              <a:cs typeface="Calibri"/>
            </a:endParaRPr>
          </a:p>
        </p:txBody>
      </p:sp>
      <p:sp>
        <p:nvSpPr>
          <p:cNvPr id="9" name="Shape 7"/>
          <p:cNvSpPr/>
          <p:nvPr/>
        </p:nvSpPr>
        <p:spPr>
          <a:xfrm>
            <a:off x="4389120" y="1645920"/>
            <a:ext cx="3413760" cy="170688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0" name="Shape 8"/>
          <p:cNvSpPr/>
          <p:nvPr/>
        </p:nvSpPr>
        <p:spPr>
          <a:xfrm>
            <a:off x="4608576" y="1865376"/>
            <a:ext cx="121920" cy="121920"/>
          </a:xfrm>
          <a:prstGeom prst="ellipse">
            <a:avLst/>
          </a:prstGeom>
          <a:solidFill>
            <a:srgbClr val="1E9E78"/>
          </a:solidFill>
          <a:ln w="12700">
            <a:solidFill>
              <a:srgbClr val="1E9E78"/>
            </a:solidFill>
            <a:prstDash val="solid"/>
          </a:ln>
        </p:spPr>
      </p:sp>
      <p:sp>
        <p:nvSpPr>
          <p:cNvPr id="11" name="Text 9"/>
          <p:cNvSpPr/>
          <p:nvPr/>
        </p:nvSpPr>
        <p:spPr>
          <a:xfrm>
            <a:off x="4876800" y="176784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Granice odpowiedzialności</a:t>
            </a:r>
            <a:endParaRPr lang="en-US" sz="2000"/>
          </a:p>
        </p:txBody>
      </p:sp>
      <p:sp>
        <p:nvSpPr>
          <p:cNvPr id="12" name="Text 10"/>
          <p:cNvSpPr/>
          <p:nvPr/>
        </p:nvSpPr>
        <p:spPr>
          <a:xfrm>
            <a:off x="4645152" y="2304288"/>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2000" dirty="0" smtClean="0">
                <a:solidFill>
                  <a:srgbClr val="5B6472"/>
                </a:solidFill>
                <a:latin typeface="Calibri"/>
                <a:ea typeface="Calibri"/>
                <a:cs typeface="Calibri"/>
              </a:rPr>
              <a:t>wyjaśniane i testowane </a:t>
            </a:r>
            <a:r>
              <a:rPr lang="pl-PL" dirty="0" smtClean="0"/>
              <a:t/>
            </a:r>
            <a:br>
              <a:rPr lang="pl-PL" dirty="0" smtClean="0"/>
            </a:br>
            <a:r>
              <a:rPr lang="pl-PL" sz="2000" dirty="0" smtClean="0">
                <a:solidFill>
                  <a:srgbClr val="5B6472"/>
                </a:solidFill>
                <a:latin typeface="Calibri"/>
                <a:ea typeface="Calibri"/>
                <a:cs typeface="Calibri"/>
              </a:rPr>
              <a:t>w superwizji</a:t>
            </a:r>
            <a:endParaRPr lang="pl-PL" sz="2000" dirty="0">
              <a:latin typeface="Calibri"/>
              <a:ea typeface="Calibri"/>
              <a:cs typeface="Calibri"/>
            </a:endParaRPr>
          </a:p>
        </p:txBody>
      </p:sp>
      <p:sp>
        <p:nvSpPr>
          <p:cNvPr id="13" name="Shape 11"/>
          <p:cNvSpPr/>
          <p:nvPr/>
        </p:nvSpPr>
        <p:spPr>
          <a:xfrm>
            <a:off x="8168640" y="1645920"/>
            <a:ext cx="3413760" cy="170688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4" name="Shape 12"/>
          <p:cNvSpPr/>
          <p:nvPr/>
        </p:nvSpPr>
        <p:spPr>
          <a:xfrm>
            <a:off x="8388096" y="1865376"/>
            <a:ext cx="121920" cy="121920"/>
          </a:xfrm>
          <a:prstGeom prst="ellipse">
            <a:avLst/>
          </a:prstGeom>
          <a:solidFill>
            <a:srgbClr val="1E9E78"/>
          </a:solidFill>
          <a:ln w="12700">
            <a:solidFill>
              <a:srgbClr val="1E9E78"/>
            </a:solidFill>
            <a:prstDash val="solid"/>
          </a:ln>
        </p:spPr>
      </p:sp>
      <p:sp>
        <p:nvSpPr>
          <p:cNvPr id="15" name="Text 13"/>
          <p:cNvSpPr/>
          <p:nvPr/>
        </p:nvSpPr>
        <p:spPr>
          <a:xfrm>
            <a:off x="8656320" y="176784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Praca z kryzysem</a:t>
            </a:r>
            <a:endParaRPr lang="en-US" sz="2000"/>
          </a:p>
        </p:txBody>
      </p:sp>
      <p:sp>
        <p:nvSpPr>
          <p:cNvPr id="16" name="Text 14"/>
          <p:cNvSpPr/>
          <p:nvPr/>
        </p:nvSpPr>
        <p:spPr>
          <a:xfrm>
            <a:off x="8424672" y="2304288"/>
            <a:ext cx="297484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2000" dirty="0" smtClean="0">
                <a:solidFill>
                  <a:srgbClr val="5B6472"/>
                </a:solidFill>
                <a:latin typeface="Calibri"/>
                <a:ea typeface="Calibri"/>
                <a:cs typeface="Calibri"/>
              </a:rPr>
              <a:t>przegląd decyzji podjętych </a:t>
            </a:r>
            <a:r>
              <a:rPr lang="pl-PL" dirty="0" smtClean="0"/>
              <a:t/>
            </a:r>
            <a:br>
              <a:rPr lang="pl-PL" dirty="0" smtClean="0"/>
            </a:br>
            <a:r>
              <a:rPr lang="pl-PL" sz="2000" dirty="0" smtClean="0">
                <a:solidFill>
                  <a:srgbClr val="5B6472"/>
                </a:solidFill>
                <a:latin typeface="Calibri"/>
                <a:ea typeface="Calibri"/>
                <a:cs typeface="Calibri"/>
              </a:rPr>
              <a:t>w sytuacjach kryzysowych</a:t>
            </a:r>
            <a:endParaRPr lang="pl-PL" sz="2000" dirty="0">
              <a:latin typeface="Calibri"/>
              <a:ea typeface="Calibri"/>
              <a:cs typeface="Calibri"/>
            </a:endParaRPr>
          </a:p>
        </p:txBody>
      </p:sp>
      <p:sp>
        <p:nvSpPr>
          <p:cNvPr id="17" name="Shape 15"/>
          <p:cNvSpPr/>
          <p:nvPr/>
        </p:nvSpPr>
        <p:spPr>
          <a:xfrm>
            <a:off x="609600" y="3718560"/>
            <a:ext cx="3413760" cy="170688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Shape 16"/>
          <p:cNvSpPr/>
          <p:nvPr/>
        </p:nvSpPr>
        <p:spPr>
          <a:xfrm>
            <a:off x="829056" y="3938016"/>
            <a:ext cx="121920" cy="121920"/>
          </a:xfrm>
          <a:prstGeom prst="ellipse">
            <a:avLst/>
          </a:prstGeom>
          <a:solidFill>
            <a:srgbClr val="1E9E78"/>
          </a:solidFill>
          <a:ln w="12700">
            <a:solidFill>
              <a:srgbClr val="1E9E78"/>
            </a:solidFill>
            <a:prstDash val="solid"/>
          </a:ln>
        </p:spPr>
      </p:sp>
      <p:sp>
        <p:nvSpPr>
          <p:cNvPr id="19" name="Text 17"/>
          <p:cNvSpPr/>
          <p:nvPr/>
        </p:nvSpPr>
        <p:spPr>
          <a:xfrm>
            <a:off x="109728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Ocena narzędzi cyfrowych</a:t>
            </a:r>
            <a:endParaRPr lang="en-US" sz="2000"/>
          </a:p>
        </p:txBody>
      </p:sp>
      <p:sp>
        <p:nvSpPr>
          <p:cNvPr id="20" name="Text 18"/>
          <p:cNvSpPr/>
          <p:nvPr/>
        </p:nvSpPr>
        <p:spPr>
          <a:xfrm>
            <a:off x="829056" y="4572000"/>
            <a:ext cx="2974848" cy="8046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5B6472"/>
                </a:solidFill>
                <a:latin typeface="Calibri" pitchFamily="34" charset="0"/>
                <a:ea typeface="Calibri" pitchFamily="34" charset="-122"/>
                <a:cs typeface="Calibri" pitchFamily="34" charset="-120"/>
              </a:rPr>
              <a:t>używanych przez terapeutę w praktyce</a:t>
            </a:r>
            <a:endParaRPr lang="pl-PL" sz="2000" dirty="0"/>
          </a:p>
        </p:txBody>
      </p:sp>
      <p:sp>
        <p:nvSpPr>
          <p:cNvPr id="21" name="Shape 19"/>
          <p:cNvSpPr/>
          <p:nvPr/>
        </p:nvSpPr>
        <p:spPr>
          <a:xfrm>
            <a:off x="4389120" y="3718560"/>
            <a:ext cx="3413760" cy="170688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2" name="Shape 20"/>
          <p:cNvSpPr/>
          <p:nvPr/>
        </p:nvSpPr>
        <p:spPr>
          <a:xfrm>
            <a:off x="4608576" y="3938016"/>
            <a:ext cx="121920" cy="121920"/>
          </a:xfrm>
          <a:prstGeom prst="ellipse">
            <a:avLst/>
          </a:prstGeom>
          <a:solidFill>
            <a:srgbClr val="1E9E78"/>
          </a:solidFill>
          <a:ln w="12700">
            <a:solidFill>
              <a:srgbClr val="1E9E78"/>
            </a:solidFill>
            <a:prstDash val="solid"/>
          </a:ln>
        </p:spPr>
      </p:sp>
      <p:sp>
        <p:nvSpPr>
          <p:cNvPr id="23" name="Text 21"/>
          <p:cNvSpPr/>
          <p:nvPr/>
        </p:nvSpPr>
        <p:spPr>
          <a:xfrm>
            <a:off x="487680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Konsultacje techniczne</a:t>
            </a:r>
            <a:endParaRPr lang="en-US" sz="2000"/>
          </a:p>
        </p:txBody>
      </p:sp>
      <p:sp>
        <p:nvSpPr>
          <p:cNvPr id="24" name="Text 22"/>
          <p:cNvSpPr/>
          <p:nvPr/>
        </p:nvSpPr>
        <p:spPr>
          <a:xfrm>
            <a:off x="4608576" y="4572000"/>
            <a:ext cx="2974848" cy="8046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5B6472"/>
                </a:solidFill>
                <a:latin typeface="Calibri" pitchFamily="34" charset="0"/>
                <a:ea typeface="Calibri" pitchFamily="34" charset="-122"/>
                <a:cs typeface="Calibri" pitchFamily="34" charset="-120"/>
              </a:rPr>
              <a:t>uzupełnienie konsultacji klinicznych</a:t>
            </a:r>
            <a:endParaRPr lang="pl-PL" sz="2000" dirty="0"/>
          </a:p>
        </p:txBody>
      </p:sp>
      <p:sp>
        <p:nvSpPr>
          <p:cNvPr id="25" name="Shape 23"/>
          <p:cNvSpPr/>
          <p:nvPr/>
        </p:nvSpPr>
        <p:spPr>
          <a:xfrm>
            <a:off x="8168640" y="3718560"/>
            <a:ext cx="3413760" cy="170688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8388096" y="3938016"/>
            <a:ext cx="121920" cy="121920"/>
          </a:xfrm>
          <a:prstGeom prst="ellipse">
            <a:avLst/>
          </a:prstGeom>
          <a:solidFill>
            <a:srgbClr val="1E9E78"/>
          </a:solidFill>
          <a:ln w="12700">
            <a:solidFill>
              <a:srgbClr val="1E9E78"/>
            </a:solidFill>
            <a:prstDash val="solid"/>
          </a:ln>
        </p:spPr>
      </p:sp>
      <p:sp>
        <p:nvSpPr>
          <p:cNvPr id="27" name="Text 25"/>
          <p:cNvSpPr/>
          <p:nvPr/>
        </p:nvSpPr>
        <p:spPr>
          <a:xfrm>
            <a:off x="8656320" y="3840480"/>
            <a:ext cx="27432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Przeciwdziałanie izolacji zawodowej</a:t>
            </a:r>
            <a:endParaRPr lang="en-US" sz="2000"/>
          </a:p>
        </p:txBody>
      </p:sp>
      <p:sp>
        <p:nvSpPr>
          <p:cNvPr id="28" name="Text 26"/>
          <p:cNvSpPr/>
          <p:nvPr/>
        </p:nvSpPr>
        <p:spPr>
          <a:xfrm>
            <a:off x="8388096" y="4572000"/>
            <a:ext cx="2974848" cy="8046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5B6472"/>
                </a:solidFill>
                <a:latin typeface="Calibri" pitchFamily="34" charset="0"/>
                <a:ea typeface="Calibri" pitchFamily="34" charset="-122"/>
                <a:cs typeface="Calibri" pitchFamily="34" charset="-120"/>
              </a:rPr>
              <a:t>terapeuty pracującego głównie zdalnie</a:t>
            </a:r>
            <a:endParaRPr lang="pl-PL" sz="2000" dirty="0"/>
          </a:p>
        </p:txBody>
      </p:sp>
      <p:sp>
        <p:nvSpPr>
          <p:cNvPr id="29" name="Shape 27"/>
          <p:cNvSpPr/>
          <p:nvPr/>
        </p:nvSpPr>
        <p:spPr>
          <a:xfrm>
            <a:off x="609600" y="5827776"/>
            <a:ext cx="10972800" cy="609600"/>
          </a:xfrm>
          <a:prstGeom prst="roundRect">
            <a:avLst>
              <a:gd name="adj" fmla="val 12000"/>
            </a:avLst>
          </a:prstGeom>
          <a:solidFill>
            <a:srgbClr val="EAF0FB"/>
          </a:solidFill>
          <a:ln w="12700">
            <a:solidFill>
              <a:srgbClr val="EAF0FB"/>
            </a:solidFill>
            <a:prstDash val="solid"/>
          </a:ln>
        </p:spPr>
      </p:sp>
      <p:sp>
        <p:nvSpPr>
          <p:cNvPr id="30" name="Text 28"/>
          <p:cNvSpPr/>
          <p:nvPr/>
        </p:nvSpPr>
        <p:spPr>
          <a:xfrm>
            <a:off x="609601" y="5900928"/>
            <a:ext cx="1097280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sz="2200" dirty="0" smtClean="0">
                <a:solidFill>
                  <a:srgbClr val="1B2A56"/>
                </a:solidFill>
                <a:latin typeface="Calibri"/>
                <a:ea typeface="Calibri"/>
                <a:cs typeface="Calibri"/>
              </a:rPr>
              <a:t>Superwizja chroni i klienta, i terapeutę, dlatego wymaga tej samej adaptacji co sama terapia</a:t>
            </a:r>
            <a:endParaRPr lang="pl-PL" sz="2200" dirty="0">
              <a:solidFill>
                <a:srgbClr val="1B2A56"/>
              </a:solidFill>
              <a:latin typeface="Calibri"/>
              <a:ea typeface="Calibri"/>
              <a:cs typeface="Calibri"/>
            </a:endParaRPr>
          </a:p>
        </p:txBody>
      </p:sp>
      <p:sp>
        <p:nvSpPr>
          <p:cNvPr id="31" name="Text 29"/>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56  ·  Sekcja VI</a:t>
            </a:r>
            <a:endParaRPr lang="en-US" sz="1067"/>
          </a:p>
        </p:txBody>
      </p:sp>
    </p:spTree>
    <p:extLst>
      <p:ext uri="{BB962C8B-B14F-4D97-AF65-F5344CB8AC3E}">
        <p14:creationId xmlns:p14="http://schemas.microsoft.com/office/powerpoint/2010/main" val="38455983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KOMPETENCJE TERAPEUTY CYFROWEGO</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Siedem</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wymiarów</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profilu</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kompetencyjnego</a:t>
            </a:r>
            <a:endParaRPr lang="en-US" sz="1600" err="1">
              <a:latin typeface="Calibri"/>
              <a:ea typeface="Calibri"/>
              <a:cs typeface="Calibri"/>
            </a:endParaRPr>
          </a:p>
        </p:txBody>
      </p:sp>
      <p:sp>
        <p:nvSpPr>
          <p:cNvPr id="5" name="Shape 3"/>
          <p:cNvSpPr/>
          <p:nvPr/>
        </p:nvSpPr>
        <p:spPr>
          <a:xfrm>
            <a:off x="609600"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780288" y="1816608"/>
            <a:ext cx="365760" cy="365760"/>
          </a:xfrm>
          <a:prstGeom prst="ellipse">
            <a:avLst/>
          </a:prstGeom>
          <a:solidFill>
            <a:srgbClr val="3D63B3"/>
          </a:solidFill>
          <a:ln w="12700">
            <a:solidFill>
              <a:srgbClr val="3D63B3"/>
            </a:solidFill>
            <a:prstDash val="solid"/>
          </a:ln>
        </p:spPr>
      </p:sp>
      <p:sp>
        <p:nvSpPr>
          <p:cNvPr id="7" name="Text 5"/>
          <p:cNvSpPr/>
          <p:nvPr/>
        </p:nvSpPr>
        <p:spPr>
          <a:xfrm>
            <a:off x="780288" y="181660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1</a:t>
            </a:r>
            <a:endParaRPr lang="en-US" sz="1333"/>
          </a:p>
        </p:txBody>
      </p:sp>
      <p:sp>
        <p:nvSpPr>
          <p:cNvPr id="8" name="Text 6"/>
          <p:cNvSpPr/>
          <p:nvPr/>
        </p:nvSpPr>
        <p:spPr>
          <a:xfrm>
            <a:off x="768096" y="2214590"/>
            <a:ext cx="224332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err="1">
                <a:solidFill>
                  <a:srgbClr val="1B2A56"/>
                </a:solidFill>
                <a:latin typeface="Cambria"/>
                <a:ea typeface="Cambria"/>
              </a:rPr>
              <a:t>Kliniczne</a:t>
            </a:r>
            <a:endParaRPr lang="en-US" err="1">
              <a:latin typeface="Cambria"/>
              <a:ea typeface="Cambria"/>
            </a:endParaRPr>
          </a:p>
        </p:txBody>
      </p:sp>
      <p:sp>
        <p:nvSpPr>
          <p:cNvPr id="9" name="Text 7"/>
          <p:cNvSpPr/>
          <p:nvPr/>
        </p:nvSpPr>
        <p:spPr>
          <a:xfrm>
            <a:off x="768096" y="2840736"/>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fundamentalne, niezależnie od kanału</a:t>
            </a:r>
            <a:endParaRPr lang="en-US" sz="2000"/>
          </a:p>
        </p:txBody>
      </p:sp>
      <p:sp>
        <p:nvSpPr>
          <p:cNvPr id="10" name="Shape 8"/>
          <p:cNvSpPr/>
          <p:nvPr/>
        </p:nvSpPr>
        <p:spPr>
          <a:xfrm>
            <a:off x="3377184"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1" name="Shape 9"/>
          <p:cNvSpPr/>
          <p:nvPr/>
        </p:nvSpPr>
        <p:spPr>
          <a:xfrm>
            <a:off x="3547872" y="1816608"/>
            <a:ext cx="365760" cy="365760"/>
          </a:xfrm>
          <a:prstGeom prst="ellipse">
            <a:avLst/>
          </a:prstGeom>
          <a:solidFill>
            <a:srgbClr val="3D63B3"/>
          </a:solidFill>
          <a:ln w="12700">
            <a:solidFill>
              <a:srgbClr val="3D63B3"/>
            </a:solidFill>
            <a:prstDash val="solid"/>
          </a:ln>
        </p:spPr>
      </p:sp>
      <p:sp>
        <p:nvSpPr>
          <p:cNvPr id="12" name="Text 10"/>
          <p:cNvSpPr/>
          <p:nvPr/>
        </p:nvSpPr>
        <p:spPr>
          <a:xfrm>
            <a:off x="3547872" y="181660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2</a:t>
            </a:r>
            <a:endParaRPr lang="en-US" sz="1333"/>
          </a:p>
        </p:txBody>
      </p:sp>
      <p:sp>
        <p:nvSpPr>
          <p:cNvPr id="13" name="Text 11"/>
          <p:cNvSpPr/>
          <p:nvPr/>
        </p:nvSpPr>
        <p:spPr>
          <a:xfrm>
            <a:off x="3535680" y="2214590"/>
            <a:ext cx="224332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Komunikacyjne</a:t>
            </a:r>
            <a:endParaRPr lang="en-US"/>
          </a:p>
        </p:txBody>
      </p:sp>
      <p:sp>
        <p:nvSpPr>
          <p:cNvPr id="14" name="Text 12"/>
          <p:cNvSpPr/>
          <p:nvPr/>
        </p:nvSpPr>
        <p:spPr>
          <a:xfrm>
            <a:off x="3535680" y="2840736"/>
            <a:ext cx="2359442"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specyficzne dla środowiska cyfrowego</a:t>
            </a:r>
            <a:endParaRPr lang="en-US" sz="2000"/>
          </a:p>
        </p:txBody>
      </p:sp>
      <p:sp>
        <p:nvSpPr>
          <p:cNvPr id="15" name="Shape 13"/>
          <p:cNvSpPr/>
          <p:nvPr/>
        </p:nvSpPr>
        <p:spPr>
          <a:xfrm>
            <a:off x="6132576"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6" name="Shape 14"/>
          <p:cNvSpPr/>
          <p:nvPr/>
        </p:nvSpPr>
        <p:spPr>
          <a:xfrm>
            <a:off x="6303264" y="1816608"/>
            <a:ext cx="365760" cy="365760"/>
          </a:xfrm>
          <a:prstGeom prst="ellipse">
            <a:avLst/>
          </a:prstGeom>
          <a:solidFill>
            <a:srgbClr val="3D63B3"/>
          </a:solidFill>
          <a:ln w="12700">
            <a:solidFill>
              <a:srgbClr val="3D63B3"/>
            </a:solidFill>
            <a:prstDash val="solid"/>
          </a:ln>
        </p:spPr>
      </p:sp>
      <p:sp>
        <p:nvSpPr>
          <p:cNvPr id="17" name="Text 15"/>
          <p:cNvSpPr/>
          <p:nvPr/>
        </p:nvSpPr>
        <p:spPr>
          <a:xfrm>
            <a:off x="6303264" y="181660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3</a:t>
            </a:r>
            <a:endParaRPr lang="en-US" sz="1333"/>
          </a:p>
        </p:txBody>
      </p:sp>
      <p:sp>
        <p:nvSpPr>
          <p:cNvPr id="18" name="Text 16"/>
          <p:cNvSpPr/>
          <p:nvPr/>
        </p:nvSpPr>
        <p:spPr>
          <a:xfrm>
            <a:off x="6291072" y="2214590"/>
            <a:ext cx="224332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Prawne</a:t>
            </a:r>
            <a:endParaRPr lang="en-US"/>
          </a:p>
        </p:txBody>
      </p:sp>
      <p:sp>
        <p:nvSpPr>
          <p:cNvPr id="19" name="Text 17"/>
          <p:cNvSpPr/>
          <p:nvPr/>
        </p:nvSpPr>
        <p:spPr>
          <a:xfrm>
            <a:off x="6363643" y="2840736"/>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znajomość regulacji dot. pracy zdalnej</a:t>
            </a:r>
            <a:endParaRPr lang="en-US" sz="2000"/>
          </a:p>
        </p:txBody>
      </p:sp>
      <p:sp>
        <p:nvSpPr>
          <p:cNvPr id="20" name="Shape 18"/>
          <p:cNvSpPr/>
          <p:nvPr/>
        </p:nvSpPr>
        <p:spPr>
          <a:xfrm>
            <a:off x="8900160" y="1645920"/>
            <a:ext cx="256032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1" name="Shape 19"/>
          <p:cNvSpPr/>
          <p:nvPr/>
        </p:nvSpPr>
        <p:spPr>
          <a:xfrm>
            <a:off x="9070848" y="1816608"/>
            <a:ext cx="365760" cy="365760"/>
          </a:xfrm>
          <a:prstGeom prst="ellipse">
            <a:avLst/>
          </a:prstGeom>
          <a:solidFill>
            <a:srgbClr val="3D63B3"/>
          </a:solidFill>
          <a:ln w="12700">
            <a:solidFill>
              <a:srgbClr val="3D63B3"/>
            </a:solidFill>
            <a:prstDash val="solid"/>
          </a:ln>
        </p:spPr>
      </p:sp>
      <p:sp>
        <p:nvSpPr>
          <p:cNvPr id="22" name="Text 20"/>
          <p:cNvSpPr/>
          <p:nvPr/>
        </p:nvSpPr>
        <p:spPr>
          <a:xfrm>
            <a:off x="9070848" y="181660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4</a:t>
            </a:r>
            <a:endParaRPr lang="en-US" sz="1333"/>
          </a:p>
        </p:txBody>
      </p:sp>
      <p:sp>
        <p:nvSpPr>
          <p:cNvPr id="23" name="Text 21"/>
          <p:cNvSpPr/>
          <p:nvPr/>
        </p:nvSpPr>
        <p:spPr>
          <a:xfrm>
            <a:off x="9058656" y="2214590"/>
            <a:ext cx="224332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Technologiczne</a:t>
            </a:r>
            <a:endParaRPr lang="en-US"/>
          </a:p>
        </p:txBody>
      </p:sp>
      <p:sp>
        <p:nvSpPr>
          <p:cNvPr id="24" name="Text 22"/>
          <p:cNvSpPr/>
          <p:nvPr/>
        </p:nvSpPr>
        <p:spPr>
          <a:xfrm>
            <a:off x="9000599" y="2840736"/>
            <a:ext cx="2359442"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err="1">
                <a:solidFill>
                  <a:srgbClr val="5B6472"/>
                </a:solidFill>
                <a:latin typeface="Calibri"/>
                <a:ea typeface="Calibri"/>
                <a:cs typeface="Calibri"/>
              </a:rPr>
              <a:t>obsługa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narzędzi</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podstawowe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problemy</a:t>
            </a:r>
            <a:endParaRPr lang="en-US" sz="2000">
              <a:latin typeface="Calibri"/>
              <a:ea typeface="Calibri"/>
              <a:cs typeface="Calibri"/>
            </a:endParaRPr>
          </a:p>
        </p:txBody>
      </p:sp>
      <p:sp>
        <p:nvSpPr>
          <p:cNvPr id="25" name="Shape 23"/>
          <p:cNvSpPr/>
          <p:nvPr/>
        </p:nvSpPr>
        <p:spPr>
          <a:xfrm>
            <a:off x="1095539" y="3825966"/>
            <a:ext cx="268224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1266227" y="3996654"/>
            <a:ext cx="365760" cy="365760"/>
          </a:xfrm>
          <a:prstGeom prst="ellipse">
            <a:avLst/>
          </a:prstGeom>
          <a:solidFill>
            <a:srgbClr val="1E9E78"/>
          </a:solidFill>
          <a:ln w="12700">
            <a:solidFill>
              <a:srgbClr val="1E9E78"/>
            </a:solidFill>
            <a:prstDash val="solid"/>
          </a:ln>
        </p:spPr>
      </p:sp>
      <p:sp>
        <p:nvSpPr>
          <p:cNvPr id="27" name="Text 25"/>
          <p:cNvSpPr/>
          <p:nvPr/>
        </p:nvSpPr>
        <p:spPr>
          <a:xfrm>
            <a:off x="1266227" y="3996654"/>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5</a:t>
            </a:r>
            <a:endParaRPr lang="en-US" sz="1333"/>
          </a:p>
        </p:txBody>
      </p:sp>
      <p:sp>
        <p:nvSpPr>
          <p:cNvPr id="28" name="Text 26"/>
          <p:cNvSpPr/>
          <p:nvPr/>
        </p:nvSpPr>
        <p:spPr>
          <a:xfrm>
            <a:off x="1232264" y="4409150"/>
            <a:ext cx="236524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Pomiarowe</a:t>
            </a:r>
            <a:endParaRPr lang="en-US"/>
          </a:p>
        </p:txBody>
      </p:sp>
      <p:sp>
        <p:nvSpPr>
          <p:cNvPr id="29" name="Text 27"/>
          <p:cNvSpPr/>
          <p:nvPr/>
        </p:nvSpPr>
        <p:spPr>
          <a:xfrm>
            <a:off x="1254035" y="5020782"/>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skale i dane w czasie rzeczywistym</a:t>
            </a:r>
            <a:endParaRPr lang="en-US" sz="2000"/>
          </a:p>
        </p:txBody>
      </p:sp>
      <p:sp>
        <p:nvSpPr>
          <p:cNvPr id="30" name="Shape 28"/>
          <p:cNvSpPr/>
          <p:nvPr/>
        </p:nvSpPr>
        <p:spPr>
          <a:xfrm>
            <a:off x="4082579" y="3825966"/>
            <a:ext cx="2682240"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1" name="Shape 29"/>
          <p:cNvSpPr/>
          <p:nvPr/>
        </p:nvSpPr>
        <p:spPr>
          <a:xfrm>
            <a:off x="4253267" y="3996654"/>
            <a:ext cx="365760" cy="365760"/>
          </a:xfrm>
          <a:prstGeom prst="ellipse">
            <a:avLst/>
          </a:prstGeom>
          <a:solidFill>
            <a:srgbClr val="1E9E78"/>
          </a:solidFill>
          <a:ln w="12700">
            <a:solidFill>
              <a:srgbClr val="1E9E78"/>
            </a:solidFill>
            <a:prstDash val="solid"/>
          </a:ln>
        </p:spPr>
      </p:sp>
      <p:sp>
        <p:nvSpPr>
          <p:cNvPr id="32" name="Text 30"/>
          <p:cNvSpPr/>
          <p:nvPr/>
        </p:nvSpPr>
        <p:spPr>
          <a:xfrm>
            <a:off x="4253267" y="3996654"/>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6</a:t>
            </a:r>
            <a:endParaRPr lang="en-US" sz="1333"/>
          </a:p>
        </p:txBody>
      </p:sp>
      <p:sp>
        <p:nvSpPr>
          <p:cNvPr id="33" name="Text 31"/>
          <p:cNvSpPr/>
          <p:nvPr/>
        </p:nvSpPr>
        <p:spPr>
          <a:xfrm>
            <a:off x="4219304" y="4409150"/>
            <a:ext cx="236524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Kryzysowe</a:t>
            </a:r>
            <a:endParaRPr lang="en-US"/>
          </a:p>
        </p:txBody>
      </p:sp>
      <p:sp>
        <p:nvSpPr>
          <p:cNvPr id="34" name="Text 32"/>
          <p:cNvSpPr/>
          <p:nvPr/>
        </p:nvSpPr>
        <p:spPr>
          <a:xfrm>
            <a:off x="4241075" y="5020782"/>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5B6472"/>
                </a:solidFill>
                <a:latin typeface="Calibri" pitchFamily="34" charset="0"/>
                <a:ea typeface="Calibri" pitchFamily="34" charset="-122"/>
                <a:cs typeface="Calibri" pitchFamily="34" charset="-120"/>
              </a:rPr>
              <a:t>specyficzne dla pracy na odległość</a:t>
            </a:r>
            <a:endParaRPr lang="en-US" sz="2000"/>
          </a:p>
        </p:txBody>
      </p:sp>
      <p:sp>
        <p:nvSpPr>
          <p:cNvPr id="35" name="Shape 33"/>
          <p:cNvSpPr/>
          <p:nvPr/>
        </p:nvSpPr>
        <p:spPr>
          <a:xfrm>
            <a:off x="7091390" y="3825966"/>
            <a:ext cx="3727267" cy="195072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6" name="Shape 34"/>
          <p:cNvSpPr/>
          <p:nvPr/>
        </p:nvSpPr>
        <p:spPr>
          <a:xfrm>
            <a:off x="7240307" y="3996654"/>
            <a:ext cx="365760" cy="365760"/>
          </a:xfrm>
          <a:prstGeom prst="ellipse">
            <a:avLst/>
          </a:prstGeom>
          <a:solidFill>
            <a:srgbClr val="1E9E78"/>
          </a:solidFill>
          <a:ln w="12700">
            <a:solidFill>
              <a:srgbClr val="1E9E78"/>
            </a:solidFill>
            <a:prstDash val="solid"/>
          </a:ln>
        </p:spPr>
      </p:sp>
      <p:sp>
        <p:nvSpPr>
          <p:cNvPr id="37" name="Text 35"/>
          <p:cNvSpPr/>
          <p:nvPr/>
        </p:nvSpPr>
        <p:spPr>
          <a:xfrm>
            <a:off x="7240307" y="3996654"/>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7</a:t>
            </a:r>
            <a:endParaRPr lang="en-US" sz="1333"/>
          </a:p>
        </p:txBody>
      </p:sp>
      <p:sp>
        <p:nvSpPr>
          <p:cNvPr id="38" name="Text 36"/>
          <p:cNvSpPr/>
          <p:nvPr/>
        </p:nvSpPr>
        <p:spPr>
          <a:xfrm>
            <a:off x="7235372" y="4351093"/>
            <a:ext cx="3497361" cy="64298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200" b="1" dirty="0" smtClean="0">
                <a:solidFill>
                  <a:srgbClr val="1B2A56"/>
                </a:solidFill>
                <a:latin typeface="Cambria"/>
                <a:ea typeface="Cambria"/>
                <a:cs typeface="Cambria" pitchFamily="34" charset="-120"/>
              </a:rPr>
              <a:t>Krytyczna ocena systemów</a:t>
            </a:r>
            <a:endParaRPr lang="pl-PL" sz="2200" dirty="0">
              <a:latin typeface="Cambria"/>
              <a:ea typeface="Cambria"/>
              <a:cs typeface="Calibri"/>
            </a:endParaRPr>
          </a:p>
        </p:txBody>
      </p:sp>
      <p:sp>
        <p:nvSpPr>
          <p:cNvPr id="39" name="Text 37"/>
          <p:cNvSpPr/>
          <p:nvPr/>
        </p:nvSpPr>
        <p:spPr>
          <a:xfrm>
            <a:off x="7235372" y="5013525"/>
            <a:ext cx="2974848" cy="67781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err="1">
                <a:solidFill>
                  <a:srgbClr val="5B6472"/>
                </a:solidFill>
                <a:latin typeface="Calibri"/>
                <a:ea typeface="Calibri"/>
                <a:cs typeface="Calibri"/>
              </a:rPr>
              <a:t>stała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postawa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zawodowa</a:t>
            </a:r>
            <a:r>
              <a:rPr lang="en-US" sz="2000">
                <a:solidFill>
                  <a:srgbClr val="5B6472"/>
                </a:solidFill>
                <a:latin typeface="Calibri"/>
                <a:ea typeface="Calibri"/>
                <a:cs typeface="Calibri"/>
              </a:rPr>
              <a:t>, a </a:t>
            </a:r>
            <a:r>
              <a:rPr lang="en-US" sz="2000" err="1">
                <a:solidFill>
                  <a:srgbClr val="5B6472"/>
                </a:solidFill>
                <a:latin typeface="Calibri"/>
                <a:ea typeface="Calibri"/>
                <a:cs typeface="Calibri"/>
              </a:rPr>
              <a:t>nie</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raz</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zdobyta</a:t>
            </a:r>
            <a:r>
              <a:rPr lang="en-US" sz="2000">
                <a:solidFill>
                  <a:srgbClr val="5B6472"/>
                </a:solidFill>
                <a:latin typeface="Calibri"/>
                <a:ea typeface="Calibri"/>
                <a:cs typeface="Calibri"/>
              </a:rPr>
              <a:t> </a:t>
            </a:r>
            <a:r>
              <a:rPr lang="en-US" sz="2000" err="1">
                <a:solidFill>
                  <a:srgbClr val="5B6472"/>
                </a:solidFill>
                <a:latin typeface="Calibri"/>
                <a:ea typeface="Calibri"/>
                <a:cs typeface="Calibri"/>
              </a:rPr>
              <a:t>wiedza</a:t>
            </a:r>
            <a:r>
              <a:rPr lang="en-US" sz="2000">
                <a:solidFill>
                  <a:srgbClr val="5B6472"/>
                </a:solidFill>
                <a:latin typeface="Calibri"/>
                <a:ea typeface="Calibri"/>
                <a:cs typeface="Calibri"/>
              </a:rPr>
              <a:t> </a:t>
            </a:r>
            <a:endParaRPr lang="en-US" sz="2000" err="1">
              <a:latin typeface="Calibri"/>
              <a:ea typeface="Calibri"/>
              <a:cs typeface="Calibri"/>
            </a:endParaRPr>
          </a:p>
        </p:txBody>
      </p:sp>
      <p:sp>
        <p:nvSpPr>
          <p:cNvPr id="40" name="Text 38"/>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57  ·  Sekcja VI</a:t>
            </a:r>
            <a:endParaRPr lang="en-US" sz="1067"/>
          </a:p>
        </p:txBody>
      </p:sp>
    </p:spTree>
    <p:extLst>
      <p:ext uri="{BB962C8B-B14F-4D97-AF65-F5344CB8AC3E}">
        <p14:creationId xmlns:p14="http://schemas.microsoft.com/office/powerpoint/2010/main" val="18248791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VR I ŚRODOWISKA IMMERSYJNE</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a:solidFill>
                  <a:srgbClr val="B7C6E6"/>
                </a:solidFill>
                <a:latin typeface="Calibri"/>
                <a:ea typeface="Calibri"/>
                <a:cs typeface="Calibri"/>
              </a:rPr>
              <a:t>Kontrolowane </a:t>
            </a:r>
            <a:r>
              <a:rPr lang="en-US" sz="1600" i="1" err="1">
                <a:solidFill>
                  <a:srgbClr val="B7C6E6"/>
                </a:solidFill>
                <a:latin typeface="Calibri"/>
                <a:ea typeface="Calibri"/>
                <a:cs typeface="Calibri"/>
              </a:rPr>
              <a:t>środowisko</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dla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ekspozycji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relaksacji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treningu</a:t>
            </a:r>
            <a:endParaRPr lang="en-US" sz="1600" err="1">
              <a:latin typeface="Calibri"/>
              <a:ea typeface="Calibri"/>
              <a:cs typeface="Calibri"/>
            </a:endParaRPr>
          </a:p>
        </p:txBody>
      </p:sp>
      <p:sp>
        <p:nvSpPr>
          <p:cNvPr id="5" name="Shape 3"/>
          <p:cNvSpPr/>
          <p:nvPr/>
        </p:nvSpPr>
        <p:spPr>
          <a:xfrm>
            <a:off x="609600" y="1645920"/>
            <a:ext cx="3413760" cy="162473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829056" y="1865376"/>
            <a:ext cx="121920" cy="121920"/>
          </a:xfrm>
          <a:prstGeom prst="ellipse">
            <a:avLst/>
          </a:prstGeom>
          <a:solidFill>
            <a:srgbClr val="3D63B3"/>
          </a:solidFill>
          <a:ln w="12700">
            <a:solidFill>
              <a:srgbClr val="3D63B3"/>
            </a:solidFill>
            <a:prstDash val="solid"/>
          </a:ln>
        </p:spPr>
      </p:sp>
      <p:sp>
        <p:nvSpPr>
          <p:cNvPr id="7" name="Text 5"/>
          <p:cNvSpPr/>
          <p:nvPr/>
        </p:nvSpPr>
        <p:spPr>
          <a:xfrm>
            <a:off x="1097280" y="1767840"/>
            <a:ext cx="2743200" cy="70394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Ekspozycja</a:t>
            </a:r>
            <a:endParaRPr lang="en-US"/>
          </a:p>
        </p:txBody>
      </p:sp>
      <p:sp>
        <p:nvSpPr>
          <p:cNvPr id="8" name="Text 6"/>
          <p:cNvSpPr/>
          <p:nvPr/>
        </p:nvSpPr>
        <p:spPr>
          <a:xfrm>
            <a:off x="1097280" y="2404769"/>
            <a:ext cx="2706624"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5B6472"/>
                </a:solidFill>
                <a:latin typeface="Calibri" pitchFamily="34" charset="0"/>
                <a:ea typeface="Calibri" pitchFamily="34" charset="-122"/>
                <a:cs typeface="Calibri" pitchFamily="34" charset="-120"/>
              </a:rPr>
              <a:t>kontrolowane środowisko dla lęków i fobii</a:t>
            </a:r>
            <a:endParaRPr lang="pl-PL" sz="2000" dirty="0"/>
          </a:p>
        </p:txBody>
      </p:sp>
      <p:sp>
        <p:nvSpPr>
          <p:cNvPr id="9" name="Shape 7"/>
          <p:cNvSpPr/>
          <p:nvPr/>
        </p:nvSpPr>
        <p:spPr>
          <a:xfrm>
            <a:off x="4389120" y="1645920"/>
            <a:ext cx="3413760" cy="162473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0" name="Shape 8"/>
          <p:cNvSpPr/>
          <p:nvPr/>
        </p:nvSpPr>
        <p:spPr>
          <a:xfrm>
            <a:off x="4608576" y="1865376"/>
            <a:ext cx="121920" cy="121920"/>
          </a:xfrm>
          <a:prstGeom prst="ellipse">
            <a:avLst/>
          </a:prstGeom>
          <a:solidFill>
            <a:srgbClr val="3D63B3"/>
          </a:solidFill>
          <a:ln w="12700">
            <a:solidFill>
              <a:srgbClr val="3D63B3"/>
            </a:solidFill>
            <a:prstDash val="solid"/>
          </a:ln>
        </p:spPr>
      </p:sp>
      <p:sp>
        <p:nvSpPr>
          <p:cNvPr id="11" name="Text 9"/>
          <p:cNvSpPr/>
          <p:nvPr/>
        </p:nvSpPr>
        <p:spPr>
          <a:xfrm>
            <a:off x="4876800" y="1767840"/>
            <a:ext cx="2743200" cy="70394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Relaksacja</a:t>
            </a:r>
            <a:endParaRPr lang="en-US"/>
          </a:p>
        </p:txBody>
      </p:sp>
      <p:sp>
        <p:nvSpPr>
          <p:cNvPr id="12" name="Text 10"/>
          <p:cNvSpPr/>
          <p:nvPr/>
        </p:nvSpPr>
        <p:spPr>
          <a:xfrm>
            <a:off x="4730496" y="2404769"/>
            <a:ext cx="2852928"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5B6472"/>
                </a:solidFill>
                <a:latin typeface="Calibri" pitchFamily="34" charset="0"/>
                <a:ea typeface="Calibri" pitchFamily="34" charset="-122"/>
                <a:cs typeface="Calibri" pitchFamily="34" charset="-120"/>
              </a:rPr>
              <a:t>immersyjne środowiska wspierające regulację stanu</a:t>
            </a:r>
            <a:endParaRPr lang="pl-PL" sz="2000" dirty="0"/>
          </a:p>
        </p:txBody>
      </p:sp>
      <p:sp>
        <p:nvSpPr>
          <p:cNvPr id="13" name="Shape 11"/>
          <p:cNvSpPr/>
          <p:nvPr/>
        </p:nvSpPr>
        <p:spPr>
          <a:xfrm>
            <a:off x="8168640" y="1645920"/>
            <a:ext cx="3413760" cy="162473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4" name="Shape 12"/>
          <p:cNvSpPr/>
          <p:nvPr/>
        </p:nvSpPr>
        <p:spPr>
          <a:xfrm>
            <a:off x="8388096" y="1865376"/>
            <a:ext cx="121920" cy="121920"/>
          </a:xfrm>
          <a:prstGeom prst="ellipse">
            <a:avLst/>
          </a:prstGeom>
          <a:solidFill>
            <a:srgbClr val="3D63B3"/>
          </a:solidFill>
          <a:ln w="12700">
            <a:solidFill>
              <a:srgbClr val="3D63B3"/>
            </a:solidFill>
            <a:prstDash val="solid"/>
          </a:ln>
        </p:spPr>
      </p:sp>
      <p:sp>
        <p:nvSpPr>
          <p:cNvPr id="15" name="Text 13"/>
          <p:cNvSpPr/>
          <p:nvPr/>
        </p:nvSpPr>
        <p:spPr>
          <a:xfrm>
            <a:off x="8656320" y="1767840"/>
            <a:ext cx="2743200" cy="70394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b="1" dirty="0" smtClean="0">
                <a:solidFill>
                  <a:srgbClr val="1B2A56"/>
                </a:solidFill>
                <a:latin typeface="Cambria" pitchFamily="34" charset="0"/>
                <a:ea typeface="Cambria" pitchFamily="34" charset="-122"/>
                <a:cs typeface="Cambria" pitchFamily="34" charset="-120"/>
              </a:rPr>
              <a:t>Hierarchie ekspozycyjne</a:t>
            </a:r>
            <a:endParaRPr lang="pl-PL" dirty="0"/>
          </a:p>
        </p:txBody>
      </p:sp>
      <p:sp>
        <p:nvSpPr>
          <p:cNvPr id="16" name="Text 14"/>
          <p:cNvSpPr/>
          <p:nvPr/>
        </p:nvSpPr>
        <p:spPr>
          <a:xfrm>
            <a:off x="8510016" y="2499360"/>
            <a:ext cx="2852928" cy="72832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2000" dirty="0" smtClean="0">
                <a:solidFill>
                  <a:srgbClr val="5B6472"/>
                </a:solidFill>
                <a:latin typeface="Calibri"/>
                <a:ea typeface="Calibri"/>
                <a:cs typeface="Calibri"/>
              </a:rPr>
              <a:t>trudne do zrealizowania </a:t>
            </a:r>
            <a:r>
              <a:rPr lang="pl-PL" dirty="0" smtClean="0"/>
              <a:t/>
            </a:r>
            <a:br>
              <a:rPr lang="pl-PL" dirty="0" smtClean="0"/>
            </a:br>
            <a:r>
              <a:rPr lang="pl-PL" sz="2000" dirty="0" smtClean="0">
                <a:solidFill>
                  <a:srgbClr val="5B6472"/>
                </a:solidFill>
                <a:latin typeface="Calibri"/>
                <a:ea typeface="Calibri"/>
                <a:cs typeface="Calibri"/>
              </a:rPr>
              <a:t>w realnym świecie</a:t>
            </a:r>
            <a:endParaRPr lang="pl-PL" sz="2000" dirty="0">
              <a:latin typeface="Calibri"/>
              <a:ea typeface="Calibri"/>
              <a:cs typeface="Calibri"/>
            </a:endParaRPr>
          </a:p>
        </p:txBody>
      </p:sp>
      <p:sp>
        <p:nvSpPr>
          <p:cNvPr id="17" name="Shape 15"/>
          <p:cNvSpPr/>
          <p:nvPr/>
        </p:nvSpPr>
        <p:spPr>
          <a:xfrm>
            <a:off x="609600" y="3718560"/>
            <a:ext cx="3413760" cy="162473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Shape 16"/>
          <p:cNvSpPr/>
          <p:nvPr/>
        </p:nvSpPr>
        <p:spPr>
          <a:xfrm>
            <a:off x="829056" y="3938016"/>
            <a:ext cx="121920" cy="121920"/>
          </a:xfrm>
          <a:prstGeom prst="ellipse">
            <a:avLst/>
          </a:prstGeom>
          <a:solidFill>
            <a:srgbClr val="3D63B3"/>
          </a:solidFill>
          <a:ln w="12700">
            <a:solidFill>
              <a:srgbClr val="3D63B3"/>
            </a:solidFill>
            <a:prstDash val="solid"/>
          </a:ln>
        </p:spPr>
      </p:sp>
      <p:sp>
        <p:nvSpPr>
          <p:cNvPr id="19" name="Text 17"/>
          <p:cNvSpPr/>
          <p:nvPr/>
        </p:nvSpPr>
        <p:spPr>
          <a:xfrm>
            <a:off x="1097280" y="3840480"/>
            <a:ext cx="2743200" cy="70394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Ból i rehabilitacja</a:t>
            </a:r>
            <a:endParaRPr lang="en-US"/>
          </a:p>
        </p:txBody>
      </p:sp>
      <p:sp>
        <p:nvSpPr>
          <p:cNvPr id="20" name="Text 18"/>
          <p:cNvSpPr/>
          <p:nvPr/>
        </p:nvSpPr>
        <p:spPr>
          <a:xfrm>
            <a:off x="1097280" y="4477409"/>
            <a:ext cx="2706624" cy="68317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5B6472"/>
                </a:solidFill>
                <a:latin typeface="Calibri" pitchFamily="34" charset="0"/>
                <a:ea typeface="Calibri" pitchFamily="34" charset="-122"/>
                <a:cs typeface="Calibri" pitchFamily="34" charset="-120"/>
              </a:rPr>
              <a:t>pole graniczące z psychologią zdrowia</a:t>
            </a:r>
            <a:endParaRPr lang="pl-PL" sz="2000" dirty="0"/>
          </a:p>
        </p:txBody>
      </p:sp>
      <p:sp>
        <p:nvSpPr>
          <p:cNvPr id="21" name="Shape 19"/>
          <p:cNvSpPr/>
          <p:nvPr/>
        </p:nvSpPr>
        <p:spPr>
          <a:xfrm>
            <a:off x="4389120" y="3718560"/>
            <a:ext cx="3413760" cy="1709825"/>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2" name="Shape 20"/>
          <p:cNvSpPr/>
          <p:nvPr/>
        </p:nvSpPr>
        <p:spPr>
          <a:xfrm>
            <a:off x="4608576" y="3938016"/>
            <a:ext cx="121920" cy="121920"/>
          </a:xfrm>
          <a:prstGeom prst="ellipse">
            <a:avLst/>
          </a:prstGeom>
          <a:solidFill>
            <a:srgbClr val="3D63B3"/>
          </a:solidFill>
          <a:ln w="12700">
            <a:solidFill>
              <a:srgbClr val="3D63B3"/>
            </a:solidFill>
            <a:prstDash val="solid"/>
          </a:ln>
        </p:spPr>
      </p:sp>
      <p:sp>
        <p:nvSpPr>
          <p:cNvPr id="23" name="Text 21"/>
          <p:cNvSpPr/>
          <p:nvPr/>
        </p:nvSpPr>
        <p:spPr>
          <a:xfrm>
            <a:off x="4876800" y="3840480"/>
            <a:ext cx="2837542" cy="70394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200" b="1" dirty="0" smtClean="0">
                <a:solidFill>
                  <a:srgbClr val="1B2A56"/>
                </a:solidFill>
                <a:latin typeface="Cambria"/>
                <a:ea typeface="Cambria"/>
                <a:cs typeface="Cambria" pitchFamily="34" charset="-120"/>
              </a:rPr>
              <a:t>Trening umiejętności społecznych</a:t>
            </a:r>
            <a:endParaRPr lang="pl-PL" sz="2200" dirty="0">
              <a:latin typeface="Cambria"/>
              <a:ea typeface="Cambria"/>
              <a:cs typeface="Calibri"/>
            </a:endParaRPr>
          </a:p>
        </p:txBody>
      </p:sp>
      <p:sp>
        <p:nvSpPr>
          <p:cNvPr id="24" name="Text 22"/>
          <p:cNvSpPr/>
          <p:nvPr/>
        </p:nvSpPr>
        <p:spPr>
          <a:xfrm>
            <a:off x="4876800" y="4477409"/>
            <a:ext cx="2706624"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5B6472"/>
                </a:solidFill>
                <a:latin typeface="Calibri" pitchFamily="34" charset="0"/>
                <a:ea typeface="Calibri" pitchFamily="34" charset="-122"/>
                <a:cs typeface="Calibri" pitchFamily="34" charset="-120"/>
              </a:rPr>
              <a:t>bezpieczne, kontrolowane środowisko</a:t>
            </a:r>
            <a:endParaRPr lang="pl-PL" sz="2000" dirty="0"/>
          </a:p>
        </p:txBody>
      </p:sp>
      <p:sp>
        <p:nvSpPr>
          <p:cNvPr id="25" name="Shape 23"/>
          <p:cNvSpPr/>
          <p:nvPr/>
        </p:nvSpPr>
        <p:spPr>
          <a:xfrm>
            <a:off x="8168640" y="3718560"/>
            <a:ext cx="3413760" cy="1624730"/>
          </a:xfrm>
          <a:prstGeom prst="roundRect">
            <a:avLst>
              <a:gd name="adj" fmla="val 4516"/>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8388096" y="3938016"/>
            <a:ext cx="121920" cy="121920"/>
          </a:xfrm>
          <a:prstGeom prst="ellipse">
            <a:avLst/>
          </a:prstGeom>
          <a:solidFill>
            <a:srgbClr val="3D63B3"/>
          </a:solidFill>
          <a:ln w="12700">
            <a:solidFill>
              <a:srgbClr val="3D63B3"/>
            </a:solidFill>
            <a:prstDash val="solid"/>
          </a:ln>
        </p:spPr>
      </p:sp>
      <p:sp>
        <p:nvSpPr>
          <p:cNvPr id="27" name="Text 25"/>
          <p:cNvSpPr/>
          <p:nvPr/>
        </p:nvSpPr>
        <p:spPr>
          <a:xfrm>
            <a:off x="8656320" y="3840480"/>
            <a:ext cx="2743200" cy="70394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Kontrola bodźców</a:t>
            </a:r>
            <a:endParaRPr lang="en-US"/>
          </a:p>
        </p:txBody>
      </p:sp>
      <p:sp>
        <p:nvSpPr>
          <p:cNvPr id="28" name="Text 26"/>
          <p:cNvSpPr/>
          <p:nvPr/>
        </p:nvSpPr>
        <p:spPr>
          <a:xfrm>
            <a:off x="8449056" y="4345146"/>
            <a:ext cx="2926080"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dirty="0" smtClean="0">
                <a:solidFill>
                  <a:srgbClr val="5B6472"/>
                </a:solidFill>
                <a:latin typeface="Calibri" pitchFamily="34" charset="0"/>
                <a:ea typeface="Calibri" pitchFamily="34" charset="-122"/>
                <a:cs typeface="Calibri" pitchFamily="34" charset="-120"/>
              </a:rPr>
              <a:t>i bezpieczeństwo uczestnika - kluczowe wszędzie</a:t>
            </a:r>
            <a:endParaRPr lang="pl-PL" sz="2000" dirty="0"/>
          </a:p>
        </p:txBody>
      </p:sp>
      <p:sp>
        <p:nvSpPr>
          <p:cNvPr id="29" name="Shape 27"/>
          <p:cNvSpPr/>
          <p:nvPr/>
        </p:nvSpPr>
        <p:spPr>
          <a:xfrm>
            <a:off x="609600" y="5827776"/>
            <a:ext cx="10972800" cy="755904"/>
          </a:xfrm>
          <a:prstGeom prst="roundRect">
            <a:avLst>
              <a:gd name="adj" fmla="val 12000"/>
            </a:avLst>
          </a:prstGeom>
          <a:solidFill>
            <a:srgbClr val="EAF0FB"/>
          </a:solidFill>
          <a:ln w="12700">
            <a:solidFill>
              <a:srgbClr val="EAF0FB"/>
            </a:solidFill>
            <a:prstDash val="solid"/>
          </a:ln>
        </p:spPr>
      </p:sp>
      <p:sp>
        <p:nvSpPr>
          <p:cNvPr id="30" name="Text 28"/>
          <p:cNvSpPr/>
          <p:nvPr/>
        </p:nvSpPr>
        <p:spPr>
          <a:xfrm>
            <a:off x="609600" y="5827776"/>
            <a:ext cx="10972800" cy="7559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2400"/>
              </a:lnSpc>
              <a:buNone/>
            </a:pPr>
            <a:r>
              <a:rPr lang="pl-PL" dirty="0" smtClean="0">
                <a:solidFill>
                  <a:srgbClr val="1B2A56"/>
                </a:solidFill>
                <a:latin typeface="Calibri"/>
                <a:ea typeface="Calibri"/>
                <a:cs typeface="Calibri"/>
              </a:rPr>
              <a:t>Możliwość natychmiastowego przerwania sesji jest tak samo ważna, </a:t>
            </a:r>
          </a:p>
          <a:p>
            <a:pPr marL="0" indent="0" algn="ctr">
              <a:lnSpc>
                <a:spcPts val="2400"/>
              </a:lnSpc>
              <a:buNone/>
            </a:pPr>
            <a:r>
              <a:rPr lang="pl-PL" dirty="0" smtClean="0">
                <a:solidFill>
                  <a:srgbClr val="1B2A56"/>
                </a:solidFill>
                <a:latin typeface="Calibri"/>
                <a:ea typeface="Calibri"/>
                <a:cs typeface="Calibri"/>
              </a:rPr>
              <a:t>jak sama kontrola intensywności bodźca</a:t>
            </a:r>
            <a:endParaRPr lang="pl-PL" dirty="0">
              <a:solidFill>
                <a:srgbClr val="1B2A56"/>
              </a:solidFill>
              <a:latin typeface="Calibri"/>
              <a:ea typeface="Calibri"/>
              <a:cs typeface="Calibri"/>
            </a:endParaRPr>
          </a:p>
        </p:txBody>
      </p:sp>
      <p:sp>
        <p:nvSpPr>
          <p:cNvPr id="31" name="Text 29"/>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58  ·  Sekcja VI</a:t>
            </a:r>
            <a:endParaRPr lang="en-US" sz="1067"/>
          </a:p>
        </p:txBody>
      </p:sp>
    </p:spTree>
    <p:extLst>
      <p:ext uri="{BB962C8B-B14F-4D97-AF65-F5344CB8AC3E}">
        <p14:creationId xmlns:p14="http://schemas.microsoft.com/office/powerpoint/2010/main" val="3065671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CYFROWE FENOTYPOWANIE I MONITORING PASYWNY</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Potencjał</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predykcyjny</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i</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podwójne</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ryzyko</a:t>
            </a:r>
            <a:endParaRPr lang="en-US" sz="1600" err="1">
              <a:latin typeface="Calibri"/>
              <a:ea typeface="Calibri"/>
              <a:cs typeface="Calibri"/>
            </a:endParaRPr>
          </a:p>
        </p:txBody>
      </p:sp>
      <p:sp>
        <p:nvSpPr>
          <p:cNvPr id="5" name="Shape 3"/>
          <p:cNvSpPr/>
          <p:nvPr/>
        </p:nvSpPr>
        <p:spPr>
          <a:xfrm>
            <a:off x="487680" y="1828800"/>
            <a:ext cx="3291840" cy="1828800"/>
          </a:xfrm>
          <a:prstGeom prst="roundRect">
            <a:avLst>
              <a:gd name="adj" fmla="val 4667"/>
            </a:avLst>
          </a:prstGeom>
          <a:solidFill>
            <a:srgbClr val="EAF0FB"/>
          </a:solidFill>
          <a:ln w="12700">
            <a:solidFill>
              <a:srgbClr val="DCE2EC"/>
            </a:solidFill>
            <a:prstDash val="solid"/>
          </a:ln>
        </p:spPr>
      </p:sp>
      <p:sp>
        <p:nvSpPr>
          <p:cNvPr id="6" name="Text 4"/>
          <p:cNvSpPr/>
          <p:nvPr/>
        </p:nvSpPr>
        <p:spPr>
          <a:xfrm>
            <a:off x="731520" y="1975104"/>
            <a:ext cx="280416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Dane aktywne</a:t>
            </a:r>
            <a:endParaRPr lang="en-US"/>
          </a:p>
        </p:txBody>
      </p:sp>
      <p:sp>
        <p:nvSpPr>
          <p:cNvPr id="7" name="Text 5"/>
          <p:cNvSpPr/>
          <p:nvPr/>
        </p:nvSpPr>
        <p:spPr>
          <a:xfrm>
            <a:off x="731520" y="2438400"/>
            <a:ext cx="280416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i="1">
                <a:solidFill>
                  <a:srgbClr val="5B6472"/>
                </a:solidFill>
                <a:latin typeface="Calibri"/>
                <a:ea typeface="Calibri"/>
                <a:cs typeface="Calibri"/>
              </a:rPr>
              <a:t>ankiety, dzienniczki - świadomie udostępniane</a:t>
            </a:r>
            <a:endParaRPr lang="pl-PL" sz="1800">
              <a:latin typeface="Calibri"/>
              <a:ea typeface="Calibri"/>
              <a:cs typeface="Calibri"/>
            </a:endParaRPr>
          </a:p>
        </p:txBody>
      </p:sp>
      <p:sp>
        <p:nvSpPr>
          <p:cNvPr id="8" name="Shape 6"/>
          <p:cNvSpPr/>
          <p:nvPr/>
        </p:nvSpPr>
        <p:spPr>
          <a:xfrm>
            <a:off x="487680" y="3901440"/>
            <a:ext cx="3291840" cy="1828800"/>
          </a:xfrm>
          <a:prstGeom prst="roundRect">
            <a:avLst>
              <a:gd name="adj" fmla="val 4667"/>
            </a:avLst>
          </a:prstGeom>
          <a:solidFill>
            <a:srgbClr val="EAF0FB"/>
          </a:solidFill>
          <a:ln w="12700">
            <a:solidFill>
              <a:srgbClr val="DCE2EC"/>
            </a:solidFill>
            <a:prstDash val="solid"/>
          </a:ln>
        </p:spPr>
      </p:sp>
      <p:sp>
        <p:nvSpPr>
          <p:cNvPr id="9" name="Text 7"/>
          <p:cNvSpPr/>
          <p:nvPr/>
        </p:nvSpPr>
        <p:spPr>
          <a:xfrm>
            <a:off x="731520" y="4047744"/>
            <a:ext cx="280416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1B2A56"/>
                </a:solidFill>
                <a:latin typeface="Cambria" pitchFamily="34" charset="0"/>
                <a:ea typeface="Cambria" pitchFamily="34" charset="-122"/>
                <a:cs typeface="Cambria" pitchFamily="34" charset="-120"/>
              </a:rPr>
              <a:t>Dane pasywne</a:t>
            </a:r>
            <a:endParaRPr lang="en-US"/>
          </a:p>
        </p:txBody>
      </p:sp>
      <p:sp>
        <p:nvSpPr>
          <p:cNvPr id="10" name="Text 8"/>
          <p:cNvSpPr/>
          <p:nvPr/>
        </p:nvSpPr>
        <p:spPr>
          <a:xfrm>
            <a:off x="731520" y="4511040"/>
            <a:ext cx="280416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i="1">
                <a:solidFill>
                  <a:srgbClr val="5B6472"/>
                </a:solidFill>
                <a:latin typeface="Calibri"/>
                <a:ea typeface="Calibri"/>
                <a:cs typeface="Calibri"/>
              </a:rPr>
              <a:t>sen, ruch, wzorce interakcji ze smartfonem - zbierane w tle</a:t>
            </a:r>
            <a:endParaRPr lang="pl-PL" sz="1800">
              <a:latin typeface="Calibri"/>
              <a:ea typeface="Calibri"/>
              <a:cs typeface="Calibri"/>
            </a:endParaRPr>
          </a:p>
        </p:txBody>
      </p:sp>
      <p:sp>
        <p:nvSpPr>
          <p:cNvPr id="11" name="Shape 9"/>
          <p:cNvSpPr/>
          <p:nvPr/>
        </p:nvSpPr>
        <p:spPr>
          <a:xfrm>
            <a:off x="3779520" y="2743200"/>
            <a:ext cx="914400" cy="792480"/>
          </a:xfrm>
          <a:prstGeom prst="line">
            <a:avLst/>
          </a:prstGeom>
          <a:noFill/>
          <a:ln w="19050">
            <a:solidFill>
              <a:srgbClr val="AFC6E8"/>
            </a:solidFill>
            <a:prstDash val="solid"/>
            <a:tailEnd type="triangle"/>
          </a:ln>
        </p:spPr>
      </p:sp>
      <p:sp>
        <p:nvSpPr>
          <p:cNvPr id="12" name="Shape 10"/>
          <p:cNvSpPr/>
          <p:nvPr/>
        </p:nvSpPr>
        <p:spPr>
          <a:xfrm flipH="1">
            <a:off x="3779520" y="4023360"/>
            <a:ext cx="914400" cy="792480"/>
          </a:xfrm>
          <a:prstGeom prst="line">
            <a:avLst/>
          </a:prstGeom>
          <a:noFill/>
          <a:ln w="19050">
            <a:solidFill>
              <a:srgbClr val="AFC6E8"/>
            </a:solidFill>
            <a:prstDash val="solid"/>
            <a:tailEnd type="triangle"/>
          </a:ln>
        </p:spPr>
      </p:sp>
      <p:sp>
        <p:nvSpPr>
          <p:cNvPr id="13" name="Shape 11"/>
          <p:cNvSpPr/>
          <p:nvPr/>
        </p:nvSpPr>
        <p:spPr>
          <a:xfrm>
            <a:off x="4693920" y="3108960"/>
            <a:ext cx="2804160" cy="1341120"/>
          </a:xfrm>
          <a:prstGeom prst="roundRect">
            <a:avLst>
              <a:gd name="adj" fmla="val 7273"/>
            </a:avLst>
          </a:prstGeom>
          <a:solidFill>
            <a:srgbClr val="1B2A56"/>
          </a:solidFill>
          <a:ln w="12700">
            <a:solidFill>
              <a:srgbClr val="1B2A56"/>
            </a:solidFill>
            <a:prstDash val="solid"/>
          </a:ln>
        </p:spPr>
      </p:sp>
      <p:sp>
        <p:nvSpPr>
          <p:cNvPr id="14" name="Text 12"/>
          <p:cNvSpPr/>
          <p:nvPr/>
        </p:nvSpPr>
        <p:spPr>
          <a:xfrm>
            <a:off x="4693920" y="3108960"/>
            <a:ext cx="2804160" cy="13411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pl-PL" sz="2800" b="1" dirty="0" smtClean="0">
                <a:solidFill>
                  <a:srgbClr val="FFFFFF"/>
                </a:solidFill>
                <a:latin typeface="Cambria"/>
                <a:ea typeface="Cambria"/>
                <a:cs typeface="Cambria" pitchFamily="34" charset="-120"/>
              </a:rPr>
              <a:t>Profil</a:t>
            </a:r>
            <a:endParaRPr lang="pl-PL" sz="2800" dirty="0" smtClean="0">
              <a:latin typeface="Cambria"/>
              <a:ea typeface="Cambria"/>
              <a:cs typeface="Calibri"/>
            </a:endParaRPr>
          </a:p>
          <a:p>
            <a:pPr marL="0" indent="0" algn="ctr">
              <a:buNone/>
            </a:pPr>
            <a:r>
              <a:rPr lang="pl-PL" sz="2800" b="1" dirty="0" smtClean="0">
                <a:solidFill>
                  <a:srgbClr val="FFFFFF"/>
                </a:solidFill>
                <a:latin typeface="Cambria"/>
                <a:ea typeface="Cambria"/>
                <a:cs typeface="Cambria" pitchFamily="34" charset="-120"/>
              </a:rPr>
              <a:t>behawioralny</a:t>
            </a:r>
            <a:endParaRPr lang="pl-PL" sz="2800" dirty="0">
              <a:latin typeface="Cambria"/>
              <a:ea typeface="Cambria"/>
              <a:cs typeface="Calibri"/>
            </a:endParaRPr>
          </a:p>
        </p:txBody>
      </p:sp>
      <p:sp>
        <p:nvSpPr>
          <p:cNvPr id="15" name="Shape 13"/>
          <p:cNvSpPr/>
          <p:nvPr/>
        </p:nvSpPr>
        <p:spPr>
          <a:xfrm flipH="1">
            <a:off x="7498080" y="3048000"/>
            <a:ext cx="853440" cy="731520"/>
          </a:xfrm>
          <a:prstGeom prst="line">
            <a:avLst/>
          </a:prstGeom>
          <a:noFill/>
          <a:ln w="19050">
            <a:solidFill>
              <a:srgbClr val="C0392B"/>
            </a:solidFill>
            <a:prstDash val="solid"/>
            <a:tailEnd type="triangle"/>
          </a:ln>
        </p:spPr>
      </p:sp>
      <p:sp>
        <p:nvSpPr>
          <p:cNvPr id="16" name="Shape 14"/>
          <p:cNvSpPr/>
          <p:nvPr/>
        </p:nvSpPr>
        <p:spPr>
          <a:xfrm>
            <a:off x="7498080" y="3779520"/>
            <a:ext cx="853440" cy="1036320"/>
          </a:xfrm>
          <a:prstGeom prst="line">
            <a:avLst/>
          </a:prstGeom>
          <a:noFill/>
          <a:ln w="19050">
            <a:solidFill>
              <a:srgbClr val="C0392B"/>
            </a:solidFill>
            <a:prstDash val="solid"/>
            <a:tailEnd type="triangle"/>
          </a:ln>
        </p:spPr>
      </p:sp>
      <p:sp>
        <p:nvSpPr>
          <p:cNvPr id="17" name="Shape 15"/>
          <p:cNvSpPr/>
          <p:nvPr/>
        </p:nvSpPr>
        <p:spPr>
          <a:xfrm>
            <a:off x="8351520" y="2072640"/>
            <a:ext cx="3474720" cy="1706880"/>
          </a:xfrm>
          <a:prstGeom prst="roundRect">
            <a:avLst>
              <a:gd name="adj" fmla="val 5000"/>
            </a:avLst>
          </a:prstGeom>
          <a:solidFill>
            <a:srgbClr val="FBE7E5"/>
          </a:solidFill>
          <a:ln w="12700">
            <a:solidFill>
              <a:srgbClr val="DCE2EC"/>
            </a:solidFill>
            <a:prstDash val="solid"/>
          </a:ln>
        </p:spPr>
      </p:sp>
      <p:sp>
        <p:nvSpPr>
          <p:cNvPr id="18" name="Text 16"/>
          <p:cNvSpPr/>
          <p:nvPr/>
        </p:nvSpPr>
        <p:spPr>
          <a:xfrm>
            <a:off x="8595360" y="2194560"/>
            <a:ext cx="29870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C0392B"/>
                </a:solidFill>
                <a:latin typeface="Cambria" pitchFamily="34" charset="0"/>
                <a:ea typeface="Cambria" pitchFamily="34" charset="-122"/>
                <a:cs typeface="Cambria" pitchFamily="34" charset="-120"/>
              </a:rPr>
              <a:t>Ryzyko nadinterpretacji</a:t>
            </a:r>
            <a:endParaRPr lang="en-US" sz="2000"/>
          </a:p>
        </p:txBody>
      </p:sp>
      <p:sp>
        <p:nvSpPr>
          <p:cNvPr id="19" name="Text 17"/>
          <p:cNvSpPr/>
          <p:nvPr/>
        </p:nvSpPr>
        <p:spPr>
          <a:xfrm>
            <a:off x="8595360" y="2657856"/>
            <a:ext cx="2987040" cy="10363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i="1">
                <a:solidFill>
                  <a:srgbClr val="1B2A56"/>
                </a:solidFill>
                <a:latin typeface="Calibri"/>
                <a:ea typeface="Calibri"/>
                <a:cs typeface="Calibri"/>
              </a:rPr>
              <a:t>korelacja behawioralna to nie </a:t>
            </a:r>
            <a:br>
              <a:rPr lang="pl-PL" sz="1800" i="1">
                <a:solidFill>
                  <a:srgbClr val="1B2A56"/>
                </a:solidFill>
                <a:latin typeface="Calibri"/>
                <a:ea typeface="Calibri"/>
                <a:cs typeface="Calibri"/>
              </a:rPr>
            </a:br>
            <a:r>
              <a:rPr lang="pl-PL" sz="1800" i="1">
                <a:solidFill>
                  <a:srgbClr val="1B2A56"/>
                </a:solidFill>
                <a:latin typeface="Calibri"/>
                <a:ea typeface="Calibri"/>
                <a:cs typeface="Calibri"/>
              </a:rPr>
              <a:t>to samo co trafny wniosek kliniczny dla konkretnej osoby</a:t>
            </a:r>
            <a:endParaRPr lang="pl-PL" sz="1800">
              <a:latin typeface="Calibri"/>
              <a:ea typeface="Calibri"/>
              <a:cs typeface="Calibri"/>
            </a:endParaRPr>
          </a:p>
        </p:txBody>
      </p:sp>
      <p:sp>
        <p:nvSpPr>
          <p:cNvPr id="20" name="Shape 18"/>
          <p:cNvSpPr/>
          <p:nvPr/>
        </p:nvSpPr>
        <p:spPr>
          <a:xfrm>
            <a:off x="8351520" y="3962400"/>
            <a:ext cx="3474720" cy="1706880"/>
          </a:xfrm>
          <a:prstGeom prst="roundRect">
            <a:avLst>
              <a:gd name="adj" fmla="val 5000"/>
            </a:avLst>
          </a:prstGeom>
          <a:solidFill>
            <a:srgbClr val="FBE7E5"/>
          </a:solidFill>
          <a:ln w="12700">
            <a:solidFill>
              <a:srgbClr val="DCE2EC"/>
            </a:solidFill>
            <a:prstDash val="solid"/>
          </a:ln>
        </p:spPr>
      </p:sp>
      <p:sp>
        <p:nvSpPr>
          <p:cNvPr id="21" name="Text 19"/>
          <p:cNvSpPr/>
          <p:nvPr/>
        </p:nvSpPr>
        <p:spPr>
          <a:xfrm>
            <a:off x="8595360" y="4084320"/>
            <a:ext cx="29870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C0392B"/>
                </a:solidFill>
                <a:latin typeface="Cambria" pitchFamily="34" charset="0"/>
                <a:ea typeface="Cambria" pitchFamily="34" charset="-122"/>
                <a:cs typeface="Cambria" pitchFamily="34" charset="-120"/>
              </a:rPr>
              <a:t>Ryzyko prywatności</a:t>
            </a:r>
            <a:endParaRPr lang="en-US" sz="2000"/>
          </a:p>
        </p:txBody>
      </p:sp>
      <p:sp>
        <p:nvSpPr>
          <p:cNvPr id="22" name="Text 20"/>
          <p:cNvSpPr/>
          <p:nvPr/>
        </p:nvSpPr>
        <p:spPr>
          <a:xfrm>
            <a:off x="8595360" y="4525845"/>
            <a:ext cx="3095897" cy="107260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i="1">
                <a:solidFill>
                  <a:srgbClr val="1B2A56"/>
                </a:solidFill>
                <a:latin typeface="Calibri"/>
                <a:ea typeface="Calibri"/>
                <a:cs typeface="Calibri"/>
              </a:rPr>
              <a:t>dane pasywne ujawniają więcej, niż użytkownik zamierzał ujawnić</a:t>
            </a:r>
            <a:endParaRPr lang="pl-PL" sz="1800">
              <a:latin typeface="Calibri"/>
              <a:ea typeface="Calibri"/>
              <a:cs typeface="Calibri"/>
            </a:endParaRPr>
          </a:p>
        </p:txBody>
      </p:sp>
      <p:sp>
        <p:nvSpPr>
          <p:cNvPr id="23" name="Text 21"/>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59  ·  Sekcja VI</a:t>
            </a:r>
            <a:endParaRPr lang="en-US" sz="1067"/>
          </a:p>
        </p:txBody>
      </p:sp>
    </p:spTree>
    <p:extLst>
      <p:ext uri="{BB962C8B-B14F-4D97-AF65-F5344CB8AC3E}">
        <p14:creationId xmlns:p14="http://schemas.microsoft.com/office/powerpoint/2010/main" val="14404060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AI W E-TERAPII: </a:t>
            </a:r>
            <a:r>
              <a:rPr lang="en-US" sz="2800" b="1" u="sng">
                <a:solidFill>
                  <a:srgbClr val="FFFFFF"/>
                </a:solidFill>
                <a:latin typeface="Cambria"/>
                <a:ea typeface="Cambria"/>
                <a:cs typeface="Cambria" pitchFamily="34" charset="-120"/>
              </a:rPr>
              <a:t>ZASTOSOWANIA</a:t>
            </a:r>
            <a:endParaRPr lang="en-US" sz="2800">
              <a:latin typeface="Calibri"/>
              <a:ea typeface="Calibri"/>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a:solidFill>
                  <a:srgbClr val="B7C6E6"/>
                </a:solidFill>
                <a:latin typeface="Calibri"/>
                <a:ea typeface="Calibri"/>
                <a:cs typeface="Calibri"/>
              </a:rPr>
              <a:t>Siedem obszarów wsparcia</a:t>
            </a:r>
          </a:p>
        </p:txBody>
      </p:sp>
      <p:sp>
        <p:nvSpPr>
          <p:cNvPr id="5" name="Shape 3"/>
          <p:cNvSpPr/>
          <p:nvPr/>
        </p:nvSpPr>
        <p:spPr>
          <a:xfrm>
            <a:off x="609600" y="1645920"/>
            <a:ext cx="2240394" cy="1772043"/>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8" name="Text 6"/>
          <p:cNvSpPr/>
          <p:nvPr/>
        </p:nvSpPr>
        <p:spPr>
          <a:xfrm>
            <a:off x="1316736" y="1700784"/>
            <a:ext cx="1821654" cy="45468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err="1" smtClean="0">
                <a:solidFill>
                  <a:srgbClr val="1B2A56"/>
                </a:solidFill>
                <a:latin typeface="Cambria" pitchFamily="34" charset="0"/>
                <a:ea typeface="Cambria" pitchFamily="34" charset="-122"/>
                <a:cs typeface="Cambria" pitchFamily="34" charset="-120"/>
              </a:rPr>
              <a:t>Triage</a:t>
            </a:r>
            <a:endParaRPr lang="pl-PL" sz="2000" dirty="0"/>
          </a:p>
        </p:txBody>
      </p:sp>
      <p:sp>
        <p:nvSpPr>
          <p:cNvPr id="9" name="Text 7"/>
          <p:cNvSpPr/>
          <p:nvPr/>
        </p:nvSpPr>
        <p:spPr>
          <a:xfrm>
            <a:off x="768096" y="2325733"/>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wstępna ocena priorytetu zgłoszenia</a:t>
            </a:r>
            <a:endParaRPr lang="en-US" sz="1800"/>
          </a:p>
        </p:txBody>
      </p:sp>
      <p:sp>
        <p:nvSpPr>
          <p:cNvPr id="10" name="Shape 8"/>
          <p:cNvSpPr/>
          <p:nvPr/>
        </p:nvSpPr>
        <p:spPr>
          <a:xfrm>
            <a:off x="3029514" y="1641177"/>
            <a:ext cx="2786923" cy="1772043"/>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3" name="Text 11"/>
          <p:cNvSpPr/>
          <p:nvPr/>
        </p:nvSpPr>
        <p:spPr>
          <a:xfrm>
            <a:off x="3679055" y="1696041"/>
            <a:ext cx="1947774" cy="42659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pitchFamily="34" charset="0"/>
                <a:ea typeface="Cambria" pitchFamily="34" charset="-122"/>
                <a:cs typeface="Cambria" pitchFamily="34" charset="-120"/>
              </a:rPr>
              <a:t>Psychoedukacja</a:t>
            </a:r>
            <a:endParaRPr lang="pl-PL" sz="2000" dirty="0"/>
          </a:p>
        </p:txBody>
      </p:sp>
      <p:sp>
        <p:nvSpPr>
          <p:cNvPr id="14" name="Text 12"/>
          <p:cNvSpPr/>
          <p:nvPr/>
        </p:nvSpPr>
        <p:spPr>
          <a:xfrm>
            <a:off x="3259467" y="2320990"/>
            <a:ext cx="2447657"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dirty="0" smtClean="0">
                <a:solidFill>
                  <a:srgbClr val="5B6472"/>
                </a:solidFill>
                <a:latin typeface="Calibri"/>
                <a:ea typeface="Calibri"/>
                <a:cs typeface="Calibri"/>
              </a:rPr>
              <a:t>generowanie materiałów</a:t>
            </a:r>
            <a:r>
              <a:rPr lang="pl-PL" dirty="0" smtClean="0"/>
              <a:t/>
            </a:r>
            <a:br>
              <a:rPr lang="pl-PL" dirty="0" smtClean="0"/>
            </a:br>
            <a:r>
              <a:rPr lang="pl-PL" sz="1800" dirty="0" smtClean="0">
                <a:solidFill>
                  <a:srgbClr val="5B6472"/>
                </a:solidFill>
                <a:latin typeface="Calibri"/>
                <a:ea typeface="Calibri"/>
                <a:cs typeface="Calibri"/>
              </a:rPr>
              <a:t>i personalizacja </a:t>
            </a:r>
            <a:endParaRPr lang="pl-PL" sz="1800" dirty="0">
              <a:solidFill>
                <a:srgbClr val="5B6472"/>
              </a:solidFill>
              <a:latin typeface="Calibri"/>
              <a:ea typeface="Calibri"/>
              <a:cs typeface="Calibri"/>
            </a:endParaRPr>
          </a:p>
        </p:txBody>
      </p:sp>
      <p:sp>
        <p:nvSpPr>
          <p:cNvPr id="15" name="Shape 13"/>
          <p:cNvSpPr/>
          <p:nvPr/>
        </p:nvSpPr>
        <p:spPr>
          <a:xfrm>
            <a:off x="5980393" y="1645920"/>
            <a:ext cx="2692747" cy="1772043"/>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8" name="Text 16"/>
          <p:cNvSpPr/>
          <p:nvPr/>
        </p:nvSpPr>
        <p:spPr>
          <a:xfrm>
            <a:off x="6563928" y="1700784"/>
            <a:ext cx="1945256" cy="45468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pitchFamily="34" charset="0"/>
                <a:ea typeface="Cambria" pitchFamily="34" charset="-122"/>
                <a:cs typeface="Cambria" pitchFamily="34" charset="-120"/>
              </a:rPr>
              <a:t>Przypomnienia</a:t>
            </a:r>
            <a:endParaRPr lang="pl-PL" sz="2000" dirty="0"/>
          </a:p>
        </p:txBody>
      </p:sp>
      <p:sp>
        <p:nvSpPr>
          <p:cNvPr id="19" name="Text 17"/>
          <p:cNvSpPr/>
          <p:nvPr/>
        </p:nvSpPr>
        <p:spPr>
          <a:xfrm>
            <a:off x="6182196" y="2325733"/>
            <a:ext cx="232698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dostrojone do wzorców aktywności klienta</a:t>
            </a:r>
            <a:endParaRPr lang="pl-PL" sz="1800" dirty="0"/>
          </a:p>
        </p:txBody>
      </p:sp>
      <p:sp>
        <p:nvSpPr>
          <p:cNvPr id="20" name="Shape 18"/>
          <p:cNvSpPr/>
          <p:nvPr/>
        </p:nvSpPr>
        <p:spPr>
          <a:xfrm>
            <a:off x="8900160" y="1645920"/>
            <a:ext cx="2682240" cy="1767300"/>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3" name="Text 21"/>
          <p:cNvSpPr/>
          <p:nvPr/>
        </p:nvSpPr>
        <p:spPr>
          <a:xfrm>
            <a:off x="9449646" y="1700784"/>
            <a:ext cx="1947774" cy="45468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pitchFamily="34" charset="0"/>
                <a:ea typeface="Cambria" pitchFamily="34" charset="-122"/>
                <a:cs typeface="Cambria" pitchFamily="34" charset="-120"/>
              </a:rPr>
              <a:t>Analiza nastroju</a:t>
            </a:r>
            <a:endParaRPr lang="pl-PL" sz="2000" dirty="0"/>
          </a:p>
        </p:txBody>
      </p:sp>
      <p:sp>
        <p:nvSpPr>
          <p:cNvPr id="24" name="Text 22"/>
          <p:cNvSpPr/>
          <p:nvPr/>
        </p:nvSpPr>
        <p:spPr>
          <a:xfrm>
            <a:off x="9265920" y="2325733"/>
            <a:ext cx="2036064"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wspomagająca, ale nie diagnostyczna</a:t>
            </a:r>
            <a:endParaRPr lang="pl-PL" sz="1800" dirty="0"/>
          </a:p>
        </p:txBody>
      </p:sp>
      <p:sp>
        <p:nvSpPr>
          <p:cNvPr id="25" name="Shape 23"/>
          <p:cNvSpPr/>
          <p:nvPr/>
        </p:nvSpPr>
        <p:spPr>
          <a:xfrm>
            <a:off x="2097024" y="3840480"/>
            <a:ext cx="2828544" cy="1772043"/>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8" name="Text 26"/>
          <p:cNvSpPr/>
          <p:nvPr/>
        </p:nvSpPr>
        <p:spPr>
          <a:xfrm>
            <a:off x="2820136" y="3919438"/>
            <a:ext cx="1959128"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pitchFamily="34" charset="0"/>
                <a:ea typeface="Cambria" pitchFamily="34" charset="-122"/>
                <a:cs typeface="Cambria" pitchFamily="34" charset="-120"/>
              </a:rPr>
              <a:t>Personalizacja materiałów</a:t>
            </a:r>
            <a:endParaRPr lang="pl-PL" sz="2000" dirty="0"/>
          </a:p>
        </p:txBody>
      </p:sp>
      <p:sp>
        <p:nvSpPr>
          <p:cNvPr id="29" name="Text 27"/>
          <p:cNvSpPr/>
          <p:nvPr/>
        </p:nvSpPr>
        <p:spPr>
          <a:xfrm>
            <a:off x="2277291" y="4666436"/>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dostrojonych do konkretnej osoby</a:t>
            </a:r>
            <a:endParaRPr lang="pl-PL" sz="1800" dirty="0"/>
          </a:p>
        </p:txBody>
      </p:sp>
      <p:sp>
        <p:nvSpPr>
          <p:cNvPr id="30" name="Shape 28"/>
          <p:cNvSpPr/>
          <p:nvPr/>
        </p:nvSpPr>
        <p:spPr>
          <a:xfrm>
            <a:off x="5084064" y="3840480"/>
            <a:ext cx="2682240" cy="1772043"/>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3" name="Text 31"/>
          <p:cNvSpPr/>
          <p:nvPr/>
        </p:nvSpPr>
        <p:spPr>
          <a:xfrm>
            <a:off x="5686100" y="3919438"/>
            <a:ext cx="1943479"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pitchFamily="34" charset="0"/>
                <a:ea typeface="Cambria" pitchFamily="34" charset="-122"/>
                <a:cs typeface="Cambria" pitchFamily="34" charset="-120"/>
              </a:rPr>
              <a:t>Wspomaganie dokumentacji</a:t>
            </a:r>
            <a:endParaRPr lang="pl-PL" sz="2000" dirty="0"/>
          </a:p>
        </p:txBody>
      </p:sp>
      <p:sp>
        <p:nvSpPr>
          <p:cNvPr id="34" name="Text 32"/>
          <p:cNvSpPr/>
          <p:nvPr/>
        </p:nvSpPr>
        <p:spPr>
          <a:xfrm>
            <a:off x="5264331" y="4666436"/>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5B6472"/>
                </a:solidFill>
                <a:latin typeface="Calibri" pitchFamily="34" charset="0"/>
                <a:ea typeface="Calibri" pitchFamily="34" charset="-122"/>
                <a:cs typeface="Calibri" pitchFamily="34" charset="-120"/>
              </a:rPr>
              <a:t>transkrypcja, podsumowania</a:t>
            </a:r>
            <a:endParaRPr lang="en-US" sz="1800"/>
          </a:p>
        </p:txBody>
      </p:sp>
      <p:sp>
        <p:nvSpPr>
          <p:cNvPr id="35" name="Shape 33"/>
          <p:cNvSpPr/>
          <p:nvPr/>
        </p:nvSpPr>
        <p:spPr>
          <a:xfrm>
            <a:off x="8071104" y="3840480"/>
            <a:ext cx="2682240" cy="1772043"/>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591108" y="1616918"/>
            <a:ext cx="365760" cy="365760"/>
          </a:xfrm>
          <a:prstGeom prst="ellipse">
            <a:avLst/>
          </a:prstGeom>
          <a:solidFill>
            <a:srgbClr val="1E9E78"/>
          </a:solidFill>
          <a:ln w="12700">
            <a:solidFill>
              <a:srgbClr val="1E9E78"/>
            </a:solidFill>
            <a:prstDash val="solid"/>
          </a:ln>
        </p:spPr>
      </p:sp>
      <p:sp>
        <p:nvSpPr>
          <p:cNvPr id="7" name="Text 5"/>
          <p:cNvSpPr/>
          <p:nvPr/>
        </p:nvSpPr>
        <p:spPr>
          <a:xfrm>
            <a:off x="591108" y="161691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FFFFFF"/>
                </a:solidFill>
              </a:rPr>
              <a:t>1</a:t>
            </a:r>
            <a:endParaRPr lang="en-US"/>
          </a:p>
        </p:txBody>
      </p:sp>
      <p:sp>
        <p:nvSpPr>
          <p:cNvPr id="11" name="Shape 9"/>
          <p:cNvSpPr/>
          <p:nvPr/>
        </p:nvSpPr>
        <p:spPr>
          <a:xfrm>
            <a:off x="2995467" y="1612175"/>
            <a:ext cx="365760" cy="365760"/>
          </a:xfrm>
          <a:prstGeom prst="ellipse">
            <a:avLst/>
          </a:prstGeom>
          <a:solidFill>
            <a:srgbClr val="1E9E78"/>
          </a:solidFill>
          <a:ln w="12700">
            <a:solidFill>
              <a:srgbClr val="1E9E78"/>
            </a:solidFill>
            <a:prstDash val="solid"/>
          </a:ln>
        </p:spPr>
      </p:sp>
      <p:sp>
        <p:nvSpPr>
          <p:cNvPr id="12" name="Text 10"/>
          <p:cNvSpPr/>
          <p:nvPr/>
        </p:nvSpPr>
        <p:spPr>
          <a:xfrm>
            <a:off x="2995467" y="1612175"/>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FFFFFF"/>
                </a:solidFill>
              </a:rPr>
              <a:t>2</a:t>
            </a:r>
            <a:endParaRPr lang="en-US"/>
          </a:p>
        </p:txBody>
      </p:sp>
      <p:sp>
        <p:nvSpPr>
          <p:cNvPr id="16" name="Shape 14"/>
          <p:cNvSpPr/>
          <p:nvPr/>
        </p:nvSpPr>
        <p:spPr>
          <a:xfrm>
            <a:off x="5961902" y="1616918"/>
            <a:ext cx="365760" cy="365760"/>
          </a:xfrm>
          <a:prstGeom prst="ellipse">
            <a:avLst/>
          </a:prstGeom>
          <a:solidFill>
            <a:srgbClr val="1E9E78"/>
          </a:solidFill>
          <a:ln w="12700">
            <a:solidFill>
              <a:srgbClr val="1E9E78"/>
            </a:solidFill>
            <a:prstDash val="solid"/>
          </a:ln>
        </p:spPr>
      </p:sp>
      <p:sp>
        <p:nvSpPr>
          <p:cNvPr id="17" name="Text 15"/>
          <p:cNvSpPr/>
          <p:nvPr/>
        </p:nvSpPr>
        <p:spPr>
          <a:xfrm>
            <a:off x="5961902" y="161691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FFFFFF"/>
                </a:solidFill>
              </a:rPr>
              <a:t>3</a:t>
            </a:r>
            <a:endParaRPr lang="en-US"/>
          </a:p>
        </p:txBody>
      </p:sp>
      <p:sp>
        <p:nvSpPr>
          <p:cNvPr id="21" name="Shape 19"/>
          <p:cNvSpPr/>
          <p:nvPr/>
        </p:nvSpPr>
        <p:spPr>
          <a:xfrm>
            <a:off x="8881668" y="1616918"/>
            <a:ext cx="365760" cy="365760"/>
          </a:xfrm>
          <a:prstGeom prst="ellipse">
            <a:avLst/>
          </a:prstGeom>
          <a:solidFill>
            <a:srgbClr val="1E9E78"/>
          </a:solidFill>
          <a:ln w="12700">
            <a:solidFill>
              <a:srgbClr val="1E9E78"/>
            </a:solidFill>
            <a:prstDash val="solid"/>
          </a:ln>
        </p:spPr>
      </p:sp>
      <p:sp>
        <p:nvSpPr>
          <p:cNvPr id="22" name="Text 20"/>
          <p:cNvSpPr/>
          <p:nvPr/>
        </p:nvSpPr>
        <p:spPr>
          <a:xfrm>
            <a:off x="8881668" y="161691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FFFFFF"/>
                </a:solidFill>
              </a:rPr>
              <a:t>4</a:t>
            </a:r>
            <a:endParaRPr lang="en-US"/>
          </a:p>
        </p:txBody>
      </p:sp>
      <p:sp>
        <p:nvSpPr>
          <p:cNvPr id="26" name="Shape 24"/>
          <p:cNvSpPr/>
          <p:nvPr/>
        </p:nvSpPr>
        <p:spPr>
          <a:xfrm>
            <a:off x="2078532" y="3811478"/>
            <a:ext cx="365760" cy="365760"/>
          </a:xfrm>
          <a:prstGeom prst="ellipse">
            <a:avLst/>
          </a:prstGeom>
          <a:solidFill>
            <a:srgbClr val="1E9E78"/>
          </a:solidFill>
          <a:ln w="12700">
            <a:solidFill>
              <a:srgbClr val="1E9E78"/>
            </a:solidFill>
            <a:prstDash val="solid"/>
          </a:ln>
        </p:spPr>
      </p:sp>
      <p:sp>
        <p:nvSpPr>
          <p:cNvPr id="27" name="Text 25"/>
          <p:cNvSpPr/>
          <p:nvPr/>
        </p:nvSpPr>
        <p:spPr>
          <a:xfrm>
            <a:off x="2078532" y="381147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FFFFFF"/>
                </a:solidFill>
              </a:rPr>
              <a:t>5</a:t>
            </a:r>
            <a:endParaRPr lang="en-US"/>
          </a:p>
        </p:txBody>
      </p:sp>
      <p:sp>
        <p:nvSpPr>
          <p:cNvPr id="31" name="Shape 29"/>
          <p:cNvSpPr/>
          <p:nvPr/>
        </p:nvSpPr>
        <p:spPr>
          <a:xfrm>
            <a:off x="5065572" y="3811478"/>
            <a:ext cx="365760" cy="365760"/>
          </a:xfrm>
          <a:prstGeom prst="ellipse">
            <a:avLst/>
          </a:prstGeom>
          <a:solidFill>
            <a:srgbClr val="1E9E78"/>
          </a:solidFill>
          <a:ln w="12700">
            <a:solidFill>
              <a:srgbClr val="1E9E78"/>
            </a:solidFill>
            <a:prstDash val="solid"/>
          </a:ln>
        </p:spPr>
      </p:sp>
      <p:sp>
        <p:nvSpPr>
          <p:cNvPr id="32" name="Text 30"/>
          <p:cNvSpPr/>
          <p:nvPr/>
        </p:nvSpPr>
        <p:spPr>
          <a:xfrm>
            <a:off x="5065572" y="381147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FFFFFF"/>
                </a:solidFill>
              </a:rPr>
              <a:t>6</a:t>
            </a:r>
            <a:endParaRPr lang="en-US"/>
          </a:p>
        </p:txBody>
      </p:sp>
      <p:sp>
        <p:nvSpPr>
          <p:cNvPr id="36" name="Shape 34"/>
          <p:cNvSpPr/>
          <p:nvPr/>
        </p:nvSpPr>
        <p:spPr>
          <a:xfrm>
            <a:off x="8052612" y="3811478"/>
            <a:ext cx="365760" cy="365760"/>
          </a:xfrm>
          <a:prstGeom prst="ellipse">
            <a:avLst/>
          </a:prstGeom>
          <a:solidFill>
            <a:srgbClr val="1E9E78"/>
          </a:solidFill>
          <a:ln w="12700">
            <a:solidFill>
              <a:srgbClr val="1E9E78"/>
            </a:solidFill>
            <a:prstDash val="solid"/>
          </a:ln>
        </p:spPr>
      </p:sp>
      <p:sp>
        <p:nvSpPr>
          <p:cNvPr id="37" name="Text 35"/>
          <p:cNvSpPr/>
          <p:nvPr/>
        </p:nvSpPr>
        <p:spPr>
          <a:xfrm>
            <a:off x="8052612" y="381147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b="1">
                <a:solidFill>
                  <a:srgbClr val="FFFFFF"/>
                </a:solidFill>
              </a:rPr>
              <a:t>7</a:t>
            </a:r>
            <a:endParaRPr lang="en-US"/>
          </a:p>
        </p:txBody>
      </p:sp>
      <p:sp>
        <p:nvSpPr>
          <p:cNvPr id="38" name="Text 36"/>
          <p:cNvSpPr/>
          <p:nvPr/>
        </p:nvSpPr>
        <p:spPr>
          <a:xfrm>
            <a:off x="8673140" y="3919438"/>
            <a:ext cx="1921708"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pitchFamily="34" charset="0"/>
                <a:ea typeface="Cambria" pitchFamily="34" charset="-122"/>
                <a:cs typeface="Cambria" pitchFamily="34" charset="-120"/>
              </a:rPr>
              <a:t>Symulacja rozmów</a:t>
            </a:r>
            <a:endParaRPr lang="pl-PL" sz="2000" dirty="0"/>
          </a:p>
        </p:txBody>
      </p:sp>
      <p:sp>
        <p:nvSpPr>
          <p:cNvPr id="39" name="Text 37"/>
          <p:cNvSpPr/>
          <p:nvPr/>
        </p:nvSpPr>
        <p:spPr>
          <a:xfrm>
            <a:off x="8282152" y="4593864"/>
            <a:ext cx="2312696" cy="1018659"/>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pitchFamily="34" charset="0"/>
                <a:ea typeface="Calibri" pitchFamily="34" charset="-122"/>
                <a:cs typeface="Calibri" pitchFamily="34" charset="-120"/>
              </a:rPr>
              <a:t>trening umiejętności </a:t>
            </a:r>
            <a:br>
              <a:rPr lang="pl-PL" sz="1800" dirty="0" smtClean="0">
                <a:solidFill>
                  <a:srgbClr val="5B6472"/>
                </a:solidFill>
                <a:latin typeface="Calibri" pitchFamily="34" charset="0"/>
                <a:ea typeface="Calibri" pitchFamily="34" charset="-122"/>
                <a:cs typeface="Calibri" pitchFamily="34" charset="-120"/>
              </a:rPr>
            </a:br>
            <a:r>
              <a:rPr lang="pl-PL" sz="1800" dirty="0" smtClean="0">
                <a:solidFill>
                  <a:srgbClr val="5B6472"/>
                </a:solidFill>
                <a:latin typeface="Calibri" pitchFamily="34" charset="0"/>
                <a:ea typeface="Calibri" pitchFamily="34" charset="-122"/>
                <a:cs typeface="Calibri" pitchFamily="34" charset="-120"/>
              </a:rPr>
              <a:t>w bezpiecznym środowisku</a:t>
            </a:r>
            <a:endParaRPr lang="pl-PL" sz="1800" dirty="0"/>
          </a:p>
        </p:txBody>
      </p:sp>
      <p:sp>
        <p:nvSpPr>
          <p:cNvPr id="40" name="Shape 38"/>
          <p:cNvSpPr/>
          <p:nvPr/>
        </p:nvSpPr>
        <p:spPr>
          <a:xfrm>
            <a:off x="609600" y="6035040"/>
            <a:ext cx="10972800" cy="548640"/>
          </a:xfrm>
          <a:prstGeom prst="roundRect">
            <a:avLst>
              <a:gd name="adj" fmla="val 13333"/>
            </a:avLst>
          </a:prstGeom>
          <a:solidFill>
            <a:srgbClr val="DFF3EC"/>
          </a:solidFill>
          <a:ln w="12700">
            <a:solidFill>
              <a:srgbClr val="DFF3EC"/>
            </a:solidFill>
            <a:prstDash val="solid"/>
          </a:ln>
        </p:spPr>
      </p:sp>
      <p:sp>
        <p:nvSpPr>
          <p:cNvPr id="41" name="Text 39"/>
          <p:cNvSpPr/>
          <p:nvPr/>
        </p:nvSpPr>
        <p:spPr>
          <a:xfrm>
            <a:off x="914400" y="6108192"/>
            <a:ext cx="10363200" cy="4023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dirty="0">
                <a:solidFill>
                  <a:srgbClr val="1E9E78"/>
                </a:solidFill>
                <a:latin typeface="Calibri"/>
                <a:ea typeface="Calibri"/>
                <a:cs typeface="Calibri"/>
              </a:rPr>
              <a:t>Każde z tych zastosowań wspomaga pracę kliniczną, ale żadne jej nie zastępuje</a:t>
            </a:r>
            <a:endParaRPr lang="pl-PL" dirty="0">
              <a:latin typeface="Calibri"/>
              <a:ea typeface="Calibri"/>
              <a:cs typeface="Calibri"/>
            </a:endParaRPr>
          </a:p>
        </p:txBody>
      </p:sp>
      <p:sp>
        <p:nvSpPr>
          <p:cNvPr id="42" name="Text 40"/>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60  ·  Sekcja VI</a:t>
            </a:r>
            <a:endParaRPr lang="en-US" sz="1067"/>
          </a:p>
        </p:txBody>
      </p:sp>
    </p:spTree>
    <p:extLst>
      <p:ext uri="{BB962C8B-B14F-4D97-AF65-F5344CB8AC3E}">
        <p14:creationId xmlns:p14="http://schemas.microsoft.com/office/powerpoint/2010/main" val="29489258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AI W E-TERAPII: </a:t>
            </a:r>
            <a:r>
              <a:rPr lang="en-US" sz="2800" b="1" u="sng">
                <a:solidFill>
                  <a:srgbClr val="FFFFFF"/>
                </a:solidFill>
                <a:latin typeface="Cambria"/>
                <a:ea typeface="Cambria"/>
                <a:cs typeface="Cambria" pitchFamily="34" charset="-120"/>
              </a:rPr>
              <a:t>RYZYKA</a:t>
            </a:r>
            <a:endParaRPr lang="en-US" sz="2800" u="sng">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Konieczna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przeciwwaga</a:t>
            </a:r>
            <a:r>
              <a:rPr lang="en-US" sz="1600" i="1">
                <a:solidFill>
                  <a:srgbClr val="B7C6E6"/>
                </a:solidFill>
                <a:latin typeface="Calibri"/>
                <a:ea typeface="Calibri"/>
                <a:cs typeface="Calibri"/>
              </a:rPr>
              <a:t> do </a:t>
            </a:r>
            <a:r>
              <a:rPr lang="en-US" sz="1600" i="1" err="1">
                <a:solidFill>
                  <a:srgbClr val="B7C6E6"/>
                </a:solidFill>
                <a:latin typeface="Calibri"/>
                <a:ea typeface="Calibri"/>
                <a:cs typeface="Calibri"/>
              </a:rPr>
              <a:t>poprzedniego</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slajdu</a:t>
            </a:r>
            <a:endParaRPr lang="en-US" sz="1600" err="1">
              <a:latin typeface="Calibri"/>
              <a:ea typeface="Calibri"/>
              <a:cs typeface="Calibri"/>
            </a:endParaRPr>
          </a:p>
        </p:txBody>
      </p:sp>
      <p:sp>
        <p:nvSpPr>
          <p:cNvPr id="5" name="Shape 3"/>
          <p:cNvSpPr/>
          <p:nvPr/>
        </p:nvSpPr>
        <p:spPr>
          <a:xfrm>
            <a:off x="609600" y="1645920"/>
            <a:ext cx="2560320" cy="1634988"/>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6" name="Shape 4"/>
          <p:cNvSpPr/>
          <p:nvPr/>
        </p:nvSpPr>
        <p:spPr>
          <a:xfrm>
            <a:off x="517531" y="1595892"/>
            <a:ext cx="365760" cy="365760"/>
          </a:xfrm>
          <a:prstGeom prst="ellipse">
            <a:avLst/>
          </a:prstGeom>
          <a:solidFill>
            <a:srgbClr val="C0392B"/>
          </a:solidFill>
          <a:ln w="12700">
            <a:solidFill>
              <a:srgbClr val="C0392B"/>
            </a:solidFill>
            <a:prstDash val="solid"/>
          </a:ln>
        </p:spPr>
      </p:sp>
      <p:sp>
        <p:nvSpPr>
          <p:cNvPr id="7" name="Text 5"/>
          <p:cNvSpPr/>
          <p:nvPr/>
        </p:nvSpPr>
        <p:spPr>
          <a:xfrm>
            <a:off x="517531" y="1595892"/>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rPr>
              <a:t>1</a:t>
            </a:r>
            <a:endParaRPr lang="en-US" sz="2000"/>
          </a:p>
        </p:txBody>
      </p:sp>
      <p:sp>
        <p:nvSpPr>
          <p:cNvPr id="8" name="Text 6"/>
          <p:cNvSpPr/>
          <p:nvPr/>
        </p:nvSpPr>
        <p:spPr>
          <a:xfrm>
            <a:off x="975360" y="1736309"/>
            <a:ext cx="2046619" cy="46192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Halucynacje</a:t>
            </a:r>
            <a:endParaRPr lang="en-US" sz="2000"/>
          </a:p>
        </p:txBody>
      </p:sp>
      <p:sp>
        <p:nvSpPr>
          <p:cNvPr id="9" name="Text 7"/>
          <p:cNvSpPr/>
          <p:nvPr/>
        </p:nvSpPr>
        <p:spPr>
          <a:xfrm>
            <a:off x="877005" y="2442075"/>
            <a:ext cx="224332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dirty="0" smtClean="0">
                <a:solidFill>
                  <a:srgbClr val="5B6472"/>
                </a:solidFill>
                <a:latin typeface="Calibri" pitchFamily="34" charset="0"/>
                <a:ea typeface="Calibri" pitchFamily="34" charset="-122"/>
                <a:cs typeface="Calibri" pitchFamily="34" charset="-120"/>
              </a:rPr>
              <a:t>fałszywe, przekonująco brzmiące informacje</a:t>
            </a:r>
            <a:endParaRPr lang="pl-PL" sz="1600" dirty="0"/>
          </a:p>
        </p:txBody>
      </p:sp>
      <p:sp>
        <p:nvSpPr>
          <p:cNvPr id="10" name="Shape 8"/>
          <p:cNvSpPr/>
          <p:nvPr/>
        </p:nvSpPr>
        <p:spPr>
          <a:xfrm>
            <a:off x="3377184" y="1645920"/>
            <a:ext cx="2560320" cy="1634988"/>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1" name="Shape 9"/>
          <p:cNvSpPr/>
          <p:nvPr/>
        </p:nvSpPr>
        <p:spPr>
          <a:xfrm>
            <a:off x="3285115" y="1595892"/>
            <a:ext cx="365760" cy="365760"/>
          </a:xfrm>
          <a:prstGeom prst="ellipse">
            <a:avLst/>
          </a:prstGeom>
          <a:solidFill>
            <a:srgbClr val="C0392B"/>
          </a:solidFill>
          <a:ln w="12700">
            <a:solidFill>
              <a:srgbClr val="C0392B"/>
            </a:solidFill>
            <a:prstDash val="solid"/>
          </a:ln>
        </p:spPr>
      </p:sp>
      <p:sp>
        <p:nvSpPr>
          <p:cNvPr id="12" name="Text 10"/>
          <p:cNvSpPr/>
          <p:nvPr/>
        </p:nvSpPr>
        <p:spPr>
          <a:xfrm>
            <a:off x="3285115" y="1595892"/>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rPr>
              <a:t>2</a:t>
            </a:r>
            <a:endParaRPr lang="en-US" sz="2000"/>
          </a:p>
        </p:txBody>
      </p:sp>
      <p:sp>
        <p:nvSpPr>
          <p:cNvPr id="13" name="Text 11"/>
          <p:cNvSpPr/>
          <p:nvPr/>
        </p:nvSpPr>
        <p:spPr>
          <a:xfrm>
            <a:off x="3845947" y="1788859"/>
            <a:ext cx="2001673" cy="46192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Fałszywa empatia</a:t>
            </a:r>
            <a:endParaRPr lang="pl-PL" sz="2000" dirty="0">
              <a:latin typeface="Cambria"/>
              <a:ea typeface="Cambria"/>
              <a:cs typeface="Calibri"/>
            </a:endParaRPr>
          </a:p>
        </p:txBody>
      </p:sp>
      <p:sp>
        <p:nvSpPr>
          <p:cNvPr id="14" name="Text 12"/>
          <p:cNvSpPr/>
          <p:nvPr/>
        </p:nvSpPr>
        <p:spPr>
          <a:xfrm>
            <a:off x="3543648" y="2520162"/>
            <a:ext cx="2227391" cy="67781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600" dirty="0" smtClean="0">
                <a:solidFill>
                  <a:srgbClr val="5B6472"/>
                </a:solidFill>
                <a:latin typeface="Calibri"/>
                <a:ea typeface="Calibri"/>
                <a:cs typeface="Calibri"/>
              </a:rPr>
              <a:t>językowa imitacja</a:t>
            </a:r>
            <a:r>
              <a:rPr lang="pl-PL" sz="1600" dirty="0">
                <a:solidFill>
                  <a:srgbClr val="5B6472"/>
                </a:solidFill>
                <a:latin typeface="Calibri"/>
                <a:ea typeface="Calibri"/>
                <a:cs typeface="Calibri"/>
              </a:rPr>
              <a:t> </a:t>
            </a:r>
            <a:r>
              <a:rPr lang="pl-PL" sz="1600" dirty="0" smtClean="0">
                <a:solidFill>
                  <a:srgbClr val="5B6472"/>
                </a:solidFill>
                <a:latin typeface="Calibri"/>
                <a:ea typeface="Calibri"/>
                <a:cs typeface="Calibri"/>
              </a:rPr>
              <a:t>rozumienia bez realnego rozumienia</a:t>
            </a:r>
            <a:endParaRPr lang="pl-PL" sz="1600" dirty="0">
              <a:latin typeface="Calibri"/>
              <a:ea typeface="Calibri"/>
              <a:cs typeface="Calibri"/>
            </a:endParaRPr>
          </a:p>
        </p:txBody>
      </p:sp>
      <p:sp>
        <p:nvSpPr>
          <p:cNvPr id="15" name="Shape 13"/>
          <p:cNvSpPr/>
          <p:nvPr/>
        </p:nvSpPr>
        <p:spPr>
          <a:xfrm>
            <a:off x="6132576" y="1645920"/>
            <a:ext cx="2560320" cy="1634988"/>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16" name="Shape 14"/>
          <p:cNvSpPr/>
          <p:nvPr/>
        </p:nvSpPr>
        <p:spPr>
          <a:xfrm>
            <a:off x="6040507" y="1595892"/>
            <a:ext cx="365760" cy="365760"/>
          </a:xfrm>
          <a:prstGeom prst="ellipse">
            <a:avLst/>
          </a:prstGeom>
          <a:solidFill>
            <a:srgbClr val="C0392B"/>
          </a:solidFill>
          <a:ln w="12700">
            <a:solidFill>
              <a:srgbClr val="C0392B"/>
            </a:solidFill>
            <a:prstDash val="solid"/>
          </a:ln>
        </p:spPr>
      </p:sp>
      <p:sp>
        <p:nvSpPr>
          <p:cNvPr id="17" name="Text 15"/>
          <p:cNvSpPr/>
          <p:nvPr/>
        </p:nvSpPr>
        <p:spPr>
          <a:xfrm>
            <a:off x="6040507" y="1595892"/>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rPr>
              <a:t>3</a:t>
            </a:r>
            <a:endParaRPr lang="en-US" sz="2000"/>
          </a:p>
        </p:txBody>
      </p:sp>
      <p:sp>
        <p:nvSpPr>
          <p:cNvPr id="18" name="Text 16"/>
          <p:cNvSpPr/>
          <p:nvPr/>
        </p:nvSpPr>
        <p:spPr>
          <a:xfrm>
            <a:off x="6498336" y="1736309"/>
            <a:ext cx="2046619" cy="46192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Bias</a:t>
            </a:r>
            <a:endParaRPr lang="en-US" sz="2000"/>
          </a:p>
        </p:txBody>
      </p:sp>
      <p:sp>
        <p:nvSpPr>
          <p:cNvPr id="19" name="Text 17"/>
          <p:cNvSpPr/>
          <p:nvPr/>
        </p:nvSpPr>
        <p:spPr>
          <a:xfrm>
            <a:off x="6308887" y="2389184"/>
            <a:ext cx="2234672" cy="68507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600" dirty="0" smtClean="0">
                <a:solidFill>
                  <a:srgbClr val="5B6472"/>
                </a:solidFill>
                <a:latin typeface="Calibri"/>
                <a:ea typeface="Calibri"/>
                <a:cs typeface="Calibri"/>
              </a:rPr>
              <a:t>odtwarzanie nierówności obecnych w danych treningowych</a:t>
            </a:r>
            <a:endParaRPr lang="pl-PL" sz="1600" dirty="0">
              <a:latin typeface="Calibri"/>
              <a:ea typeface="Calibri"/>
              <a:cs typeface="Calibri"/>
            </a:endParaRPr>
          </a:p>
        </p:txBody>
      </p:sp>
      <p:sp>
        <p:nvSpPr>
          <p:cNvPr id="20" name="Shape 18"/>
          <p:cNvSpPr/>
          <p:nvPr/>
        </p:nvSpPr>
        <p:spPr>
          <a:xfrm>
            <a:off x="8921931" y="1645920"/>
            <a:ext cx="2807614" cy="1634988"/>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1" name="Shape 19"/>
          <p:cNvSpPr/>
          <p:nvPr/>
        </p:nvSpPr>
        <p:spPr>
          <a:xfrm>
            <a:off x="8829862" y="1595892"/>
            <a:ext cx="365760" cy="365760"/>
          </a:xfrm>
          <a:prstGeom prst="ellipse">
            <a:avLst/>
          </a:prstGeom>
          <a:solidFill>
            <a:srgbClr val="C0392B"/>
          </a:solidFill>
          <a:ln w="12700">
            <a:solidFill>
              <a:srgbClr val="C0392B"/>
            </a:solidFill>
            <a:prstDash val="solid"/>
          </a:ln>
        </p:spPr>
      </p:sp>
      <p:sp>
        <p:nvSpPr>
          <p:cNvPr id="22" name="Text 20"/>
          <p:cNvSpPr/>
          <p:nvPr/>
        </p:nvSpPr>
        <p:spPr>
          <a:xfrm>
            <a:off x="8829862" y="1595892"/>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rPr>
              <a:t>4</a:t>
            </a:r>
            <a:endParaRPr lang="en-US" sz="2000"/>
          </a:p>
        </p:txBody>
      </p:sp>
      <p:sp>
        <p:nvSpPr>
          <p:cNvPr id="23" name="Text 21"/>
          <p:cNvSpPr/>
          <p:nvPr/>
        </p:nvSpPr>
        <p:spPr>
          <a:xfrm>
            <a:off x="9309462" y="1779496"/>
            <a:ext cx="2272938" cy="4680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2000" b="1" dirty="0" smtClean="0">
                <a:solidFill>
                  <a:srgbClr val="1B2A56"/>
                </a:solidFill>
                <a:latin typeface="Cambria"/>
                <a:ea typeface="Cambria"/>
                <a:cs typeface="Cambria" pitchFamily="34" charset="-120"/>
              </a:rPr>
              <a:t>Brak klinicznej </a:t>
            </a:r>
          </a:p>
          <a:p>
            <a:r>
              <a:rPr lang="pl-PL" sz="2000" b="1" dirty="0" smtClean="0">
                <a:solidFill>
                  <a:srgbClr val="1B2A56"/>
                </a:solidFill>
                <a:latin typeface="Cambria"/>
                <a:ea typeface="Cambria"/>
                <a:cs typeface="Cambria" pitchFamily="34" charset="-120"/>
              </a:rPr>
              <a:t>odpowiedzialności</a:t>
            </a:r>
            <a:r>
              <a:rPr lang="en-US" sz="2000" b="1" dirty="0" smtClean="0">
                <a:solidFill>
                  <a:srgbClr val="1B2A56"/>
                </a:solidFill>
                <a:latin typeface="Cambria"/>
                <a:ea typeface="Cambria"/>
                <a:cs typeface="Cambria" pitchFamily="34" charset="-120"/>
              </a:rPr>
              <a:t> </a:t>
            </a:r>
            <a:endParaRPr lang="en-US" sz="2000" b="1" dirty="0">
              <a:solidFill>
                <a:srgbClr val="1B2A56"/>
              </a:solidFill>
              <a:latin typeface="Cambria"/>
              <a:ea typeface="Cambria"/>
            </a:endParaRPr>
          </a:p>
        </p:txBody>
      </p:sp>
      <p:sp>
        <p:nvSpPr>
          <p:cNvPr id="24" name="Text 22"/>
          <p:cNvSpPr/>
          <p:nvPr/>
        </p:nvSpPr>
        <p:spPr>
          <a:xfrm>
            <a:off x="9309462" y="2396988"/>
            <a:ext cx="204171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dirty="0" smtClean="0">
                <a:solidFill>
                  <a:srgbClr val="5B6472"/>
                </a:solidFill>
                <a:latin typeface="Calibri" pitchFamily="34" charset="0"/>
                <a:ea typeface="Calibri" pitchFamily="34" charset="-122"/>
                <a:cs typeface="Calibri" pitchFamily="34" charset="-120"/>
              </a:rPr>
              <a:t>system nie odpowiada za skutki odpowiedzi</a:t>
            </a:r>
            <a:endParaRPr lang="pl-PL" sz="1600" dirty="0"/>
          </a:p>
        </p:txBody>
      </p:sp>
      <p:sp>
        <p:nvSpPr>
          <p:cNvPr id="25" name="Shape 23"/>
          <p:cNvSpPr/>
          <p:nvPr/>
        </p:nvSpPr>
        <p:spPr>
          <a:xfrm>
            <a:off x="1889760" y="3607251"/>
            <a:ext cx="2682240" cy="1634988"/>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26" name="Shape 24"/>
          <p:cNvSpPr/>
          <p:nvPr/>
        </p:nvSpPr>
        <p:spPr>
          <a:xfrm>
            <a:off x="1797691" y="3557223"/>
            <a:ext cx="365760" cy="365760"/>
          </a:xfrm>
          <a:prstGeom prst="ellipse">
            <a:avLst/>
          </a:prstGeom>
          <a:solidFill>
            <a:srgbClr val="C0392B"/>
          </a:solidFill>
          <a:ln w="12700">
            <a:solidFill>
              <a:srgbClr val="C0392B"/>
            </a:solidFill>
            <a:prstDash val="solid"/>
          </a:ln>
        </p:spPr>
      </p:sp>
      <p:sp>
        <p:nvSpPr>
          <p:cNvPr id="27" name="Text 25"/>
          <p:cNvSpPr/>
          <p:nvPr/>
        </p:nvSpPr>
        <p:spPr>
          <a:xfrm>
            <a:off x="1797691" y="3557223"/>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rPr>
              <a:t>5</a:t>
            </a:r>
            <a:endParaRPr lang="en-US" sz="2000"/>
          </a:p>
        </p:txBody>
      </p:sp>
      <p:sp>
        <p:nvSpPr>
          <p:cNvPr id="28" name="Text 26"/>
          <p:cNvSpPr/>
          <p:nvPr/>
        </p:nvSpPr>
        <p:spPr>
          <a:xfrm>
            <a:off x="2376181" y="3750190"/>
            <a:ext cx="2121027" cy="46803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pitchFamily="34" charset="0"/>
                <a:ea typeface="Cambria" pitchFamily="34" charset="-122"/>
                <a:cs typeface="Cambria" pitchFamily="34" charset="-120"/>
              </a:rPr>
              <a:t>Ujawnienie danych</a:t>
            </a:r>
            <a:endParaRPr lang="pl-PL" sz="2000" dirty="0"/>
          </a:p>
        </p:txBody>
      </p:sp>
      <p:sp>
        <p:nvSpPr>
          <p:cNvPr id="29" name="Text 27"/>
          <p:cNvSpPr/>
          <p:nvPr/>
        </p:nvSpPr>
        <p:spPr>
          <a:xfrm>
            <a:off x="2163451" y="4372926"/>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dirty="0" smtClean="0">
                <a:solidFill>
                  <a:srgbClr val="5B6472"/>
                </a:solidFill>
                <a:latin typeface="Calibri" pitchFamily="34" charset="0"/>
                <a:ea typeface="Calibri" pitchFamily="34" charset="-122"/>
                <a:cs typeface="Calibri" pitchFamily="34" charset="-120"/>
              </a:rPr>
              <a:t>przy przesyłaniu treści sesji do systemów AI</a:t>
            </a:r>
            <a:endParaRPr lang="pl-PL" sz="1600" dirty="0"/>
          </a:p>
        </p:txBody>
      </p:sp>
      <p:sp>
        <p:nvSpPr>
          <p:cNvPr id="30" name="Shape 28"/>
          <p:cNvSpPr/>
          <p:nvPr/>
        </p:nvSpPr>
        <p:spPr>
          <a:xfrm>
            <a:off x="4876800" y="3607251"/>
            <a:ext cx="2682240" cy="1634988"/>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1" name="Shape 29"/>
          <p:cNvSpPr/>
          <p:nvPr/>
        </p:nvSpPr>
        <p:spPr>
          <a:xfrm>
            <a:off x="4784731" y="3557223"/>
            <a:ext cx="365760" cy="365760"/>
          </a:xfrm>
          <a:prstGeom prst="ellipse">
            <a:avLst/>
          </a:prstGeom>
          <a:solidFill>
            <a:srgbClr val="C0392B"/>
          </a:solidFill>
          <a:ln w="12700">
            <a:solidFill>
              <a:srgbClr val="C0392B"/>
            </a:solidFill>
            <a:prstDash val="solid"/>
          </a:ln>
        </p:spPr>
      </p:sp>
      <p:sp>
        <p:nvSpPr>
          <p:cNvPr id="32" name="Text 30"/>
          <p:cNvSpPr/>
          <p:nvPr/>
        </p:nvSpPr>
        <p:spPr>
          <a:xfrm>
            <a:off x="4784731" y="3557223"/>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rPr>
              <a:t>6</a:t>
            </a:r>
            <a:endParaRPr lang="en-US" sz="2000"/>
          </a:p>
        </p:txBody>
      </p:sp>
      <p:sp>
        <p:nvSpPr>
          <p:cNvPr id="33" name="Text 31"/>
          <p:cNvSpPr/>
          <p:nvPr/>
        </p:nvSpPr>
        <p:spPr>
          <a:xfrm>
            <a:off x="5363221" y="3750190"/>
            <a:ext cx="2017983" cy="46192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Nadmierne zaufanie</a:t>
            </a:r>
            <a:endParaRPr lang="pl-PL" sz="2000" dirty="0">
              <a:latin typeface="Cambria"/>
              <a:ea typeface="Cambria"/>
              <a:cs typeface="Calibri"/>
            </a:endParaRPr>
          </a:p>
        </p:txBody>
      </p:sp>
      <p:sp>
        <p:nvSpPr>
          <p:cNvPr id="34" name="Text 32"/>
          <p:cNvSpPr/>
          <p:nvPr/>
        </p:nvSpPr>
        <p:spPr>
          <a:xfrm>
            <a:off x="5150491" y="4372926"/>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dirty="0" smtClean="0">
                <a:solidFill>
                  <a:srgbClr val="5B6472"/>
                </a:solidFill>
                <a:latin typeface="Calibri" pitchFamily="34" charset="0"/>
                <a:ea typeface="Calibri" pitchFamily="34" charset="-122"/>
                <a:cs typeface="Calibri" pitchFamily="34" charset="-120"/>
              </a:rPr>
              <a:t>użytkownika do narzędzia</a:t>
            </a:r>
            <a:endParaRPr lang="pl-PL" sz="1600" dirty="0"/>
          </a:p>
        </p:txBody>
      </p:sp>
      <p:sp>
        <p:nvSpPr>
          <p:cNvPr id="35" name="Shape 33"/>
          <p:cNvSpPr/>
          <p:nvPr/>
        </p:nvSpPr>
        <p:spPr>
          <a:xfrm>
            <a:off x="7863840" y="3607251"/>
            <a:ext cx="2682240" cy="1634988"/>
          </a:xfrm>
          <a:prstGeom prst="roundRect">
            <a:avLst>
              <a:gd name="adj" fmla="val 4375"/>
            </a:avLst>
          </a:prstGeom>
          <a:solidFill>
            <a:srgbClr val="FFFFFF"/>
          </a:solidFill>
          <a:ln w="12700">
            <a:solidFill>
              <a:srgbClr val="DCE2EC"/>
            </a:solidFill>
            <a:prstDash val="solid"/>
          </a:ln>
          <a:effectLst>
            <a:outerShdw blurRad="76200" dist="25400" dir="5400000" algn="bl" rotWithShape="0">
              <a:srgbClr val="000000">
                <a:alpha val="10000"/>
              </a:srgbClr>
            </a:outerShdw>
          </a:effectLst>
        </p:spPr>
      </p:sp>
      <p:sp>
        <p:nvSpPr>
          <p:cNvPr id="36" name="Shape 34"/>
          <p:cNvSpPr/>
          <p:nvPr/>
        </p:nvSpPr>
        <p:spPr>
          <a:xfrm>
            <a:off x="7771771" y="3557223"/>
            <a:ext cx="365760" cy="365760"/>
          </a:xfrm>
          <a:prstGeom prst="ellipse">
            <a:avLst/>
          </a:prstGeom>
          <a:solidFill>
            <a:srgbClr val="C0392B"/>
          </a:solidFill>
          <a:ln w="12700">
            <a:solidFill>
              <a:srgbClr val="C0392B"/>
            </a:solidFill>
            <a:prstDash val="solid"/>
          </a:ln>
        </p:spPr>
      </p:sp>
      <p:sp>
        <p:nvSpPr>
          <p:cNvPr id="37" name="Text 35"/>
          <p:cNvSpPr/>
          <p:nvPr/>
        </p:nvSpPr>
        <p:spPr>
          <a:xfrm>
            <a:off x="7771771" y="3557223"/>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rPr>
              <a:t>7</a:t>
            </a:r>
            <a:endParaRPr lang="en-US" sz="2000"/>
          </a:p>
        </p:txBody>
      </p:sp>
      <p:sp>
        <p:nvSpPr>
          <p:cNvPr id="38" name="Text 36"/>
          <p:cNvSpPr/>
          <p:nvPr/>
        </p:nvSpPr>
        <p:spPr>
          <a:xfrm>
            <a:off x="8229601" y="3697640"/>
            <a:ext cx="2157984" cy="46192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a:solidFill>
                  <a:srgbClr val="1B2A56"/>
                </a:solidFill>
                <a:latin typeface="Cambria" pitchFamily="34" charset="0"/>
                <a:ea typeface="Cambria" pitchFamily="34" charset="-122"/>
                <a:cs typeface="Cambria" pitchFamily="34" charset="-120"/>
              </a:rPr>
              <a:t>Brak walidacji</a:t>
            </a:r>
            <a:endParaRPr lang="en-US" sz="2000"/>
          </a:p>
        </p:txBody>
      </p:sp>
      <p:sp>
        <p:nvSpPr>
          <p:cNvPr id="39" name="Text 37"/>
          <p:cNvSpPr/>
          <p:nvPr/>
        </p:nvSpPr>
        <p:spPr>
          <a:xfrm>
            <a:off x="8137531" y="4372926"/>
            <a:ext cx="2365248"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dirty="0" smtClean="0">
                <a:solidFill>
                  <a:srgbClr val="5B6472"/>
                </a:solidFill>
                <a:latin typeface="Calibri" pitchFamily="34" charset="0"/>
                <a:ea typeface="Calibri" pitchFamily="34" charset="-122"/>
                <a:cs typeface="Calibri" pitchFamily="34" charset="-120"/>
              </a:rPr>
              <a:t>dla populacji, kontekstu kulturowego, zaburzenia</a:t>
            </a:r>
            <a:endParaRPr lang="pl-PL" sz="1600" dirty="0"/>
          </a:p>
        </p:txBody>
      </p:sp>
      <p:grpSp>
        <p:nvGrpSpPr>
          <p:cNvPr id="43" name="Grupa 42"/>
          <p:cNvGrpSpPr/>
          <p:nvPr/>
        </p:nvGrpSpPr>
        <p:grpSpPr>
          <a:xfrm>
            <a:off x="1930376" y="5689640"/>
            <a:ext cx="8586022" cy="894040"/>
            <a:chOff x="609600" y="5689640"/>
            <a:chExt cx="10972800" cy="894040"/>
          </a:xfrm>
        </p:grpSpPr>
        <p:sp>
          <p:nvSpPr>
            <p:cNvPr id="40" name="Shape 38"/>
            <p:cNvSpPr/>
            <p:nvPr/>
          </p:nvSpPr>
          <p:spPr>
            <a:xfrm>
              <a:off x="609600" y="5689640"/>
              <a:ext cx="10972800" cy="894040"/>
            </a:xfrm>
            <a:prstGeom prst="roundRect">
              <a:avLst>
                <a:gd name="adj" fmla="val 13333"/>
              </a:avLst>
            </a:prstGeom>
            <a:solidFill>
              <a:srgbClr val="FBE7E5"/>
            </a:solidFill>
            <a:ln w="12700">
              <a:solidFill>
                <a:srgbClr val="FBE7E5"/>
              </a:solidFill>
              <a:prstDash val="solid"/>
            </a:ln>
          </p:spPr>
        </p:sp>
        <p:sp>
          <p:nvSpPr>
            <p:cNvPr id="41" name="Text 39"/>
            <p:cNvSpPr/>
            <p:nvPr/>
          </p:nvSpPr>
          <p:spPr>
            <a:xfrm>
              <a:off x="718457" y="5689640"/>
              <a:ext cx="10856685" cy="8789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dirty="0" smtClean="0">
                  <a:solidFill>
                    <a:srgbClr val="C0392B"/>
                  </a:solidFill>
                  <a:latin typeface="Calibri"/>
                  <a:ea typeface="Calibri"/>
                  <a:cs typeface="Calibri"/>
                </a:rPr>
                <a:t>Każde </a:t>
              </a:r>
              <a:r>
                <a:rPr lang="pl-PL" b="1" dirty="0" smtClean="0">
                  <a:solidFill>
                    <a:srgbClr val="C0392B"/>
                  </a:solidFill>
                  <a:latin typeface="Calibri"/>
                  <a:ea typeface="Calibri"/>
                  <a:cs typeface="Calibri"/>
                </a:rPr>
                <a:t>zastosowanie</a:t>
              </a:r>
              <a:r>
                <a:rPr lang="pl-PL" dirty="0" smtClean="0">
                  <a:solidFill>
                    <a:srgbClr val="C0392B"/>
                  </a:solidFill>
                  <a:latin typeface="Calibri"/>
                  <a:ea typeface="Calibri"/>
                  <a:cs typeface="Calibri"/>
                </a:rPr>
                <a:t> niesie odpowiadające mu </a:t>
              </a:r>
              <a:r>
                <a:rPr lang="pl-PL" b="1" dirty="0" smtClean="0">
                  <a:solidFill>
                    <a:srgbClr val="C0392B"/>
                  </a:solidFill>
                  <a:latin typeface="Calibri"/>
                  <a:ea typeface="Calibri"/>
                  <a:cs typeface="Calibri"/>
                </a:rPr>
                <a:t>ryzyko</a:t>
              </a:r>
              <a:r>
                <a:rPr lang="pl-PL" dirty="0" smtClean="0">
                  <a:solidFill>
                    <a:srgbClr val="C0392B"/>
                  </a:solidFill>
                  <a:latin typeface="Calibri"/>
                  <a:ea typeface="Calibri"/>
                  <a:cs typeface="Calibri"/>
                </a:rPr>
                <a:t>. </a:t>
              </a:r>
            </a:p>
            <a:p>
              <a:pPr algn="ctr"/>
              <a:r>
                <a:rPr lang="pl-PL" dirty="0" smtClean="0">
                  <a:solidFill>
                    <a:srgbClr val="C0392B"/>
                  </a:solidFill>
                  <a:latin typeface="Calibri"/>
                  <a:ea typeface="Calibri"/>
                  <a:cs typeface="Calibri"/>
                </a:rPr>
                <a:t>O</a:t>
              </a:r>
              <a:r>
                <a:rPr lang="pl-PL" dirty="0" smtClean="0">
                  <a:solidFill>
                    <a:srgbClr val="C0392B"/>
                  </a:solidFill>
                  <a:latin typeface="Calibri"/>
                  <a:ea typeface="Calibri"/>
                  <a:cs typeface="Calibri"/>
                </a:rPr>
                <a:t>dpowiedzialna </a:t>
              </a:r>
              <a:r>
                <a:rPr lang="pl-PL" dirty="0" smtClean="0">
                  <a:solidFill>
                    <a:srgbClr val="C0392B"/>
                  </a:solidFill>
                  <a:latin typeface="Calibri"/>
                  <a:ea typeface="Calibri"/>
                  <a:cs typeface="Calibri"/>
                </a:rPr>
                <a:t>praktyka wymaga znajomości obu stron</a:t>
              </a:r>
              <a:endParaRPr lang="pl-PL" dirty="0">
                <a:solidFill>
                  <a:srgbClr val="C0392B"/>
                </a:solidFill>
                <a:latin typeface="Calibri"/>
                <a:ea typeface="Calibri"/>
                <a:cs typeface="Calibri"/>
              </a:endParaRPr>
            </a:p>
          </p:txBody>
        </p:sp>
      </p:grpSp>
      <p:sp>
        <p:nvSpPr>
          <p:cNvPr id="42" name="Text 40"/>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61  ·  Sekcja VI</a:t>
            </a:r>
            <a:endParaRPr lang="en-US" sz="1067"/>
          </a:p>
        </p:txBody>
      </p:sp>
    </p:spTree>
    <p:extLst>
      <p:ext uri="{BB962C8B-B14F-4D97-AF65-F5344CB8AC3E}">
        <p14:creationId xmlns:p14="http://schemas.microsoft.com/office/powerpoint/2010/main" val="32822472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CZŁOWIEK W PĘTLI DECYZYJNEJ</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i="1" dirty="0" smtClean="0">
                <a:solidFill>
                  <a:srgbClr val="B7C6E6"/>
                </a:solidFill>
                <a:latin typeface="Calibri"/>
                <a:ea typeface="Calibri"/>
                <a:cs typeface="Calibri"/>
              </a:rPr>
              <a:t>Zasada nadrzędna porządkująca relację AI–klinicysta</a:t>
            </a:r>
            <a:endParaRPr lang="pl-PL" sz="1600" dirty="0">
              <a:latin typeface="Calibri"/>
              <a:ea typeface="Calibri"/>
              <a:cs typeface="Calibri"/>
            </a:endParaRPr>
          </a:p>
        </p:txBody>
      </p:sp>
      <p:sp>
        <p:nvSpPr>
          <p:cNvPr id="5" name="Shape 3"/>
          <p:cNvSpPr/>
          <p:nvPr/>
        </p:nvSpPr>
        <p:spPr>
          <a:xfrm>
            <a:off x="731520" y="2072640"/>
            <a:ext cx="3657600" cy="1402080"/>
          </a:xfrm>
          <a:prstGeom prst="roundRect">
            <a:avLst>
              <a:gd name="adj" fmla="val 8696"/>
            </a:avLst>
          </a:prstGeom>
          <a:solidFill>
            <a:srgbClr val="3D63B3"/>
          </a:solidFill>
          <a:ln w="12700">
            <a:solidFill>
              <a:srgbClr val="3D63B3"/>
            </a:solidFill>
            <a:prstDash val="solid"/>
          </a:ln>
        </p:spPr>
      </p:sp>
      <p:sp>
        <p:nvSpPr>
          <p:cNvPr id="6" name="Text 4"/>
          <p:cNvSpPr/>
          <p:nvPr/>
        </p:nvSpPr>
        <p:spPr>
          <a:xfrm>
            <a:off x="731520" y="2170176"/>
            <a:ext cx="365760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600" b="1">
                <a:solidFill>
                  <a:srgbClr val="FFFFFF"/>
                </a:solidFill>
                <a:latin typeface="Cambria" pitchFamily="34" charset="0"/>
                <a:ea typeface="Cambria" pitchFamily="34" charset="-122"/>
                <a:cs typeface="Cambria" pitchFamily="34" charset="-120"/>
              </a:rPr>
              <a:t>AI</a:t>
            </a:r>
            <a:endParaRPr lang="en-US" sz="3600"/>
          </a:p>
        </p:txBody>
      </p:sp>
      <p:sp>
        <p:nvSpPr>
          <p:cNvPr id="7" name="Text 5"/>
          <p:cNvSpPr/>
          <p:nvPr/>
        </p:nvSpPr>
        <p:spPr>
          <a:xfrm>
            <a:off x="914400" y="2682240"/>
            <a:ext cx="329184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ts val="2400"/>
              </a:lnSpc>
            </a:pPr>
            <a:r>
              <a:rPr lang="pl-PL" i="1" dirty="0" smtClean="0">
                <a:solidFill>
                  <a:srgbClr val="DCE4F5"/>
                </a:solidFill>
                <a:latin typeface="Calibri"/>
                <a:ea typeface="Calibri"/>
                <a:cs typeface="Calibri"/>
              </a:rPr>
              <a:t>wsparcie analityczne </a:t>
            </a:r>
            <a:r>
              <a:rPr lang="pl-PL" dirty="0" smtClean="0"/>
              <a:t/>
            </a:r>
            <a:br>
              <a:rPr lang="pl-PL" dirty="0" smtClean="0"/>
            </a:br>
            <a:r>
              <a:rPr lang="pl-PL" i="1" dirty="0" smtClean="0">
                <a:solidFill>
                  <a:srgbClr val="DCE4F5"/>
                </a:solidFill>
                <a:latin typeface="Calibri"/>
                <a:ea typeface="Calibri"/>
                <a:cs typeface="Calibri"/>
              </a:rPr>
              <a:t>i organizacyjne</a:t>
            </a:r>
            <a:endParaRPr lang="pl-PL" dirty="0">
              <a:latin typeface="Calibri"/>
              <a:ea typeface="Calibri"/>
              <a:cs typeface="Calibri"/>
            </a:endParaRPr>
          </a:p>
        </p:txBody>
      </p:sp>
      <p:sp>
        <p:nvSpPr>
          <p:cNvPr id="8" name="Shape 6"/>
          <p:cNvSpPr/>
          <p:nvPr/>
        </p:nvSpPr>
        <p:spPr>
          <a:xfrm>
            <a:off x="7802880" y="2072640"/>
            <a:ext cx="3657600" cy="1402080"/>
          </a:xfrm>
          <a:prstGeom prst="roundRect">
            <a:avLst>
              <a:gd name="adj" fmla="val 8696"/>
            </a:avLst>
          </a:prstGeom>
          <a:solidFill>
            <a:srgbClr val="1B2A56"/>
          </a:solidFill>
          <a:ln w="12700">
            <a:solidFill>
              <a:srgbClr val="1B2A56"/>
            </a:solidFill>
            <a:prstDash val="solid"/>
          </a:ln>
        </p:spPr>
      </p:sp>
      <p:sp>
        <p:nvSpPr>
          <p:cNvPr id="9" name="Text 7"/>
          <p:cNvSpPr/>
          <p:nvPr/>
        </p:nvSpPr>
        <p:spPr>
          <a:xfrm>
            <a:off x="7802880" y="2170176"/>
            <a:ext cx="365760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600" b="1">
                <a:solidFill>
                  <a:srgbClr val="FFFFFF"/>
                </a:solidFill>
                <a:latin typeface="Cambria" pitchFamily="34" charset="0"/>
                <a:ea typeface="Cambria" pitchFamily="34" charset="-122"/>
                <a:cs typeface="Cambria" pitchFamily="34" charset="-120"/>
              </a:rPr>
              <a:t>CZŁOWIEK</a:t>
            </a:r>
            <a:endParaRPr lang="en-US" sz="3600"/>
          </a:p>
        </p:txBody>
      </p:sp>
      <p:sp>
        <p:nvSpPr>
          <p:cNvPr id="10" name="Text 8"/>
          <p:cNvSpPr/>
          <p:nvPr/>
        </p:nvSpPr>
        <p:spPr>
          <a:xfrm>
            <a:off x="7985760" y="2682240"/>
            <a:ext cx="329184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ts val="2400"/>
              </a:lnSpc>
            </a:pPr>
            <a:r>
              <a:rPr lang="pl-PL" i="1" dirty="0" smtClean="0">
                <a:solidFill>
                  <a:srgbClr val="C7D4F0"/>
                </a:solidFill>
                <a:latin typeface="Calibri"/>
                <a:ea typeface="Calibri"/>
                <a:cs typeface="Calibri"/>
              </a:rPr>
              <a:t>decyzja kliniczna </a:t>
            </a:r>
            <a:r>
              <a:rPr lang="pl-PL" dirty="0" smtClean="0"/>
              <a:t/>
            </a:r>
            <a:br>
              <a:rPr lang="pl-PL" dirty="0" smtClean="0"/>
            </a:br>
            <a:r>
              <a:rPr lang="pl-PL" i="1" dirty="0" smtClean="0">
                <a:solidFill>
                  <a:srgbClr val="C7D4F0"/>
                </a:solidFill>
                <a:latin typeface="Calibri"/>
                <a:ea typeface="Calibri"/>
                <a:cs typeface="Calibri"/>
              </a:rPr>
              <a:t>i odpowiedzialność</a:t>
            </a:r>
            <a:endParaRPr lang="pl-PL" dirty="0">
              <a:latin typeface="Calibri"/>
              <a:ea typeface="Calibri"/>
              <a:cs typeface="Calibri"/>
            </a:endParaRPr>
          </a:p>
        </p:txBody>
      </p:sp>
      <p:sp>
        <p:nvSpPr>
          <p:cNvPr id="11" name="Shape 9"/>
          <p:cNvSpPr/>
          <p:nvPr/>
        </p:nvSpPr>
        <p:spPr>
          <a:xfrm>
            <a:off x="4389120" y="2499360"/>
            <a:ext cx="3413760" cy="12192"/>
          </a:xfrm>
          <a:prstGeom prst="line">
            <a:avLst/>
          </a:prstGeom>
          <a:noFill/>
          <a:ln w="57150">
            <a:solidFill>
              <a:srgbClr val="2C4373"/>
            </a:solidFill>
            <a:prstDash val="solid"/>
            <a:tailEnd type="triangle"/>
          </a:ln>
        </p:spPr>
      </p:sp>
      <p:sp>
        <p:nvSpPr>
          <p:cNvPr id="13" name="Text 11"/>
          <p:cNvSpPr/>
          <p:nvPr/>
        </p:nvSpPr>
        <p:spPr>
          <a:xfrm>
            <a:off x="4389120" y="2052610"/>
            <a:ext cx="3413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i="1" u="sng" err="1">
                <a:solidFill>
                  <a:srgbClr val="5B6472"/>
                </a:solidFill>
                <a:latin typeface="Calibri"/>
                <a:ea typeface="Calibri"/>
                <a:cs typeface="Calibri"/>
              </a:rPr>
              <a:t>informacja</a:t>
            </a:r>
            <a:r>
              <a:rPr lang="en-US" sz="2000" i="1">
                <a:solidFill>
                  <a:srgbClr val="5B6472"/>
                </a:solidFill>
                <a:latin typeface="Calibri"/>
                <a:ea typeface="Calibri"/>
                <a:cs typeface="Calibri"/>
              </a:rPr>
              <a:t>, </a:t>
            </a:r>
            <a:r>
              <a:rPr lang="en-US" sz="2000" i="1" u="sng" err="1">
                <a:solidFill>
                  <a:srgbClr val="5B6472"/>
                </a:solidFill>
                <a:latin typeface="Calibri"/>
                <a:ea typeface="Calibri"/>
                <a:cs typeface="Calibri"/>
              </a:rPr>
              <a:t>analiza</a:t>
            </a:r>
            <a:endParaRPr lang="en-US" sz="2000" err="1">
              <a:latin typeface="Calibri"/>
              <a:ea typeface="Calibri"/>
              <a:cs typeface="Calibri"/>
            </a:endParaRPr>
          </a:p>
        </p:txBody>
      </p:sp>
      <p:sp>
        <p:nvSpPr>
          <p:cNvPr id="14" name="Text 12"/>
          <p:cNvSpPr/>
          <p:nvPr/>
        </p:nvSpPr>
        <p:spPr>
          <a:xfrm>
            <a:off x="4323806" y="2976880"/>
            <a:ext cx="3413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i="1" u="sng" err="1">
                <a:solidFill>
                  <a:srgbClr val="5B6472"/>
                </a:solidFill>
                <a:latin typeface="Calibri"/>
                <a:ea typeface="Calibri"/>
                <a:cs typeface="Calibri"/>
              </a:rPr>
              <a:t>nadzór</a:t>
            </a:r>
            <a:r>
              <a:rPr lang="en-US" sz="2000" i="1">
                <a:solidFill>
                  <a:srgbClr val="5B6472"/>
                </a:solidFill>
                <a:latin typeface="Calibri"/>
                <a:ea typeface="Calibri"/>
                <a:cs typeface="Calibri"/>
              </a:rPr>
              <a:t>, </a:t>
            </a:r>
            <a:r>
              <a:rPr lang="en-US" sz="2000" i="1" u="sng" err="1">
                <a:solidFill>
                  <a:srgbClr val="5B6472"/>
                </a:solidFill>
                <a:latin typeface="Calibri"/>
                <a:ea typeface="Calibri"/>
                <a:cs typeface="Calibri"/>
              </a:rPr>
              <a:t>korekta</a:t>
            </a:r>
            <a:r>
              <a:rPr lang="en-US" sz="2000" i="1">
                <a:solidFill>
                  <a:srgbClr val="5B6472"/>
                </a:solidFill>
                <a:latin typeface="Calibri"/>
                <a:ea typeface="Calibri"/>
                <a:cs typeface="Calibri"/>
              </a:rPr>
              <a:t>, </a:t>
            </a:r>
            <a:r>
              <a:rPr lang="en-US" sz="2000" i="1" u="sng" err="1">
                <a:solidFill>
                  <a:srgbClr val="5B6472"/>
                </a:solidFill>
                <a:latin typeface="Calibri"/>
                <a:ea typeface="Calibri"/>
                <a:cs typeface="Calibri"/>
              </a:rPr>
              <a:t>decyzja</a:t>
            </a:r>
            <a:endParaRPr lang="en-US" sz="2000" u="sng" err="1">
              <a:latin typeface="Calibri"/>
              <a:ea typeface="Calibri"/>
              <a:cs typeface="Calibri"/>
            </a:endParaRPr>
          </a:p>
        </p:txBody>
      </p:sp>
      <p:sp>
        <p:nvSpPr>
          <p:cNvPr id="15" name="Shape 13"/>
          <p:cNvSpPr/>
          <p:nvPr/>
        </p:nvSpPr>
        <p:spPr>
          <a:xfrm>
            <a:off x="4223658" y="3718560"/>
            <a:ext cx="3766456" cy="487680"/>
          </a:xfrm>
          <a:prstGeom prst="roundRect">
            <a:avLst>
              <a:gd name="adj" fmla="val 50000"/>
            </a:avLst>
          </a:prstGeom>
          <a:solidFill>
            <a:srgbClr val="C97D32"/>
          </a:solidFill>
          <a:ln w="12700">
            <a:solidFill>
              <a:srgbClr val="C97D32"/>
            </a:solidFill>
            <a:prstDash val="solid"/>
          </a:ln>
        </p:spPr>
      </p:sp>
      <p:sp>
        <p:nvSpPr>
          <p:cNvPr id="16" name="Text 14"/>
          <p:cNvSpPr/>
          <p:nvPr/>
        </p:nvSpPr>
        <p:spPr>
          <a:xfrm>
            <a:off x="4383315" y="3718560"/>
            <a:ext cx="342537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800" b="1">
                <a:solidFill>
                  <a:srgbClr val="FFFFFF"/>
                </a:solidFill>
                <a:latin typeface="Calibri" pitchFamily="34" charset="0"/>
                <a:ea typeface="Calibri" pitchFamily="34" charset="-122"/>
                <a:cs typeface="Calibri" pitchFamily="34" charset="-120"/>
              </a:rPr>
              <a:t>HUMAN IN THE LOOP</a:t>
            </a:r>
            <a:endParaRPr lang="en-US" sz="2800"/>
          </a:p>
        </p:txBody>
      </p:sp>
      <p:sp>
        <p:nvSpPr>
          <p:cNvPr id="17" name="Shape 15"/>
          <p:cNvSpPr/>
          <p:nvPr/>
        </p:nvSpPr>
        <p:spPr>
          <a:xfrm>
            <a:off x="609600" y="4511040"/>
            <a:ext cx="5364480" cy="1584960"/>
          </a:xfrm>
          <a:prstGeom prst="roundRect">
            <a:avLst>
              <a:gd name="adj" fmla="val 5385"/>
            </a:avLst>
          </a:prstGeom>
          <a:solidFill>
            <a:srgbClr val="DFF3EC"/>
          </a:solidFill>
          <a:ln w="12700">
            <a:solidFill>
              <a:srgbClr val="DCE2EC"/>
            </a:solidFill>
            <a:prstDash val="solid"/>
          </a:ln>
        </p:spPr>
      </p:sp>
      <p:sp>
        <p:nvSpPr>
          <p:cNvPr id="18" name="Text 16"/>
          <p:cNvSpPr/>
          <p:nvPr/>
        </p:nvSpPr>
        <p:spPr>
          <a:xfrm>
            <a:off x="853440" y="4632960"/>
            <a:ext cx="48768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1E9E78"/>
                </a:solidFill>
                <a:latin typeface="Calibri" pitchFamily="34" charset="0"/>
                <a:ea typeface="Calibri" pitchFamily="34" charset="-122"/>
                <a:cs typeface="Calibri" pitchFamily="34" charset="-120"/>
              </a:rPr>
              <a:t>AI może wspierać</a:t>
            </a:r>
            <a:endParaRPr lang="en-US" sz="2800"/>
          </a:p>
        </p:txBody>
      </p:sp>
      <p:sp>
        <p:nvSpPr>
          <p:cNvPr id="19" name="Text 17"/>
          <p:cNvSpPr/>
          <p:nvPr/>
        </p:nvSpPr>
        <p:spPr>
          <a:xfrm>
            <a:off x="853440" y="5035296"/>
            <a:ext cx="4876800"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a:solidFill>
                  <a:srgbClr val="1B2A56"/>
                </a:solidFill>
                <a:latin typeface="Calibri" pitchFamily="34" charset="0"/>
                <a:ea typeface="Calibri" pitchFamily="34" charset="-122"/>
                <a:cs typeface="Calibri" pitchFamily="34" charset="-120"/>
              </a:rPr>
              <a:t>ocenę wstępną · organizację pracy · generowanie materiałów</a:t>
            </a:r>
            <a:endParaRPr lang="en-US"/>
          </a:p>
        </p:txBody>
      </p:sp>
      <p:sp>
        <p:nvSpPr>
          <p:cNvPr id="20" name="Shape 18"/>
          <p:cNvSpPr/>
          <p:nvPr/>
        </p:nvSpPr>
        <p:spPr>
          <a:xfrm>
            <a:off x="6217920" y="4511040"/>
            <a:ext cx="5364480" cy="1584960"/>
          </a:xfrm>
          <a:prstGeom prst="roundRect">
            <a:avLst>
              <a:gd name="adj" fmla="val 5385"/>
            </a:avLst>
          </a:prstGeom>
          <a:solidFill>
            <a:srgbClr val="FBE7E5"/>
          </a:solidFill>
          <a:ln w="12700">
            <a:solidFill>
              <a:srgbClr val="DCE2EC"/>
            </a:solidFill>
            <a:prstDash val="solid"/>
          </a:ln>
        </p:spPr>
      </p:sp>
      <p:sp>
        <p:nvSpPr>
          <p:cNvPr id="21" name="Text 19"/>
          <p:cNvSpPr/>
          <p:nvPr/>
        </p:nvSpPr>
        <p:spPr>
          <a:xfrm>
            <a:off x="6461760" y="4632960"/>
            <a:ext cx="48768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C0392B"/>
                </a:solidFill>
                <a:latin typeface="Calibri" pitchFamily="34" charset="0"/>
                <a:ea typeface="Calibri" pitchFamily="34" charset="-122"/>
                <a:cs typeface="Calibri" pitchFamily="34" charset="-120"/>
              </a:rPr>
              <a:t>AI nie powinna przejmować</a:t>
            </a:r>
            <a:endParaRPr lang="en-US" sz="2800"/>
          </a:p>
        </p:txBody>
      </p:sp>
      <p:sp>
        <p:nvSpPr>
          <p:cNvPr id="22" name="Text 20"/>
          <p:cNvSpPr/>
          <p:nvPr/>
        </p:nvSpPr>
        <p:spPr>
          <a:xfrm>
            <a:off x="6461760" y="5035296"/>
            <a:ext cx="4876800" cy="9509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a:solidFill>
                  <a:srgbClr val="1B2A56"/>
                </a:solidFill>
                <a:latin typeface="Calibri" pitchFamily="34" charset="0"/>
                <a:ea typeface="Calibri" pitchFamily="34" charset="-122"/>
                <a:cs typeface="Calibri" pitchFamily="34" charset="-120"/>
              </a:rPr>
              <a:t>decyzji klinicznych · interpretacji kontekstu klienta · reakcji kryzysowej</a:t>
            </a:r>
            <a:endParaRPr lang="en-US"/>
          </a:p>
        </p:txBody>
      </p:sp>
      <p:sp>
        <p:nvSpPr>
          <p:cNvPr id="23" name="Text 21"/>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62  ·  Sekcja VI</a:t>
            </a:r>
            <a:endParaRPr lang="en-US" sz="1067"/>
          </a:p>
        </p:txBody>
      </p:sp>
      <p:cxnSp>
        <p:nvCxnSpPr>
          <p:cNvPr id="24" name="Łącznik prosty ze strzałką 23">
            <a:extLst>
              <a:ext uri="{FF2B5EF4-FFF2-40B4-BE49-F238E27FC236}">
                <a16:creationId xmlns:a16="http://schemas.microsoft.com/office/drawing/2014/main" id="{0283D57C-8BEB-DFCD-4AA1-6589391F12F1}"/>
              </a:ext>
            </a:extLst>
          </p:cNvPr>
          <p:cNvCxnSpPr/>
          <p:nvPr/>
        </p:nvCxnSpPr>
        <p:spPr>
          <a:xfrm flipH="1">
            <a:off x="4429124" y="2809875"/>
            <a:ext cx="3298031" cy="23812"/>
          </a:xfrm>
          <a:prstGeom prst="straightConnector1">
            <a:avLst/>
          </a:prstGeom>
          <a:ln w="57150">
            <a:solidFill>
              <a:srgbClr val="3B1C08"/>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42330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PROJEKT KOŃCOWY: WŁASNY MODEL E-TERAPII</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B7C6E6"/>
                </a:solidFill>
                <a:latin typeface="Calibri"/>
                <a:ea typeface="Calibri"/>
                <a:cs typeface="Calibri"/>
              </a:rPr>
              <a:t>Synteza</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całego</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materiału</a:t>
            </a:r>
            <a:r>
              <a:rPr lang="en-US" sz="1600" i="1">
                <a:solidFill>
                  <a:srgbClr val="B7C6E6"/>
                </a:solidFill>
                <a:latin typeface="Calibri"/>
                <a:ea typeface="Calibri"/>
                <a:cs typeface="Calibri"/>
              </a:rPr>
              <a:t> </a:t>
            </a:r>
            <a:r>
              <a:rPr lang="en-US" sz="1600" i="1" err="1">
                <a:solidFill>
                  <a:srgbClr val="B7C6E6"/>
                </a:solidFill>
                <a:latin typeface="Calibri"/>
                <a:ea typeface="Calibri"/>
                <a:cs typeface="Calibri"/>
              </a:rPr>
              <a:t>wykładu</a:t>
            </a:r>
            <a:endParaRPr lang="en-US" sz="1600" err="1">
              <a:latin typeface="Calibri"/>
              <a:ea typeface="Calibri"/>
              <a:cs typeface="Calibri"/>
            </a:endParaRPr>
          </a:p>
        </p:txBody>
      </p:sp>
      <p:sp>
        <p:nvSpPr>
          <p:cNvPr id="5" name="Shape 3"/>
          <p:cNvSpPr/>
          <p:nvPr/>
        </p:nvSpPr>
        <p:spPr>
          <a:xfrm>
            <a:off x="609600" y="1548384"/>
            <a:ext cx="2377440" cy="414528"/>
          </a:xfrm>
          <a:prstGeom prst="roundRect">
            <a:avLst>
              <a:gd name="adj" fmla="val 50000"/>
            </a:avLst>
          </a:prstGeom>
          <a:solidFill>
            <a:srgbClr val="C97D32"/>
          </a:solidFill>
          <a:ln w="12700">
            <a:solidFill>
              <a:srgbClr val="C97D32"/>
            </a:solidFill>
            <a:prstDash val="solid"/>
          </a:ln>
        </p:spPr>
      </p:sp>
      <p:sp>
        <p:nvSpPr>
          <p:cNvPr id="6" name="Text 4"/>
          <p:cNvSpPr/>
          <p:nvPr/>
        </p:nvSpPr>
        <p:spPr>
          <a:xfrm>
            <a:off x="609600" y="1548384"/>
            <a:ext cx="237744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latin typeface="Calibri" pitchFamily="34" charset="0"/>
                <a:ea typeface="Calibri" pitchFamily="34" charset="-122"/>
                <a:cs typeface="Calibri" pitchFamily="34" charset="-120"/>
              </a:rPr>
              <a:t>PROJEKT GRUPOWY</a:t>
            </a:r>
            <a:endParaRPr lang="en-US" sz="1333"/>
          </a:p>
        </p:txBody>
      </p:sp>
      <p:sp>
        <p:nvSpPr>
          <p:cNvPr id="7" name="Shape 5"/>
          <p:cNvSpPr/>
          <p:nvPr/>
        </p:nvSpPr>
        <p:spPr>
          <a:xfrm>
            <a:off x="609600" y="2097024"/>
            <a:ext cx="6949440" cy="4267200"/>
          </a:xfrm>
          <a:prstGeom prst="roundRect">
            <a:avLst>
              <a:gd name="adj" fmla="val 2286"/>
            </a:avLst>
          </a:prstGeom>
          <a:solidFill>
            <a:srgbClr val="FFFFFF"/>
          </a:solidFill>
          <a:ln w="19050">
            <a:solidFill>
              <a:srgbClr val="C97D32"/>
            </a:solidFill>
            <a:prstDash val="dash"/>
          </a:ln>
        </p:spPr>
      </p:sp>
      <p:sp>
        <p:nvSpPr>
          <p:cNvPr id="8" name="Text 6"/>
          <p:cNvSpPr/>
          <p:nvPr/>
        </p:nvSpPr>
        <p:spPr>
          <a:xfrm>
            <a:off x="853440" y="2255520"/>
            <a:ext cx="6461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libri"/>
                <a:ea typeface="Calibri"/>
                <a:cs typeface="Calibri"/>
              </a:rPr>
              <a:t>Zadanie</a:t>
            </a:r>
            <a:endParaRPr lang="pl-PL" sz="2000" b="1" dirty="0">
              <a:solidFill>
                <a:srgbClr val="1B2A56"/>
              </a:solidFill>
              <a:latin typeface="Calibri"/>
              <a:ea typeface="Calibri"/>
              <a:cs typeface="Calibri"/>
            </a:endParaRPr>
          </a:p>
        </p:txBody>
      </p:sp>
      <p:sp>
        <p:nvSpPr>
          <p:cNvPr id="9" name="Text 7"/>
          <p:cNvSpPr/>
          <p:nvPr/>
        </p:nvSpPr>
        <p:spPr>
          <a:xfrm>
            <a:off x="875211" y="2618667"/>
            <a:ext cx="6563360" cy="44413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700" i="1">
                <a:solidFill>
                  <a:srgbClr val="5B6472"/>
                </a:solidFill>
                <a:latin typeface="Calibri"/>
                <a:ea typeface="Calibri"/>
                <a:cs typeface="Calibri"/>
              </a:rPr>
              <a:t>zaprojektuj usługę e-terapii dla wybranej, (konkretnie) grupy odbiorców.</a:t>
            </a:r>
            <a:endParaRPr lang="pl-PL" sz="1700">
              <a:latin typeface="Calibri"/>
              <a:ea typeface="Calibri"/>
              <a:cs typeface="Calibri"/>
            </a:endParaRPr>
          </a:p>
        </p:txBody>
      </p:sp>
      <p:sp>
        <p:nvSpPr>
          <p:cNvPr id="10" name="Text 8"/>
          <p:cNvSpPr/>
          <p:nvPr/>
        </p:nvSpPr>
        <p:spPr>
          <a:xfrm>
            <a:off x="853440" y="3145536"/>
            <a:ext cx="6461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libri"/>
                <a:ea typeface="Calibri"/>
                <a:cs typeface="Calibri"/>
              </a:rPr>
              <a:t>Elementy projektu</a:t>
            </a:r>
            <a:endParaRPr lang="pl-PL" sz="2000" b="1" dirty="0">
              <a:solidFill>
                <a:srgbClr val="1B2A56"/>
              </a:solidFill>
              <a:latin typeface="Calibri"/>
              <a:ea typeface="Calibri"/>
              <a:cs typeface="Calibri"/>
            </a:endParaRPr>
          </a:p>
        </p:txBody>
      </p:sp>
      <p:sp>
        <p:nvSpPr>
          <p:cNvPr id="11" name="Shape 9"/>
          <p:cNvSpPr/>
          <p:nvPr/>
        </p:nvSpPr>
        <p:spPr>
          <a:xfrm>
            <a:off x="914400" y="3596640"/>
            <a:ext cx="195072" cy="195072"/>
          </a:xfrm>
          <a:prstGeom prst="rect">
            <a:avLst/>
          </a:prstGeom>
          <a:solidFill>
            <a:srgbClr val="FFFFFF"/>
          </a:solidFill>
          <a:ln w="19050">
            <a:solidFill>
              <a:srgbClr val="C97D32"/>
            </a:solidFill>
            <a:prstDash val="solid"/>
          </a:ln>
        </p:spPr>
      </p:sp>
      <p:sp>
        <p:nvSpPr>
          <p:cNvPr id="12" name="Text 10"/>
          <p:cNvSpPr/>
          <p:nvPr/>
        </p:nvSpPr>
        <p:spPr>
          <a:xfrm>
            <a:off x="1219200" y="3486912"/>
            <a:ext cx="2987040" cy="51525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1B2A56"/>
                </a:solidFill>
                <a:latin typeface="Calibri" pitchFamily="34" charset="0"/>
                <a:ea typeface="Calibri" pitchFamily="34" charset="-122"/>
                <a:cs typeface="Calibri" pitchFamily="34" charset="-120"/>
              </a:rPr>
              <a:t>Modalność i kanały komunikacji</a:t>
            </a:r>
            <a:endParaRPr lang="en-US" sz="1800"/>
          </a:p>
        </p:txBody>
      </p:sp>
      <p:sp>
        <p:nvSpPr>
          <p:cNvPr id="13" name="Shape 11"/>
          <p:cNvSpPr/>
          <p:nvPr/>
        </p:nvSpPr>
        <p:spPr>
          <a:xfrm>
            <a:off x="4267200" y="3596640"/>
            <a:ext cx="195072" cy="195072"/>
          </a:xfrm>
          <a:prstGeom prst="rect">
            <a:avLst/>
          </a:prstGeom>
          <a:solidFill>
            <a:srgbClr val="FFFFFF"/>
          </a:solidFill>
          <a:ln w="19050">
            <a:solidFill>
              <a:srgbClr val="C97D32"/>
            </a:solidFill>
            <a:prstDash val="solid"/>
          </a:ln>
        </p:spPr>
      </p:sp>
      <p:sp>
        <p:nvSpPr>
          <p:cNvPr id="14" name="Text 12"/>
          <p:cNvSpPr/>
          <p:nvPr/>
        </p:nvSpPr>
        <p:spPr>
          <a:xfrm>
            <a:off x="4572000" y="3486912"/>
            <a:ext cx="2856412" cy="5080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1B2A56"/>
                </a:solidFill>
                <a:latin typeface="Calibri" pitchFamily="34" charset="0"/>
                <a:ea typeface="Calibri" pitchFamily="34" charset="-122"/>
                <a:cs typeface="Calibri" pitchFamily="34" charset="-120"/>
              </a:rPr>
              <a:t>Narzędzia cyfrowe w procesie</a:t>
            </a:r>
            <a:endParaRPr lang="en-US" sz="1800"/>
          </a:p>
        </p:txBody>
      </p:sp>
      <p:sp>
        <p:nvSpPr>
          <p:cNvPr id="15" name="Shape 13"/>
          <p:cNvSpPr/>
          <p:nvPr/>
        </p:nvSpPr>
        <p:spPr>
          <a:xfrm>
            <a:off x="914400" y="4279392"/>
            <a:ext cx="195072" cy="195072"/>
          </a:xfrm>
          <a:prstGeom prst="rect">
            <a:avLst/>
          </a:prstGeom>
          <a:solidFill>
            <a:srgbClr val="FFFFFF"/>
          </a:solidFill>
          <a:ln w="19050">
            <a:solidFill>
              <a:srgbClr val="C97D32"/>
            </a:solidFill>
            <a:prstDash val="solid"/>
          </a:ln>
        </p:spPr>
      </p:sp>
      <p:sp>
        <p:nvSpPr>
          <p:cNvPr id="16" name="Text 14"/>
          <p:cNvSpPr/>
          <p:nvPr/>
        </p:nvSpPr>
        <p:spPr>
          <a:xfrm>
            <a:off x="1219200" y="4169664"/>
            <a:ext cx="2987040" cy="42091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1B2A56"/>
                </a:solidFill>
                <a:latin typeface="Calibri" pitchFamily="34" charset="0"/>
                <a:ea typeface="Calibri" pitchFamily="34" charset="-122"/>
                <a:cs typeface="Calibri" pitchFamily="34" charset="-120"/>
              </a:rPr>
              <a:t>Kontrakt terapeutyczny</a:t>
            </a:r>
            <a:endParaRPr lang="en-US" sz="1800"/>
          </a:p>
        </p:txBody>
      </p:sp>
      <p:sp>
        <p:nvSpPr>
          <p:cNvPr id="17" name="Shape 15"/>
          <p:cNvSpPr/>
          <p:nvPr/>
        </p:nvSpPr>
        <p:spPr>
          <a:xfrm>
            <a:off x="4267200" y="4279392"/>
            <a:ext cx="195072" cy="195072"/>
          </a:xfrm>
          <a:prstGeom prst="rect">
            <a:avLst/>
          </a:prstGeom>
          <a:solidFill>
            <a:srgbClr val="FFFFFF"/>
          </a:solidFill>
          <a:ln w="19050">
            <a:solidFill>
              <a:srgbClr val="C97D32"/>
            </a:solidFill>
            <a:prstDash val="solid"/>
          </a:ln>
        </p:spPr>
      </p:sp>
      <p:sp>
        <p:nvSpPr>
          <p:cNvPr id="18" name="Text 16"/>
          <p:cNvSpPr/>
          <p:nvPr/>
        </p:nvSpPr>
        <p:spPr>
          <a:xfrm>
            <a:off x="4572000" y="4205949"/>
            <a:ext cx="2718526" cy="40640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1B2A56"/>
                </a:solidFill>
                <a:latin typeface="Calibri" pitchFamily="34" charset="0"/>
                <a:ea typeface="Calibri" pitchFamily="34" charset="-122"/>
                <a:cs typeface="Calibri" pitchFamily="34" charset="-120"/>
              </a:rPr>
              <a:t>Model kwalifikacji klientów</a:t>
            </a:r>
            <a:endParaRPr lang="en-US" sz="1800"/>
          </a:p>
        </p:txBody>
      </p:sp>
      <p:sp>
        <p:nvSpPr>
          <p:cNvPr id="19" name="Shape 17"/>
          <p:cNvSpPr/>
          <p:nvPr/>
        </p:nvSpPr>
        <p:spPr>
          <a:xfrm>
            <a:off x="914400" y="4962144"/>
            <a:ext cx="195072" cy="195072"/>
          </a:xfrm>
          <a:prstGeom prst="rect">
            <a:avLst/>
          </a:prstGeom>
          <a:solidFill>
            <a:srgbClr val="FFFFFF"/>
          </a:solidFill>
          <a:ln w="19050">
            <a:solidFill>
              <a:srgbClr val="C97D32"/>
            </a:solidFill>
            <a:prstDash val="solid"/>
          </a:ln>
        </p:spPr>
      </p:sp>
      <p:sp>
        <p:nvSpPr>
          <p:cNvPr id="20" name="Text 18"/>
          <p:cNvSpPr/>
          <p:nvPr/>
        </p:nvSpPr>
        <p:spPr>
          <a:xfrm>
            <a:off x="1219200" y="4852416"/>
            <a:ext cx="2987040" cy="47171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err="1">
                <a:solidFill>
                  <a:srgbClr val="1B2A56"/>
                </a:solidFill>
                <a:latin typeface="Calibri"/>
                <a:ea typeface="Calibri"/>
                <a:cs typeface="Calibri"/>
              </a:rPr>
              <a:t>Procedury</a:t>
            </a:r>
            <a:r>
              <a:rPr lang="en-US" sz="1800">
                <a:solidFill>
                  <a:srgbClr val="1B2A56"/>
                </a:solidFill>
                <a:latin typeface="Calibri"/>
                <a:ea typeface="Calibri"/>
                <a:cs typeface="Calibri"/>
              </a:rPr>
              <a:t> </a:t>
            </a:r>
            <a:r>
              <a:rPr lang="en-US" sz="1800" err="1">
                <a:solidFill>
                  <a:srgbClr val="1B2A56"/>
                </a:solidFill>
                <a:latin typeface="Calibri"/>
                <a:ea typeface="Calibri"/>
                <a:cs typeface="Calibri"/>
              </a:rPr>
              <a:t>bezpieczeństwa</a:t>
            </a:r>
            <a:r>
              <a:rPr lang="en-US" sz="1800">
                <a:solidFill>
                  <a:srgbClr val="1B2A56"/>
                </a:solidFill>
                <a:latin typeface="Calibri"/>
                <a:ea typeface="Calibri"/>
                <a:cs typeface="Calibri"/>
              </a:rPr>
              <a:t> </a:t>
            </a:r>
            <a:r>
              <a:rPr lang="en-US"/>
              <a:t/>
            </a:r>
            <a:br>
              <a:rPr lang="en-US"/>
            </a:br>
            <a:r>
              <a:rPr lang="en-US" sz="1800" err="1">
                <a:solidFill>
                  <a:srgbClr val="1B2A56"/>
                </a:solidFill>
                <a:latin typeface="Calibri"/>
                <a:ea typeface="Calibri"/>
                <a:cs typeface="Calibri"/>
              </a:rPr>
              <a:t>i</a:t>
            </a:r>
            <a:r>
              <a:rPr lang="en-US" sz="1800">
                <a:solidFill>
                  <a:srgbClr val="1B2A56"/>
                </a:solidFill>
                <a:latin typeface="Calibri"/>
                <a:ea typeface="Calibri"/>
                <a:cs typeface="Calibri"/>
              </a:rPr>
              <a:t> </a:t>
            </a:r>
            <a:r>
              <a:rPr lang="en-US" sz="1800" err="1">
                <a:solidFill>
                  <a:srgbClr val="1B2A56"/>
                </a:solidFill>
                <a:latin typeface="Calibri"/>
                <a:ea typeface="Calibri"/>
                <a:cs typeface="Calibri"/>
              </a:rPr>
              <a:t>protokół</a:t>
            </a:r>
            <a:r>
              <a:rPr lang="en-US" sz="1800">
                <a:solidFill>
                  <a:srgbClr val="1B2A56"/>
                </a:solidFill>
                <a:latin typeface="Calibri"/>
                <a:ea typeface="Calibri"/>
                <a:cs typeface="Calibri"/>
              </a:rPr>
              <a:t> </a:t>
            </a:r>
            <a:r>
              <a:rPr lang="en-US" sz="1800" err="1">
                <a:solidFill>
                  <a:srgbClr val="1B2A56"/>
                </a:solidFill>
                <a:latin typeface="Calibri"/>
                <a:ea typeface="Calibri"/>
                <a:cs typeface="Calibri"/>
              </a:rPr>
              <a:t>kryzysowy</a:t>
            </a:r>
            <a:endParaRPr lang="en-US" sz="1800" err="1">
              <a:latin typeface="Calibri"/>
              <a:ea typeface="Calibri"/>
              <a:cs typeface="Calibri"/>
            </a:endParaRPr>
          </a:p>
        </p:txBody>
      </p:sp>
      <p:sp>
        <p:nvSpPr>
          <p:cNvPr id="21" name="Shape 19"/>
          <p:cNvSpPr/>
          <p:nvPr/>
        </p:nvSpPr>
        <p:spPr>
          <a:xfrm>
            <a:off x="4267200" y="4962144"/>
            <a:ext cx="195072" cy="195072"/>
          </a:xfrm>
          <a:prstGeom prst="rect">
            <a:avLst/>
          </a:prstGeom>
          <a:solidFill>
            <a:srgbClr val="FFFFFF"/>
          </a:solidFill>
          <a:ln w="19050">
            <a:solidFill>
              <a:srgbClr val="C97D32"/>
            </a:solidFill>
            <a:prstDash val="solid"/>
          </a:ln>
        </p:spPr>
      </p:sp>
      <p:sp>
        <p:nvSpPr>
          <p:cNvPr id="22" name="Text 20"/>
          <p:cNvSpPr/>
          <p:nvPr/>
        </p:nvSpPr>
        <p:spPr>
          <a:xfrm>
            <a:off x="4572000" y="4808874"/>
            <a:ext cx="2733040" cy="5152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1B2A56"/>
                </a:solidFill>
                <a:latin typeface="Calibri" pitchFamily="34" charset="0"/>
                <a:ea typeface="Calibri" pitchFamily="34" charset="-122"/>
                <a:cs typeface="Calibri" pitchFamily="34" charset="-120"/>
              </a:rPr>
              <a:t>System pomiaru efektów</a:t>
            </a:r>
            <a:endParaRPr lang="en-US" sz="1800"/>
          </a:p>
        </p:txBody>
      </p:sp>
      <p:sp>
        <p:nvSpPr>
          <p:cNvPr id="23" name="Shape 21"/>
          <p:cNvSpPr/>
          <p:nvPr/>
        </p:nvSpPr>
        <p:spPr>
          <a:xfrm>
            <a:off x="914400" y="5644896"/>
            <a:ext cx="195072" cy="195072"/>
          </a:xfrm>
          <a:prstGeom prst="rect">
            <a:avLst/>
          </a:prstGeom>
          <a:solidFill>
            <a:srgbClr val="FFFFFF"/>
          </a:solidFill>
          <a:ln w="19050">
            <a:solidFill>
              <a:srgbClr val="C97D32"/>
            </a:solidFill>
            <a:prstDash val="solid"/>
          </a:ln>
        </p:spPr>
      </p:sp>
      <p:sp>
        <p:nvSpPr>
          <p:cNvPr id="24" name="Text 22"/>
          <p:cNvSpPr/>
          <p:nvPr/>
        </p:nvSpPr>
        <p:spPr>
          <a:xfrm>
            <a:off x="1219200" y="5491626"/>
            <a:ext cx="6064068" cy="50074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err="1">
                <a:solidFill>
                  <a:srgbClr val="1B2A56"/>
                </a:solidFill>
                <a:latin typeface="Calibri"/>
                <a:ea typeface="Calibri"/>
                <a:cs typeface="Calibri"/>
              </a:rPr>
              <a:t>Zasady</a:t>
            </a:r>
            <a:r>
              <a:rPr lang="en-US" sz="1800">
                <a:solidFill>
                  <a:srgbClr val="1B2A56"/>
                </a:solidFill>
                <a:latin typeface="Calibri"/>
                <a:ea typeface="Calibri"/>
                <a:cs typeface="Calibri"/>
              </a:rPr>
              <a:t> </a:t>
            </a:r>
            <a:r>
              <a:rPr lang="en-US" sz="1800" err="1">
                <a:solidFill>
                  <a:srgbClr val="1B2A56"/>
                </a:solidFill>
                <a:latin typeface="Calibri"/>
                <a:ea typeface="Calibri"/>
                <a:cs typeface="Calibri"/>
              </a:rPr>
              <a:t>wykorzystania</a:t>
            </a:r>
            <a:r>
              <a:rPr lang="en-US" sz="1800">
                <a:solidFill>
                  <a:srgbClr val="1B2A56"/>
                </a:solidFill>
                <a:latin typeface="Calibri"/>
                <a:ea typeface="Calibri"/>
                <a:cs typeface="Calibri"/>
              </a:rPr>
              <a:t> AI w </a:t>
            </a:r>
            <a:r>
              <a:rPr lang="en-US" sz="1800" err="1">
                <a:solidFill>
                  <a:srgbClr val="1B2A56"/>
                </a:solidFill>
                <a:latin typeface="Calibri"/>
                <a:ea typeface="Calibri"/>
                <a:cs typeface="Calibri"/>
              </a:rPr>
              <a:t>procesie</a:t>
            </a:r>
            <a:endParaRPr lang="en-US" sz="1800" err="1">
              <a:latin typeface="Calibri"/>
              <a:ea typeface="Calibri"/>
              <a:cs typeface="Calibri"/>
            </a:endParaRPr>
          </a:p>
        </p:txBody>
      </p:sp>
      <p:sp>
        <p:nvSpPr>
          <p:cNvPr id="25" name="Shape 23"/>
          <p:cNvSpPr/>
          <p:nvPr/>
        </p:nvSpPr>
        <p:spPr>
          <a:xfrm>
            <a:off x="7802880" y="2097024"/>
            <a:ext cx="3779520" cy="4267200"/>
          </a:xfrm>
          <a:prstGeom prst="roundRect">
            <a:avLst>
              <a:gd name="adj" fmla="val 2258"/>
            </a:avLst>
          </a:prstGeom>
          <a:solidFill>
            <a:srgbClr val="F7E8D6"/>
          </a:solidFill>
          <a:ln w="12700">
            <a:solidFill>
              <a:srgbClr val="DCE2EC"/>
            </a:solidFill>
            <a:prstDash val="solid"/>
          </a:ln>
        </p:spPr>
      </p:sp>
      <p:sp>
        <p:nvSpPr>
          <p:cNvPr id="26" name="Text 24"/>
          <p:cNvSpPr/>
          <p:nvPr/>
        </p:nvSpPr>
        <p:spPr>
          <a:xfrm>
            <a:off x="8046720" y="2292096"/>
            <a:ext cx="32918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1B2A56"/>
                </a:solidFill>
                <a:latin typeface="Cambria"/>
                <a:ea typeface="Cambria"/>
                <a:cs typeface="Cambria" pitchFamily="34" charset="-120"/>
              </a:rPr>
              <a:t>Format pracy</a:t>
            </a:r>
            <a:endParaRPr lang="pl-PL" sz="2000" dirty="0">
              <a:latin typeface="Calibri"/>
              <a:ea typeface="Calibri"/>
              <a:cs typeface="Calibri"/>
            </a:endParaRPr>
          </a:p>
        </p:txBody>
      </p:sp>
      <p:sp>
        <p:nvSpPr>
          <p:cNvPr id="27" name="Text 25"/>
          <p:cNvSpPr/>
          <p:nvPr/>
        </p:nvSpPr>
        <p:spPr>
          <a:xfrm>
            <a:off x="8046720" y="2755392"/>
            <a:ext cx="329184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dirty="0" smtClean="0">
                <a:solidFill>
                  <a:srgbClr val="5B6472"/>
                </a:solidFill>
                <a:latin typeface="Calibri"/>
                <a:ea typeface="Calibri"/>
                <a:cs typeface="Calibri"/>
              </a:rPr>
              <a:t>Praca grupowa z prezentacją</a:t>
            </a:r>
            <a:endParaRPr lang="pl-PL" sz="1800" dirty="0">
              <a:solidFill>
                <a:srgbClr val="5B6472"/>
              </a:solidFill>
              <a:latin typeface="Calibri"/>
              <a:ea typeface="Calibri"/>
              <a:cs typeface="Calibri"/>
            </a:endParaRPr>
          </a:p>
        </p:txBody>
      </p:sp>
      <p:sp>
        <p:nvSpPr>
          <p:cNvPr id="28" name="Shape 26"/>
          <p:cNvSpPr/>
          <p:nvPr/>
        </p:nvSpPr>
        <p:spPr>
          <a:xfrm>
            <a:off x="8046720" y="3474720"/>
            <a:ext cx="3291840" cy="12192"/>
          </a:xfrm>
          <a:prstGeom prst="rect">
            <a:avLst/>
          </a:prstGeom>
          <a:noFill/>
          <a:ln w="12700">
            <a:solidFill>
              <a:srgbClr val="DCE2EC"/>
            </a:solidFill>
            <a:prstDash val="solid"/>
          </a:ln>
        </p:spPr>
      </p:sp>
      <p:sp>
        <p:nvSpPr>
          <p:cNvPr id="29" name="Text 27"/>
          <p:cNvSpPr/>
          <p:nvPr/>
        </p:nvSpPr>
        <p:spPr>
          <a:xfrm>
            <a:off x="8046720" y="3657600"/>
            <a:ext cx="329184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b="1" dirty="0" smtClean="0">
                <a:solidFill>
                  <a:srgbClr val="C97D32"/>
                </a:solidFill>
                <a:latin typeface="Calibri"/>
                <a:ea typeface="Calibri"/>
                <a:cs typeface="Calibri"/>
              </a:rPr>
              <a:t>Przykładowe grupy odbiorców</a:t>
            </a:r>
            <a:endParaRPr lang="pl-PL" sz="2000" dirty="0">
              <a:latin typeface="Calibri"/>
              <a:ea typeface="Calibri"/>
              <a:cs typeface="Calibri"/>
            </a:endParaRPr>
          </a:p>
        </p:txBody>
      </p:sp>
      <p:sp>
        <p:nvSpPr>
          <p:cNvPr id="30" name="Text 28"/>
          <p:cNvSpPr/>
          <p:nvPr/>
        </p:nvSpPr>
        <p:spPr>
          <a:xfrm>
            <a:off x="8046720" y="4084320"/>
            <a:ext cx="3291840" cy="12192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800" i="1" dirty="0" smtClean="0">
                <a:solidFill>
                  <a:srgbClr val="1B2A56"/>
                </a:solidFill>
                <a:latin typeface="Calibri"/>
                <a:ea typeface="Calibri"/>
                <a:cs typeface="Calibri"/>
              </a:rPr>
              <a:t>Studenci I roku w adaptacji · osoby z łagodnym lękiem · pracownicy działu w zmianie organizacyjnej</a:t>
            </a:r>
            <a:endParaRPr lang="pl-PL" sz="1800" dirty="0">
              <a:latin typeface="Calibri"/>
              <a:ea typeface="Calibri"/>
              <a:cs typeface="Calibri"/>
            </a:endParaRPr>
          </a:p>
        </p:txBody>
      </p:sp>
      <p:sp>
        <p:nvSpPr>
          <p:cNvPr id="31" name="Shape 29"/>
          <p:cNvSpPr/>
          <p:nvPr/>
        </p:nvSpPr>
        <p:spPr>
          <a:xfrm>
            <a:off x="8046720" y="5364480"/>
            <a:ext cx="3291840" cy="12192"/>
          </a:xfrm>
          <a:prstGeom prst="rect">
            <a:avLst/>
          </a:prstGeom>
          <a:noFill/>
          <a:ln w="12700">
            <a:solidFill>
              <a:srgbClr val="DCE2EC"/>
            </a:solidFill>
            <a:prstDash val="solid"/>
          </a:ln>
        </p:spPr>
      </p:sp>
      <p:sp>
        <p:nvSpPr>
          <p:cNvPr id="32" name="Text 30"/>
          <p:cNvSpPr/>
          <p:nvPr/>
        </p:nvSpPr>
        <p:spPr>
          <a:xfrm>
            <a:off x="8046720" y="5486400"/>
            <a:ext cx="3291840" cy="7924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i="1" dirty="0" smtClean="0">
                <a:solidFill>
                  <a:srgbClr val="5B6472"/>
                </a:solidFill>
                <a:latin typeface="Calibri"/>
                <a:ea typeface="Calibri"/>
                <a:cs typeface="Calibri"/>
              </a:rPr>
              <a:t>Grupa musi być konkretna - by realnie wpływać na każdą decyzję projektową.</a:t>
            </a:r>
            <a:endParaRPr lang="pl-PL" sz="1600" dirty="0">
              <a:latin typeface="Calibri"/>
              <a:ea typeface="Calibri"/>
              <a:cs typeface="Calibri"/>
            </a:endParaRPr>
          </a:p>
        </p:txBody>
      </p:sp>
      <p:sp>
        <p:nvSpPr>
          <p:cNvPr id="33" name="Text 31"/>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63  ·  Sekcja VI</a:t>
            </a:r>
            <a:endParaRPr lang="en-US" sz="1067"/>
          </a:p>
        </p:txBody>
      </p:sp>
    </p:spTree>
    <p:extLst>
      <p:ext uri="{BB962C8B-B14F-4D97-AF65-F5344CB8AC3E}">
        <p14:creationId xmlns:p14="http://schemas.microsoft.com/office/powerpoint/2010/main" val="42684091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02080"/>
          </a:xfrm>
          <a:prstGeom prst="rect">
            <a:avLst/>
          </a:prstGeom>
          <a:solidFill>
            <a:srgbClr val="1B2A56"/>
          </a:solidFill>
          <a:ln w="12700">
            <a:solidFill>
              <a:srgbClr val="1B2A56"/>
            </a:solidFill>
            <a:prstDash val="solid"/>
          </a:ln>
        </p:spPr>
      </p:sp>
      <p:sp>
        <p:nvSpPr>
          <p:cNvPr id="3" name="Text 1"/>
          <p:cNvSpPr/>
          <p:nvPr/>
        </p:nvSpPr>
        <p:spPr>
          <a:xfrm>
            <a:off x="609600" y="243840"/>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800" b="1">
                <a:solidFill>
                  <a:srgbClr val="FFFFFF"/>
                </a:solidFill>
                <a:latin typeface="Cambria"/>
                <a:ea typeface="Cambria"/>
                <a:cs typeface="Cambria" pitchFamily="34" charset="-120"/>
              </a:rPr>
              <a:t>PRZYSZŁOŚĆ POMOCY PSYCHOLOGICZNEJ</a:t>
            </a:r>
            <a:endParaRPr lang="en-US" sz="2800">
              <a:latin typeface="Cambria"/>
              <a:ea typeface="Cambria"/>
              <a:cs typeface="Calibri"/>
            </a:endParaRPr>
          </a:p>
        </p:txBody>
      </p:sp>
      <p:sp>
        <p:nvSpPr>
          <p:cNvPr id="4" name="Text 2"/>
          <p:cNvSpPr/>
          <p:nvPr/>
        </p:nvSpPr>
        <p:spPr>
          <a:xfrm>
            <a:off x="609600" y="877824"/>
            <a:ext cx="1097280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1600" i="1">
                <a:solidFill>
                  <a:srgbClr val="B7C6E6"/>
                </a:solidFill>
                <a:latin typeface="Calibri"/>
                <a:ea typeface="Calibri"/>
                <a:cs typeface="Calibri"/>
              </a:rPr>
              <a:t>Dwa kierunki rozwoju, które muszą postępować razem</a:t>
            </a:r>
            <a:endParaRPr lang="pl-PL" sz="1600">
              <a:latin typeface="Calibri"/>
              <a:ea typeface="Calibri"/>
              <a:cs typeface="Calibri"/>
            </a:endParaRPr>
          </a:p>
        </p:txBody>
      </p:sp>
      <p:sp>
        <p:nvSpPr>
          <p:cNvPr id="6" name="Shape 3"/>
          <p:cNvSpPr/>
          <p:nvPr/>
        </p:nvSpPr>
        <p:spPr>
          <a:xfrm>
            <a:off x="8351520" y="1706880"/>
            <a:ext cx="3474720" cy="1889760"/>
          </a:xfrm>
          <a:prstGeom prst="roundRect">
            <a:avLst>
              <a:gd name="adj" fmla="val 4516"/>
            </a:avLst>
          </a:prstGeom>
          <a:solidFill>
            <a:srgbClr val="DFF3EC"/>
          </a:solidFill>
          <a:ln w="12700">
            <a:solidFill>
              <a:srgbClr val="DCE2EC"/>
            </a:solidFill>
            <a:prstDash val="solid"/>
          </a:ln>
        </p:spPr>
      </p:sp>
      <p:graphicFrame>
        <p:nvGraphicFramePr>
          <p:cNvPr id="5" name="Chart 0"/>
          <p:cNvGraphicFramePr/>
          <p:nvPr>
            <p:extLst>
              <p:ext uri="{D42A27DB-BD31-4B8C-83A1-F6EECF244321}">
                <p14:modId xmlns:p14="http://schemas.microsoft.com/office/powerpoint/2010/main" val="3909427714"/>
              </p:ext>
            </p:extLst>
          </p:nvPr>
        </p:nvGraphicFramePr>
        <p:xfrm>
          <a:off x="731520" y="1584960"/>
          <a:ext cx="7315200" cy="40843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8534400" y="1828800"/>
            <a:ext cx="3123475" cy="45284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200" b="1">
                <a:solidFill>
                  <a:srgbClr val="1E9E78"/>
                </a:solidFill>
                <a:latin typeface="Cambria"/>
                <a:ea typeface="Cambria"/>
                <a:cs typeface="Cambria" pitchFamily="34" charset="-120"/>
              </a:rPr>
              <a:t>Coraz </a:t>
            </a:r>
            <a:r>
              <a:rPr lang="en-US" sz="2200" b="1" err="1">
                <a:solidFill>
                  <a:srgbClr val="1E9E78"/>
                </a:solidFill>
                <a:latin typeface="Cambria"/>
                <a:ea typeface="Cambria"/>
                <a:cs typeface="Cambria" pitchFamily="34" charset="-120"/>
              </a:rPr>
              <a:t>bardziej</a:t>
            </a:r>
            <a:r>
              <a:rPr lang="en-US" sz="2200" b="1">
                <a:solidFill>
                  <a:srgbClr val="1E9E78"/>
                </a:solidFill>
                <a:latin typeface="Cambria"/>
                <a:ea typeface="Cambria"/>
                <a:cs typeface="Cambria" pitchFamily="34" charset="-120"/>
              </a:rPr>
              <a:t> </a:t>
            </a:r>
            <a:r>
              <a:rPr lang="en-US" sz="2200" b="1" err="1">
                <a:solidFill>
                  <a:srgbClr val="1E9E78"/>
                </a:solidFill>
                <a:latin typeface="Cambria"/>
                <a:ea typeface="Cambria"/>
                <a:cs typeface="Cambria" pitchFamily="34" charset="-120"/>
              </a:rPr>
              <a:t>dostępne</a:t>
            </a:r>
            <a:endParaRPr lang="en-US" sz="2200">
              <a:latin typeface="Calibri"/>
              <a:ea typeface="Calibri"/>
              <a:cs typeface="Calibri"/>
            </a:endParaRPr>
          </a:p>
        </p:txBody>
      </p:sp>
      <p:sp>
        <p:nvSpPr>
          <p:cNvPr id="8" name="Text 5"/>
          <p:cNvSpPr/>
          <p:nvPr/>
        </p:nvSpPr>
        <p:spPr>
          <a:xfrm>
            <a:off x="8534400" y="2480491"/>
            <a:ext cx="3108960" cy="933269"/>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err="1">
                <a:solidFill>
                  <a:srgbClr val="1B2A56"/>
                </a:solidFill>
                <a:latin typeface="Calibri"/>
                <a:ea typeface="Calibri"/>
                <a:cs typeface="Calibri"/>
              </a:rPr>
              <a:t>Modele</a:t>
            </a:r>
            <a:r>
              <a:rPr lang="en-US" sz="1600" i="1">
                <a:solidFill>
                  <a:srgbClr val="1B2A56"/>
                </a:solidFill>
                <a:latin typeface="Calibri"/>
                <a:ea typeface="Calibri"/>
                <a:cs typeface="Calibri"/>
              </a:rPr>
              <a:t> </a:t>
            </a:r>
            <a:r>
              <a:rPr lang="en-US" sz="1600" i="1" err="1">
                <a:solidFill>
                  <a:srgbClr val="1B2A56"/>
                </a:solidFill>
                <a:latin typeface="Calibri"/>
                <a:ea typeface="Calibri"/>
                <a:cs typeface="Calibri"/>
              </a:rPr>
              <a:t>hybrydowe</a:t>
            </a:r>
            <a:r>
              <a:rPr lang="en-US" sz="1600" i="1">
                <a:solidFill>
                  <a:srgbClr val="1B2A56"/>
                </a:solidFill>
                <a:latin typeface="Calibri"/>
                <a:ea typeface="Calibri"/>
                <a:cs typeface="Calibri"/>
              </a:rPr>
              <a:t>, </a:t>
            </a:r>
            <a:r>
              <a:rPr lang="en-US" sz="1600" i="1" err="1">
                <a:solidFill>
                  <a:srgbClr val="1B2A56"/>
                </a:solidFill>
                <a:latin typeface="Calibri"/>
                <a:ea typeface="Calibri"/>
                <a:cs typeface="Calibri"/>
              </a:rPr>
              <a:t>terapia</a:t>
            </a:r>
            <a:r>
              <a:rPr lang="en-US" sz="1600" i="1">
                <a:solidFill>
                  <a:srgbClr val="1B2A56"/>
                </a:solidFill>
                <a:latin typeface="Calibri"/>
                <a:ea typeface="Calibri"/>
                <a:cs typeface="Calibri"/>
              </a:rPr>
              <a:t> </a:t>
            </a:r>
            <a:r>
              <a:rPr lang="en-US" sz="1600" i="1" err="1">
                <a:solidFill>
                  <a:srgbClr val="1B2A56"/>
                </a:solidFill>
                <a:latin typeface="Calibri"/>
                <a:ea typeface="Calibri"/>
                <a:cs typeface="Calibri"/>
              </a:rPr>
              <a:t>adaptacyjna</a:t>
            </a:r>
            <a:r>
              <a:rPr lang="en-US" sz="1600" i="1">
                <a:solidFill>
                  <a:srgbClr val="1B2A56"/>
                </a:solidFill>
                <a:latin typeface="Calibri"/>
                <a:ea typeface="Calibri"/>
                <a:cs typeface="Calibri"/>
              </a:rPr>
              <a:t>, VR </a:t>
            </a:r>
            <a:r>
              <a:rPr lang="en-US" sz="1600" i="1" err="1">
                <a:solidFill>
                  <a:srgbClr val="1B2A56"/>
                </a:solidFill>
                <a:latin typeface="Calibri"/>
                <a:ea typeface="Calibri"/>
                <a:cs typeface="Calibri"/>
              </a:rPr>
              <a:t>i</a:t>
            </a:r>
            <a:r>
              <a:rPr lang="en-US" sz="1600" i="1">
                <a:solidFill>
                  <a:srgbClr val="1B2A56"/>
                </a:solidFill>
                <a:latin typeface="Calibri"/>
                <a:ea typeface="Calibri"/>
                <a:cs typeface="Calibri"/>
              </a:rPr>
              <a:t> AI </a:t>
            </a:r>
            <a:r>
              <a:rPr lang="en-US" sz="1600" i="1" err="1">
                <a:solidFill>
                  <a:srgbClr val="1B2A56"/>
                </a:solidFill>
                <a:latin typeface="Calibri"/>
                <a:ea typeface="Calibri"/>
                <a:cs typeface="Calibri"/>
              </a:rPr>
              <a:t>jako</a:t>
            </a:r>
            <a:r>
              <a:rPr lang="en-US" sz="1600" i="1">
                <a:solidFill>
                  <a:srgbClr val="1B2A56"/>
                </a:solidFill>
                <a:latin typeface="Calibri"/>
                <a:ea typeface="Calibri"/>
                <a:cs typeface="Calibri"/>
              </a:rPr>
              <a:t> standard, </a:t>
            </a:r>
            <a:r>
              <a:rPr lang="en-US" sz="1600" i="1" err="1">
                <a:solidFill>
                  <a:srgbClr val="1B2A56"/>
                </a:solidFill>
                <a:latin typeface="Calibri"/>
                <a:ea typeface="Calibri"/>
                <a:cs typeface="Calibri"/>
              </a:rPr>
              <a:t>nie</a:t>
            </a:r>
            <a:r>
              <a:rPr lang="en-US" sz="1600" i="1">
                <a:solidFill>
                  <a:srgbClr val="1B2A56"/>
                </a:solidFill>
                <a:latin typeface="Calibri"/>
                <a:ea typeface="Calibri"/>
                <a:cs typeface="Calibri"/>
              </a:rPr>
              <a:t> </a:t>
            </a:r>
            <a:r>
              <a:rPr lang="en-US" sz="1600" i="1" err="1">
                <a:solidFill>
                  <a:srgbClr val="1B2A56"/>
                </a:solidFill>
                <a:latin typeface="Calibri"/>
                <a:ea typeface="Calibri"/>
                <a:cs typeface="Calibri"/>
              </a:rPr>
              <a:t>niszowy</a:t>
            </a:r>
            <a:r>
              <a:rPr lang="en-US" sz="1600" i="1">
                <a:solidFill>
                  <a:srgbClr val="1B2A56"/>
                </a:solidFill>
                <a:latin typeface="Calibri"/>
                <a:ea typeface="Calibri"/>
                <a:cs typeface="Calibri"/>
              </a:rPr>
              <a:t> </a:t>
            </a:r>
            <a:r>
              <a:rPr lang="en-US" sz="1600" i="1" err="1">
                <a:solidFill>
                  <a:srgbClr val="1B2A56"/>
                </a:solidFill>
                <a:latin typeface="Calibri"/>
                <a:ea typeface="Calibri"/>
                <a:cs typeface="Calibri"/>
              </a:rPr>
              <a:t>dodatek</a:t>
            </a:r>
            <a:r>
              <a:rPr lang="en-US" sz="1600" i="1">
                <a:solidFill>
                  <a:srgbClr val="1B2A56"/>
                </a:solidFill>
                <a:latin typeface="Calibri"/>
                <a:ea typeface="Calibri"/>
                <a:cs typeface="Calibri"/>
              </a:rPr>
              <a:t>.</a:t>
            </a:r>
            <a:endParaRPr lang="en-US" sz="1600">
              <a:latin typeface="Calibri"/>
              <a:ea typeface="Calibri"/>
              <a:cs typeface="Calibri"/>
            </a:endParaRPr>
          </a:p>
        </p:txBody>
      </p:sp>
      <p:sp>
        <p:nvSpPr>
          <p:cNvPr id="9" name="Shape 6"/>
          <p:cNvSpPr/>
          <p:nvPr/>
        </p:nvSpPr>
        <p:spPr>
          <a:xfrm>
            <a:off x="8351520" y="3779520"/>
            <a:ext cx="3474720" cy="1889760"/>
          </a:xfrm>
          <a:prstGeom prst="roundRect">
            <a:avLst>
              <a:gd name="adj" fmla="val 4516"/>
            </a:avLst>
          </a:prstGeom>
          <a:solidFill>
            <a:srgbClr val="FBE7E5"/>
          </a:solidFill>
          <a:ln w="12700">
            <a:solidFill>
              <a:srgbClr val="DCE2EC"/>
            </a:solidFill>
            <a:prstDash val="solid"/>
          </a:ln>
        </p:spPr>
      </p:sp>
      <p:sp>
        <p:nvSpPr>
          <p:cNvPr id="10" name="Text 7"/>
          <p:cNvSpPr/>
          <p:nvPr/>
        </p:nvSpPr>
        <p:spPr>
          <a:xfrm>
            <a:off x="8534400" y="3901440"/>
            <a:ext cx="31089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b="1">
                <a:solidFill>
                  <a:srgbClr val="C0392B"/>
                </a:solidFill>
                <a:latin typeface="Cambria"/>
                <a:ea typeface="Cambria"/>
                <a:cs typeface="Cambria" pitchFamily="34" charset="-120"/>
              </a:rPr>
              <a:t>Ryzyko </a:t>
            </a:r>
            <a:r>
              <a:rPr lang="en-US" b="1" err="1">
                <a:solidFill>
                  <a:srgbClr val="C0392B"/>
                </a:solidFill>
                <a:latin typeface="Cambria"/>
                <a:ea typeface="Cambria"/>
                <a:cs typeface="Cambria" pitchFamily="34" charset="-120"/>
              </a:rPr>
              <a:t>rozjazdu</a:t>
            </a:r>
            <a:endParaRPr lang="en-US">
              <a:latin typeface="Calibri"/>
              <a:ea typeface="Calibri"/>
              <a:cs typeface="Calibri"/>
            </a:endParaRPr>
          </a:p>
        </p:txBody>
      </p:sp>
      <p:sp>
        <p:nvSpPr>
          <p:cNvPr id="11" name="Text 8"/>
          <p:cNvSpPr/>
          <p:nvPr/>
        </p:nvSpPr>
        <p:spPr>
          <a:xfrm>
            <a:off x="8534400" y="4553131"/>
            <a:ext cx="3108960" cy="933269"/>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a:solidFill>
                  <a:srgbClr val="1B2A56"/>
                </a:solidFill>
                <a:latin typeface="Calibri" pitchFamily="34" charset="0"/>
                <a:ea typeface="Calibri" pitchFamily="34" charset="-122"/>
                <a:cs typeface="Calibri" pitchFamily="34" charset="-120"/>
              </a:rPr>
              <a:t>Technologia bez równoległej audytowalności i ochrony autonomii pacjenta to realne zagrożenie.</a:t>
            </a:r>
            <a:endParaRPr lang="en-US" sz="1600"/>
          </a:p>
        </p:txBody>
      </p:sp>
      <p:sp>
        <p:nvSpPr>
          <p:cNvPr id="12" name="Shape 9"/>
          <p:cNvSpPr/>
          <p:nvPr/>
        </p:nvSpPr>
        <p:spPr>
          <a:xfrm>
            <a:off x="609600" y="5827776"/>
            <a:ext cx="10972800" cy="755904"/>
          </a:xfrm>
          <a:prstGeom prst="roundRect">
            <a:avLst>
              <a:gd name="adj" fmla="val 12000"/>
            </a:avLst>
          </a:prstGeom>
          <a:solidFill>
            <a:srgbClr val="EAF0FB"/>
          </a:solidFill>
          <a:ln w="12700">
            <a:solidFill>
              <a:srgbClr val="EAF0FB"/>
            </a:solidFill>
            <a:prstDash val="solid"/>
          </a:ln>
        </p:spPr>
      </p:sp>
      <p:sp>
        <p:nvSpPr>
          <p:cNvPr id="13" name="Text 10"/>
          <p:cNvSpPr/>
          <p:nvPr/>
        </p:nvSpPr>
        <p:spPr>
          <a:xfrm>
            <a:off x="609600" y="5842872"/>
            <a:ext cx="10972800" cy="7408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pl-PL" sz="2000" dirty="0">
                <a:solidFill>
                  <a:srgbClr val="1B2A56"/>
                </a:solidFill>
                <a:ea typeface="Calibri"/>
                <a:cs typeface="Calibri"/>
              </a:rPr>
              <a:t>Rozwój technologiczny i rozwój ram odpowiedzialności </a:t>
            </a:r>
            <a:r>
              <a:rPr lang="pl-PL" sz="2000" b="1" dirty="0">
                <a:solidFill>
                  <a:srgbClr val="1B2A56"/>
                </a:solidFill>
                <a:ea typeface="Calibri"/>
                <a:cs typeface="Calibri"/>
              </a:rPr>
              <a:t>muszą</a:t>
            </a:r>
            <a:r>
              <a:rPr lang="pl-PL" sz="2000" dirty="0">
                <a:solidFill>
                  <a:srgbClr val="1B2A56"/>
                </a:solidFill>
                <a:ea typeface="Calibri"/>
                <a:cs typeface="Calibri"/>
              </a:rPr>
              <a:t> postępować razem, </a:t>
            </a:r>
            <a:endParaRPr lang="pl-PL" sz="2000" dirty="0" smtClean="0">
              <a:solidFill>
                <a:srgbClr val="1B2A56"/>
              </a:solidFill>
              <a:ea typeface="Calibri"/>
              <a:cs typeface="Calibri"/>
            </a:endParaRPr>
          </a:p>
          <a:p>
            <a:pPr algn="ctr"/>
            <a:r>
              <a:rPr lang="pl-PL" sz="2000" dirty="0" smtClean="0">
                <a:solidFill>
                  <a:srgbClr val="1B2A56"/>
                </a:solidFill>
                <a:ea typeface="Calibri"/>
                <a:cs typeface="Calibri"/>
              </a:rPr>
              <a:t>a </a:t>
            </a:r>
            <a:r>
              <a:rPr lang="pl-PL" sz="2000" dirty="0">
                <a:solidFill>
                  <a:srgbClr val="1B2A56"/>
                </a:solidFill>
                <a:ea typeface="Calibri"/>
                <a:cs typeface="Calibri"/>
              </a:rPr>
              <a:t>nie jeden wyprzedzając drugi</a:t>
            </a:r>
            <a:endParaRPr lang="pl-PL" sz="2000" dirty="0">
              <a:solidFill>
                <a:srgbClr val="1B2A56"/>
              </a:solidFill>
              <a:ea typeface="Calibri"/>
              <a:cs typeface="Calibri"/>
            </a:endParaRPr>
          </a:p>
        </p:txBody>
      </p:sp>
      <p:sp>
        <p:nvSpPr>
          <p:cNvPr id="14" name="Text 11"/>
          <p:cNvSpPr/>
          <p:nvPr/>
        </p:nvSpPr>
        <p:spPr>
          <a:xfrm>
            <a:off x="9265920" y="6583680"/>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a:solidFill>
                  <a:srgbClr val="8B95A6"/>
                </a:solidFill>
                <a:latin typeface="Calibri" pitchFamily="34" charset="0"/>
                <a:ea typeface="Calibri" pitchFamily="34" charset="-122"/>
                <a:cs typeface="Calibri" pitchFamily="34" charset="-120"/>
              </a:rPr>
              <a:t>64  ·  Sekcja VI</a:t>
            </a:r>
            <a:endParaRPr lang="en-US" sz="1067"/>
          </a:p>
        </p:txBody>
      </p:sp>
    </p:spTree>
    <p:extLst>
      <p:ext uri="{BB962C8B-B14F-4D97-AF65-F5344CB8AC3E}">
        <p14:creationId xmlns:p14="http://schemas.microsoft.com/office/powerpoint/2010/main" val="7570040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5">
    <p:bg>
      <p:bgPr>
        <a:solidFill>
          <a:srgbClr val="1B2A56"/>
        </a:solidFill>
        <a:effectLst/>
      </p:bgPr>
    </p:bg>
    <p:spTree>
      <p:nvGrpSpPr>
        <p:cNvPr id="1" name=""/>
        <p:cNvGrpSpPr/>
        <p:nvPr/>
      </p:nvGrpSpPr>
      <p:grpSpPr>
        <a:xfrm>
          <a:off x="0" y="0"/>
          <a:ext cx="0" cy="0"/>
          <a:chOff x="0" y="0"/>
          <a:chExt cx="0" cy="0"/>
        </a:xfrm>
      </p:grpSpPr>
      <p:sp>
        <p:nvSpPr>
          <p:cNvPr id="2" name="Shape 0"/>
          <p:cNvSpPr/>
          <p:nvPr/>
        </p:nvSpPr>
        <p:spPr>
          <a:xfrm>
            <a:off x="8168640" y="-1219200"/>
            <a:ext cx="5608320" cy="5608320"/>
          </a:xfrm>
          <a:prstGeom prst="ellipse">
            <a:avLst/>
          </a:prstGeom>
          <a:solidFill>
            <a:srgbClr val="3D63B3">
              <a:alpha val="12000"/>
            </a:srgbClr>
          </a:solidFill>
          <a:ln w="12700">
            <a:solidFill>
              <a:srgbClr val="6F93D1">
                <a:alpha val="22000"/>
              </a:srgbClr>
            </a:solidFill>
            <a:prstDash val="solid"/>
          </a:ln>
        </p:spPr>
      </p:sp>
      <p:sp>
        <p:nvSpPr>
          <p:cNvPr id="3" name="Shape 1"/>
          <p:cNvSpPr/>
          <p:nvPr/>
        </p:nvSpPr>
        <p:spPr>
          <a:xfrm>
            <a:off x="9265920" y="-121920"/>
            <a:ext cx="3169920" cy="3169920"/>
          </a:xfrm>
          <a:prstGeom prst="ellipse">
            <a:avLst/>
          </a:prstGeom>
          <a:solidFill>
            <a:srgbClr val="1E9E78">
              <a:alpha val="10000"/>
            </a:srgbClr>
          </a:solidFill>
          <a:ln w="12700">
            <a:solidFill>
              <a:srgbClr val="1E9E78">
                <a:alpha val="22000"/>
              </a:srgbClr>
            </a:solidFill>
            <a:prstDash val="solid"/>
          </a:ln>
        </p:spPr>
      </p:sp>
      <p:sp>
        <p:nvSpPr>
          <p:cNvPr id="4" name="Shape 2"/>
          <p:cNvSpPr/>
          <p:nvPr/>
        </p:nvSpPr>
        <p:spPr>
          <a:xfrm>
            <a:off x="609600" y="487680"/>
            <a:ext cx="3779520" cy="414528"/>
          </a:xfrm>
          <a:prstGeom prst="roundRect">
            <a:avLst>
              <a:gd name="adj" fmla="val 50000"/>
            </a:avLst>
          </a:prstGeom>
          <a:solidFill>
            <a:srgbClr val="1E9E78"/>
          </a:solidFill>
          <a:ln w="12700">
            <a:solidFill>
              <a:srgbClr val="1E9E78"/>
            </a:solidFill>
            <a:prstDash val="solid"/>
          </a:ln>
        </p:spPr>
      </p:sp>
      <p:sp>
        <p:nvSpPr>
          <p:cNvPr id="5" name="Text 3"/>
          <p:cNvSpPr/>
          <p:nvPr/>
        </p:nvSpPr>
        <p:spPr>
          <a:xfrm>
            <a:off x="609600" y="487680"/>
            <a:ext cx="3779520"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FFFFFF"/>
                </a:solidFill>
                <a:latin typeface="Calibri"/>
                <a:ea typeface="Calibri"/>
                <a:cs typeface="Calibri"/>
              </a:rPr>
              <a:t>WNIOSKI KOŃCOWE</a:t>
            </a:r>
            <a:endParaRPr lang="en-US" sz="1600">
              <a:latin typeface="Calibri"/>
              <a:ea typeface="Calibri"/>
              <a:cs typeface="Calibri"/>
            </a:endParaRPr>
          </a:p>
        </p:txBody>
      </p:sp>
      <p:sp>
        <p:nvSpPr>
          <p:cNvPr id="6" name="Text 4"/>
          <p:cNvSpPr/>
          <p:nvPr/>
        </p:nvSpPr>
        <p:spPr>
          <a:xfrm>
            <a:off x="609600" y="1036320"/>
            <a:ext cx="10363200" cy="13411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4000" b="1" dirty="0" smtClean="0">
                <a:solidFill>
                  <a:srgbClr val="FFFFFF"/>
                </a:solidFill>
                <a:latin typeface="Cambria"/>
                <a:ea typeface="Cambria"/>
                <a:cs typeface="Cambria" pitchFamily="34" charset="-120"/>
              </a:rPr>
              <a:t>Technologia nie zastępuje</a:t>
            </a:r>
            <a:endParaRPr lang="pl-PL" sz="4000" dirty="0" smtClean="0">
              <a:latin typeface="Calibri"/>
              <a:ea typeface="Calibri"/>
              <a:cs typeface="Calibri"/>
            </a:endParaRPr>
          </a:p>
          <a:p>
            <a:pPr marL="0" indent="0">
              <a:buNone/>
            </a:pPr>
            <a:r>
              <a:rPr lang="pl-PL" sz="4000" b="1" dirty="0" smtClean="0">
                <a:solidFill>
                  <a:srgbClr val="FFFFFF"/>
                </a:solidFill>
                <a:latin typeface="Cambria"/>
                <a:ea typeface="Cambria"/>
                <a:cs typeface="Cambria" pitchFamily="34" charset="-120"/>
              </a:rPr>
              <a:t>odpowiedzialności</a:t>
            </a:r>
            <a:endParaRPr lang="pl-PL" sz="4000" dirty="0">
              <a:latin typeface="Calibri"/>
              <a:ea typeface="Calibri"/>
              <a:cs typeface="Calibri"/>
            </a:endParaRPr>
          </a:p>
        </p:txBody>
      </p:sp>
      <p:sp>
        <p:nvSpPr>
          <p:cNvPr id="7" name="Shape 5"/>
          <p:cNvSpPr/>
          <p:nvPr/>
        </p:nvSpPr>
        <p:spPr>
          <a:xfrm>
            <a:off x="609600" y="2645664"/>
            <a:ext cx="365760" cy="365760"/>
          </a:xfrm>
          <a:prstGeom prst="ellipse">
            <a:avLst/>
          </a:prstGeom>
          <a:solidFill>
            <a:srgbClr val="1E9E78"/>
          </a:solidFill>
          <a:ln w="12700">
            <a:solidFill>
              <a:srgbClr val="1E9E78"/>
            </a:solidFill>
            <a:prstDash val="solid"/>
          </a:ln>
        </p:spPr>
      </p:sp>
      <p:sp>
        <p:nvSpPr>
          <p:cNvPr id="8" name="Text 6"/>
          <p:cNvSpPr/>
          <p:nvPr/>
        </p:nvSpPr>
        <p:spPr>
          <a:xfrm>
            <a:off x="609600" y="2645664"/>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1</a:t>
            </a:r>
            <a:endParaRPr lang="en-US" sz="1467"/>
          </a:p>
        </p:txBody>
      </p:sp>
      <p:sp>
        <p:nvSpPr>
          <p:cNvPr id="9" name="Text 7"/>
          <p:cNvSpPr/>
          <p:nvPr/>
        </p:nvSpPr>
        <p:spPr>
          <a:xfrm>
            <a:off x="1158240" y="2596896"/>
            <a:ext cx="8374742"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b="1" dirty="0" smtClean="0">
                <a:solidFill>
                  <a:srgbClr val="FFFFFF"/>
                </a:solidFill>
                <a:latin typeface="Calibri"/>
                <a:ea typeface="Calibri"/>
                <a:cs typeface="Calibri"/>
              </a:rPr>
              <a:t>Dostępność -  </a:t>
            </a:r>
            <a:r>
              <a:rPr lang="pl-PL" sz="1800" dirty="0" smtClean="0">
                <a:solidFill>
                  <a:srgbClr val="C7D4F0"/>
                </a:solidFill>
                <a:latin typeface="Calibri"/>
                <a:ea typeface="Calibri"/>
                <a:cs typeface="Calibri"/>
              </a:rPr>
              <a:t>e-terapia realnie zwiększa dostęp do pomocy psychologicznej</a:t>
            </a:r>
            <a:endParaRPr lang="pl-PL" sz="1800" dirty="0">
              <a:latin typeface="Calibri"/>
              <a:ea typeface="Calibri"/>
              <a:cs typeface="Calibri"/>
            </a:endParaRPr>
          </a:p>
        </p:txBody>
      </p:sp>
      <p:sp>
        <p:nvSpPr>
          <p:cNvPr id="10" name="Shape 8"/>
          <p:cNvSpPr/>
          <p:nvPr/>
        </p:nvSpPr>
        <p:spPr>
          <a:xfrm>
            <a:off x="609600" y="3157728"/>
            <a:ext cx="365760" cy="365760"/>
          </a:xfrm>
          <a:prstGeom prst="ellipse">
            <a:avLst/>
          </a:prstGeom>
          <a:solidFill>
            <a:srgbClr val="1E9E78"/>
          </a:solidFill>
          <a:ln w="12700">
            <a:solidFill>
              <a:srgbClr val="1E9E78"/>
            </a:solidFill>
            <a:prstDash val="solid"/>
          </a:ln>
        </p:spPr>
      </p:sp>
      <p:sp>
        <p:nvSpPr>
          <p:cNvPr id="11" name="Text 9"/>
          <p:cNvSpPr/>
          <p:nvPr/>
        </p:nvSpPr>
        <p:spPr>
          <a:xfrm>
            <a:off x="609600" y="3157728"/>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2</a:t>
            </a:r>
            <a:endParaRPr lang="en-US" sz="1467"/>
          </a:p>
        </p:txBody>
      </p:sp>
      <p:sp>
        <p:nvSpPr>
          <p:cNvPr id="12" name="Text 10"/>
          <p:cNvSpPr/>
          <p:nvPr/>
        </p:nvSpPr>
        <p:spPr>
          <a:xfrm>
            <a:off x="1158240" y="3108960"/>
            <a:ext cx="8374742"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b="1" dirty="0" smtClean="0">
                <a:solidFill>
                  <a:srgbClr val="FFFFFF"/>
                </a:solidFill>
                <a:latin typeface="Calibri"/>
                <a:ea typeface="Calibri"/>
                <a:cs typeface="Calibri"/>
              </a:rPr>
              <a:t>Klinicznie uzasadniona -  </a:t>
            </a:r>
            <a:r>
              <a:rPr lang="pl-PL" sz="1800" dirty="0" smtClean="0">
                <a:solidFill>
                  <a:srgbClr val="C7D4F0"/>
                </a:solidFill>
                <a:latin typeface="Calibri"/>
                <a:ea typeface="Calibri"/>
                <a:cs typeface="Calibri"/>
              </a:rPr>
              <a:t>wynikająca z kwalifikacji, nie z dostępności technologii</a:t>
            </a:r>
            <a:endParaRPr lang="pl-PL" sz="1800" dirty="0">
              <a:latin typeface="Calibri"/>
              <a:ea typeface="Calibri"/>
              <a:cs typeface="Calibri"/>
            </a:endParaRPr>
          </a:p>
        </p:txBody>
      </p:sp>
      <p:sp>
        <p:nvSpPr>
          <p:cNvPr id="13" name="Shape 11"/>
          <p:cNvSpPr/>
          <p:nvPr/>
        </p:nvSpPr>
        <p:spPr>
          <a:xfrm>
            <a:off x="609600" y="3669792"/>
            <a:ext cx="365760" cy="365760"/>
          </a:xfrm>
          <a:prstGeom prst="ellipse">
            <a:avLst/>
          </a:prstGeom>
          <a:solidFill>
            <a:srgbClr val="1E9E78"/>
          </a:solidFill>
          <a:ln w="12700">
            <a:solidFill>
              <a:srgbClr val="1E9E78"/>
            </a:solidFill>
            <a:prstDash val="solid"/>
          </a:ln>
        </p:spPr>
      </p:sp>
      <p:sp>
        <p:nvSpPr>
          <p:cNvPr id="14" name="Text 12"/>
          <p:cNvSpPr/>
          <p:nvPr/>
        </p:nvSpPr>
        <p:spPr>
          <a:xfrm>
            <a:off x="609600" y="3669792"/>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3</a:t>
            </a:r>
            <a:endParaRPr lang="en-US" sz="1467"/>
          </a:p>
        </p:txBody>
      </p:sp>
      <p:sp>
        <p:nvSpPr>
          <p:cNvPr id="15" name="Text 13"/>
          <p:cNvSpPr/>
          <p:nvPr/>
        </p:nvSpPr>
        <p:spPr>
          <a:xfrm>
            <a:off x="1158240" y="3621024"/>
            <a:ext cx="8374742"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b="1" dirty="0" smtClean="0">
                <a:solidFill>
                  <a:srgbClr val="FFFFFF"/>
                </a:solidFill>
                <a:latin typeface="Calibri"/>
                <a:ea typeface="Calibri"/>
                <a:cs typeface="Calibri"/>
              </a:rPr>
              <a:t>Bezpieczna -  </a:t>
            </a:r>
            <a:r>
              <a:rPr lang="pl-PL" sz="1800" dirty="0" smtClean="0">
                <a:solidFill>
                  <a:srgbClr val="C7D4F0"/>
                </a:solidFill>
                <a:latin typeface="Calibri"/>
                <a:ea typeface="Calibri"/>
                <a:cs typeface="Calibri"/>
              </a:rPr>
              <a:t>techniczne i kliniczne standardy ochrony klienta</a:t>
            </a:r>
            <a:endParaRPr lang="pl-PL" sz="1800" dirty="0">
              <a:latin typeface="Calibri"/>
              <a:ea typeface="Calibri"/>
              <a:cs typeface="Calibri"/>
            </a:endParaRPr>
          </a:p>
        </p:txBody>
      </p:sp>
      <p:sp>
        <p:nvSpPr>
          <p:cNvPr id="16" name="Shape 14"/>
          <p:cNvSpPr/>
          <p:nvPr/>
        </p:nvSpPr>
        <p:spPr>
          <a:xfrm>
            <a:off x="609600" y="4181856"/>
            <a:ext cx="365760" cy="365760"/>
          </a:xfrm>
          <a:prstGeom prst="ellipse">
            <a:avLst/>
          </a:prstGeom>
          <a:solidFill>
            <a:srgbClr val="1E9E78"/>
          </a:solidFill>
          <a:ln w="12700">
            <a:solidFill>
              <a:srgbClr val="1E9E78"/>
            </a:solidFill>
            <a:prstDash val="solid"/>
          </a:ln>
        </p:spPr>
      </p:sp>
      <p:sp>
        <p:nvSpPr>
          <p:cNvPr id="17" name="Text 15"/>
          <p:cNvSpPr/>
          <p:nvPr/>
        </p:nvSpPr>
        <p:spPr>
          <a:xfrm>
            <a:off x="609600" y="4181856"/>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4</a:t>
            </a:r>
            <a:endParaRPr lang="en-US" sz="1467"/>
          </a:p>
        </p:txBody>
      </p:sp>
      <p:sp>
        <p:nvSpPr>
          <p:cNvPr id="18" name="Text 16"/>
          <p:cNvSpPr/>
          <p:nvPr/>
        </p:nvSpPr>
        <p:spPr>
          <a:xfrm>
            <a:off x="1158240" y="4133088"/>
            <a:ext cx="8374742"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b="1" dirty="0" smtClean="0">
                <a:solidFill>
                  <a:srgbClr val="FFFFFF"/>
                </a:solidFill>
                <a:latin typeface="Calibri"/>
                <a:ea typeface="Calibri"/>
                <a:cs typeface="Calibri"/>
              </a:rPr>
              <a:t>Etyczna -  </a:t>
            </a:r>
            <a:r>
              <a:rPr lang="pl-PL" sz="1800" dirty="0" smtClean="0">
                <a:solidFill>
                  <a:srgbClr val="C7D4F0"/>
                </a:solidFill>
                <a:latin typeface="Calibri"/>
                <a:ea typeface="Calibri"/>
                <a:cs typeface="Calibri"/>
              </a:rPr>
              <a:t>poufność, zgoda, jasne granice odpowiedzialności</a:t>
            </a:r>
            <a:endParaRPr lang="pl-PL" sz="1800" dirty="0">
              <a:latin typeface="Calibri"/>
              <a:ea typeface="Calibri"/>
              <a:cs typeface="Calibri"/>
            </a:endParaRPr>
          </a:p>
        </p:txBody>
      </p:sp>
      <p:sp>
        <p:nvSpPr>
          <p:cNvPr id="19" name="Shape 17"/>
          <p:cNvSpPr/>
          <p:nvPr/>
        </p:nvSpPr>
        <p:spPr>
          <a:xfrm>
            <a:off x="609600" y="4693920"/>
            <a:ext cx="365760" cy="365760"/>
          </a:xfrm>
          <a:prstGeom prst="ellipse">
            <a:avLst/>
          </a:prstGeom>
          <a:solidFill>
            <a:srgbClr val="1E9E78"/>
          </a:solidFill>
          <a:ln w="12700">
            <a:solidFill>
              <a:srgbClr val="1E9E78"/>
            </a:solidFill>
            <a:prstDash val="solid"/>
          </a:ln>
        </p:spPr>
      </p:sp>
      <p:sp>
        <p:nvSpPr>
          <p:cNvPr id="20" name="Text 18"/>
          <p:cNvSpPr/>
          <p:nvPr/>
        </p:nvSpPr>
        <p:spPr>
          <a:xfrm>
            <a:off x="609600" y="4693920"/>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5</a:t>
            </a:r>
            <a:endParaRPr lang="en-US" sz="1467"/>
          </a:p>
        </p:txBody>
      </p:sp>
      <p:sp>
        <p:nvSpPr>
          <p:cNvPr id="21" name="Text 19"/>
          <p:cNvSpPr/>
          <p:nvPr/>
        </p:nvSpPr>
        <p:spPr>
          <a:xfrm>
            <a:off x="1158240" y="4645152"/>
            <a:ext cx="8374742"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b="1" dirty="0" smtClean="0">
                <a:solidFill>
                  <a:srgbClr val="FFFFFF"/>
                </a:solidFill>
                <a:latin typeface="Calibri"/>
                <a:ea typeface="Calibri"/>
                <a:cs typeface="Calibri"/>
              </a:rPr>
              <a:t>Mierzalna -  </a:t>
            </a:r>
            <a:r>
              <a:rPr lang="pl-PL" sz="1800" dirty="0" smtClean="0">
                <a:solidFill>
                  <a:srgbClr val="C7D4F0"/>
                </a:solidFill>
                <a:latin typeface="Calibri"/>
                <a:ea typeface="Calibri"/>
                <a:cs typeface="Calibri"/>
              </a:rPr>
              <a:t>systematyczny pomiar efektów, nie założenie skuteczności</a:t>
            </a:r>
            <a:endParaRPr lang="pl-PL" sz="1800" dirty="0">
              <a:latin typeface="Calibri"/>
              <a:ea typeface="Calibri"/>
              <a:cs typeface="Calibri"/>
            </a:endParaRPr>
          </a:p>
        </p:txBody>
      </p:sp>
      <p:sp>
        <p:nvSpPr>
          <p:cNvPr id="22" name="Shape 20"/>
          <p:cNvSpPr/>
          <p:nvPr/>
        </p:nvSpPr>
        <p:spPr>
          <a:xfrm>
            <a:off x="609600" y="5205984"/>
            <a:ext cx="365760" cy="365760"/>
          </a:xfrm>
          <a:prstGeom prst="ellipse">
            <a:avLst/>
          </a:prstGeom>
          <a:solidFill>
            <a:srgbClr val="1E9E78"/>
          </a:solidFill>
          <a:ln w="12700">
            <a:solidFill>
              <a:srgbClr val="1E9E78"/>
            </a:solidFill>
            <a:prstDash val="solid"/>
          </a:ln>
        </p:spPr>
      </p:sp>
      <p:sp>
        <p:nvSpPr>
          <p:cNvPr id="23" name="Text 21"/>
          <p:cNvSpPr/>
          <p:nvPr/>
        </p:nvSpPr>
        <p:spPr>
          <a:xfrm>
            <a:off x="609600" y="5205984"/>
            <a:ext cx="3657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rPr>
              <a:t>6</a:t>
            </a:r>
            <a:endParaRPr lang="en-US" sz="1467"/>
          </a:p>
        </p:txBody>
      </p:sp>
      <p:sp>
        <p:nvSpPr>
          <p:cNvPr id="24" name="Text 22"/>
          <p:cNvSpPr/>
          <p:nvPr/>
        </p:nvSpPr>
        <p:spPr>
          <a:xfrm>
            <a:off x="1158240" y="5157216"/>
            <a:ext cx="8374742"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b="1" dirty="0" smtClean="0">
                <a:solidFill>
                  <a:srgbClr val="FFFFFF"/>
                </a:solidFill>
                <a:latin typeface="Calibri"/>
                <a:ea typeface="Calibri"/>
                <a:cs typeface="Calibri"/>
              </a:rPr>
              <a:t>Udokumentowana -  </a:t>
            </a:r>
            <a:r>
              <a:rPr lang="pl-PL" sz="1800" dirty="0" smtClean="0">
                <a:solidFill>
                  <a:srgbClr val="C7D4F0"/>
                </a:solidFill>
                <a:latin typeface="Calibri"/>
                <a:ea typeface="Calibri"/>
                <a:cs typeface="Calibri"/>
              </a:rPr>
              <a:t>pełny ślad decyzji klinicznych i przebiegu procesu</a:t>
            </a:r>
            <a:endParaRPr lang="pl-PL" sz="1800" dirty="0">
              <a:latin typeface="Calibri"/>
              <a:ea typeface="Calibri"/>
              <a:cs typeface="Calibri"/>
            </a:endParaRPr>
          </a:p>
        </p:txBody>
      </p:sp>
      <p:sp>
        <p:nvSpPr>
          <p:cNvPr id="25" name="Shape 23"/>
          <p:cNvSpPr/>
          <p:nvPr/>
        </p:nvSpPr>
        <p:spPr>
          <a:xfrm>
            <a:off x="609600" y="5791200"/>
            <a:ext cx="8046720" cy="475488"/>
          </a:xfrm>
          <a:prstGeom prst="roundRect">
            <a:avLst>
              <a:gd name="adj" fmla="val 13333"/>
            </a:avLst>
          </a:prstGeom>
          <a:solidFill>
            <a:srgbClr val="1E9E78"/>
          </a:solidFill>
          <a:ln w="12700">
            <a:solidFill>
              <a:srgbClr val="1E9E78"/>
            </a:solidFill>
            <a:prstDash val="solid"/>
          </a:ln>
        </p:spPr>
      </p:sp>
      <p:sp>
        <p:nvSpPr>
          <p:cNvPr id="26" name="Text 24"/>
          <p:cNvSpPr/>
          <p:nvPr/>
        </p:nvSpPr>
        <p:spPr>
          <a:xfrm>
            <a:off x="792480" y="5791200"/>
            <a:ext cx="7775302" cy="47548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pl-PL" sz="1800" b="1" dirty="0" smtClean="0">
                <a:solidFill>
                  <a:srgbClr val="FFFFFF"/>
                </a:solidFill>
                <a:latin typeface="Calibri"/>
                <a:ea typeface="Calibri"/>
                <a:cs typeface="Calibri"/>
              </a:rPr>
              <a:t>7. Kompetentny specjalista </a:t>
            </a:r>
            <a:r>
              <a:rPr lang="pl-PL" sz="1800" dirty="0" smtClean="0">
                <a:solidFill>
                  <a:srgbClr val="FFFFFF"/>
                </a:solidFill>
                <a:latin typeface="Calibri"/>
                <a:ea typeface="Calibri"/>
                <a:cs typeface="Calibri"/>
              </a:rPr>
              <a:t>to fundament wszystkich poprzednich warunków</a:t>
            </a:r>
            <a:endParaRPr lang="pl-PL" sz="1800" dirty="0">
              <a:latin typeface="Calibri"/>
              <a:ea typeface="Calibri"/>
              <a:cs typeface="Calibri"/>
            </a:endParaRPr>
          </a:p>
        </p:txBody>
      </p:sp>
      <p:sp>
        <p:nvSpPr>
          <p:cNvPr id="27" name="Text 25"/>
          <p:cNvSpPr/>
          <p:nvPr/>
        </p:nvSpPr>
        <p:spPr>
          <a:xfrm>
            <a:off x="609600" y="6436956"/>
            <a:ext cx="1097280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000" i="1" dirty="0" smtClean="0">
                <a:solidFill>
                  <a:srgbClr val="6F93D1"/>
                </a:solidFill>
                <a:latin typeface="Calibri"/>
                <a:ea typeface="Calibri"/>
                <a:cs typeface="Calibri"/>
              </a:rPr>
              <a:t>„Technologia nie zastępuje odpowiedzialności - może ją tylko wspierać.”</a:t>
            </a:r>
            <a:endParaRPr lang="pl-PL" sz="2000" dirty="0">
              <a:latin typeface="Calibri"/>
              <a:ea typeface="Calibri"/>
              <a:cs typeface="Calibri"/>
            </a:endParaRPr>
          </a:p>
        </p:txBody>
      </p:sp>
    </p:spTree>
    <p:extLst>
      <p:ext uri="{BB962C8B-B14F-4D97-AF65-F5344CB8AC3E}">
        <p14:creationId xmlns:p14="http://schemas.microsoft.com/office/powerpoint/2010/main" val="32813980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7946DC-A396-A890-F8C5-6CF21749610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66F225A-DDE8-38B9-1AC8-A82BEAD5E2CE}"/>
              </a:ext>
            </a:extLst>
          </p:cNvPr>
          <p:cNvSpPr/>
          <p:nvPr/>
        </p:nvSpPr>
        <p:spPr>
          <a:xfrm>
            <a:off x="0" y="0"/>
            <a:ext cx="12192000" cy="857795"/>
          </a:xfrm>
          <a:prstGeom prst="rect">
            <a:avLst/>
          </a:prstGeom>
          <a:solidFill>
            <a:srgbClr val="1B2A56"/>
          </a:solidFill>
          <a:ln w="12700">
            <a:solidFill>
              <a:srgbClr val="1B2A56"/>
            </a:solidFill>
            <a:prstDash val="solid"/>
          </a:ln>
        </p:spPr>
      </p:sp>
      <p:sp>
        <p:nvSpPr>
          <p:cNvPr id="3" name="Text 1">
            <a:extLst>
              <a:ext uri="{FF2B5EF4-FFF2-40B4-BE49-F238E27FC236}">
                <a16:creationId xmlns:a16="http://schemas.microsoft.com/office/drawing/2014/main" id="{090EBDD0-03E7-7CFF-39BB-DDDF058F34F5}"/>
              </a:ext>
            </a:extLst>
          </p:cNvPr>
          <p:cNvSpPr/>
          <p:nvPr/>
        </p:nvSpPr>
        <p:spPr>
          <a:xfrm>
            <a:off x="609600" y="113211"/>
            <a:ext cx="1097280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pl-PL" sz="2800" b="1" dirty="0" smtClean="0">
                <a:solidFill>
                  <a:srgbClr val="FFFFFF"/>
                </a:solidFill>
                <a:latin typeface="Cambria"/>
                <a:ea typeface="Cambria"/>
              </a:rPr>
              <a:t>Pytania</a:t>
            </a:r>
            <a:endParaRPr lang="pl-PL" dirty="0"/>
          </a:p>
        </p:txBody>
      </p:sp>
      <p:grpSp>
        <p:nvGrpSpPr>
          <p:cNvPr id="4" name="Grupa 3">
            <a:extLst>
              <a:ext uri="{FF2B5EF4-FFF2-40B4-BE49-F238E27FC236}">
                <a16:creationId xmlns:a16="http://schemas.microsoft.com/office/drawing/2014/main" id="{E21888FA-C8EF-5863-E835-455525D24FA2}"/>
              </a:ext>
            </a:extLst>
          </p:cNvPr>
          <p:cNvGrpSpPr/>
          <p:nvPr/>
        </p:nvGrpSpPr>
        <p:grpSpPr>
          <a:xfrm>
            <a:off x="393065" y="1175442"/>
            <a:ext cx="3203999" cy="1436234"/>
            <a:chOff x="125577" y="1005114"/>
            <a:chExt cx="3203999" cy="1436234"/>
          </a:xfrm>
        </p:grpSpPr>
        <p:sp>
          <p:nvSpPr>
            <p:cNvPr id="39" name="pole tekstowe 38">
              <a:extLst>
                <a:ext uri="{FF2B5EF4-FFF2-40B4-BE49-F238E27FC236}">
                  <a16:creationId xmlns:a16="http://schemas.microsoft.com/office/drawing/2014/main" id="{7E6169B7-8237-F10C-ACDD-4B155BC8774F}"/>
                </a:ext>
              </a:extLst>
            </p:cNvPr>
            <p:cNvSpPr txBox="1"/>
            <p:nvPr/>
          </p:nvSpPr>
          <p:spPr>
            <a:xfrm>
              <a:off x="130626" y="1005114"/>
              <a:ext cx="3198950" cy="483989"/>
            </a:xfrm>
            <a:prstGeom prst="round2SameRect">
              <a:avLst/>
            </a:prstGeom>
            <a:solidFill>
              <a:schemeClr val="tx2"/>
            </a:solidFill>
            <a:effectLst>
              <a:outerShdw blurRad="63500" dist="38100" dir="2700000">
                <a:srgbClr val="000000">
                  <a:alpha val="40000"/>
                </a:srgbClr>
              </a:outerShdw>
            </a:effectLst>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dirty="0">
                  <a:solidFill>
                    <a:schemeClr val="bg1"/>
                  </a:solidFill>
                  <a:ea typeface="+mn-lt"/>
                  <a:cs typeface="+mn-lt"/>
                </a:rPr>
                <a:t>Kto odpowiada za błąd systemu cyfrowego</a:t>
              </a:r>
              <a:r>
                <a:rPr lang="pl-PL" sz="1200" b="0" i="0" u="none" strike="noStrike" baseline="0" dirty="0">
                  <a:solidFill>
                    <a:schemeClr val="bg1"/>
                  </a:solidFill>
                  <a:ea typeface="+mn-lt"/>
                  <a:cs typeface="+mn-lt"/>
                </a:rPr>
                <a:t>?</a:t>
              </a:r>
            </a:p>
            <a:p>
              <a:endParaRPr lang="pl-PL" sz="1200" dirty="0">
                <a:solidFill>
                  <a:schemeClr val="bg1"/>
                </a:solidFill>
                <a:ea typeface="+mn-lt"/>
                <a:cs typeface="+mn-lt"/>
              </a:endParaRPr>
            </a:p>
          </p:txBody>
        </p:sp>
        <p:sp>
          <p:nvSpPr>
            <p:cNvPr id="40" name="Prostokąt: zaokrąglone rogi 39">
              <a:extLst>
                <a:ext uri="{FF2B5EF4-FFF2-40B4-BE49-F238E27FC236}">
                  <a16:creationId xmlns:a16="http://schemas.microsoft.com/office/drawing/2014/main" id="{FD312612-244C-2ECC-DF92-2C66795D006F}"/>
                </a:ext>
              </a:extLst>
            </p:cNvPr>
            <p:cNvSpPr/>
            <p:nvPr/>
          </p:nvSpPr>
          <p:spPr>
            <a:xfrm>
              <a:off x="125579" y="1590334"/>
              <a:ext cx="3196295" cy="18335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Terapeuta </a:t>
              </a:r>
              <a:r>
                <a:rPr lang="pl-PL" sz="1200" dirty="0">
                  <a:solidFill>
                    <a:srgbClr val="000000"/>
                  </a:solidFill>
                  <a:ea typeface="+mn-lt"/>
                  <a:cs typeface="+mn-lt"/>
                </a:rPr>
                <a:t>prowadzący proces</a:t>
              </a:r>
              <a:endParaRPr lang="pl-PL" sz="1200" dirty="0">
                <a:ea typeface="+mn-lt"/>
                <a:cs typeface="+mn-lt"/>
              </a:endParaRPr>
            </a:p>
          </p:txBody>
        </p:sp>
        <p:sp>
          <p:nvSpPr>
            <p:cNvPr id="41" name="Prostokąt: zaokrąglone rogi 40">
              <a:extLst>
                <a:ext uri="{FF2B5EF4-FFF2-40B4-BE49-F238E27FC236}">
                  <a16:creationId xmlns:a16="http://schemas.microsoft.com/office/drawing/2014/main" id="{A96CDD41-AD48-E07A-3B56-AC3DA18DEF6E}"/>
                </a:ext>
              </a:extLst>
            </p:cNvPr>
            <p:cNvSpPr/>
            <p:nvPr/>
          </p:nvSpPr>
          <p:spPr>
            <a:xfrm>
              <a:off x="132835" y="1808049"/>
              <a:ext cx="3196295" cy="18335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B. </a:t>
              </a:r>
              <a:r>
                <a:rPr lang="pl-PL" sz="1200">
                  <a:solidFill>
                    <a:srgbClr val="000000"/>
                  </a:solidFill>
                  <a:ea typeface="+mn-lt"/>
                  <a:cs typeface="+mn-lt"/>
                </a:rPr>
                <a:t>Instytucja organizująca usługę</a:t>
              </a:r>
              <a:endParaRPr lang="pl-PL">
                <a:solidFill>
                  <a:srgbClr val="FFFFFF"/>
                </a:solidFill>
                <a:ea typeface="+mn-lt"/>
                <a:cs typeface="+mn-lt"/>
              </a:endParaRPr>
            </a:p>
          </p:txBody>
        </p:sp>
        <p:sp>
          <p:nvSpPr>
            <p:cNvPr id="42" name="Prostokąt: zaokrąglone rogi 41">
              <a:extLst>
                <a:ext uri="{FF2B5EF4-FFF2-40B4-BE49-F238E27FC236}">
                  <a16:creationId xmlns:a16="http://schemas.microsoft.com/office/drawing/2014/main" id="{C09F5617-14B3-A4C3-EB71-485932B08CBD}"/>
                </a:ext>
              </a:extLst>
            </p:cNvPr>
            <p:cNvSpPr/>
            <p:nvPr/>
          </p:nvSpPr>
          <p:spPr>
            <a:xfrm>
              <a:off x="125577" y="2033019"/>
              <a:ext cx="3196295" cy="18335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C. </a:t>
              </a:r>
              <a:r>
                <a:rPr lang="pl-PL" sz="1200">
                  <a:solidFill>
                    <a:srgbClr val="000000"/>
                  </a:solidFill>
                  <a:ea typeface="+mn-lt"/>
                  <a:cs typeface="+mn-lt"/>
                </a:rPr>
                <a:t>Strony zależnie od źródła błędu </a:t>
              </a:r>
            </a:p>
          </p:txBody>
        </p:sp>
        <p:sp>
          <p:nvSpPr>
            <p:cNvPr id="43" name="Prostokąt: zaokrąglone rogi 42">
              <a:extLst>
                <a:ext uri="{FF2B5EF4-FFF2-40B4-BE49-F238E27FC236}">
                  <a16:creationId xmlns:a16="http://schemas.microsoft.com/office/drawing/2014/main" id="{A2FB365C-7979-862C-EA94-B584136E3705}"/>
                </a:ext>
              </a:extLst>
            </p:cNvPr>
            <p:cNvSpPr/>
            <p:nvPr/>
          </p:nvSpPr>
          <p:spPr>
            <a:xfrm>
              <a:off x="132833" y="2257990"/>
              <a:ext cx="3196295" cy="18335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D. </a:t>
              </a:r>
              <a:r>
                <a:rPr lang="pl-PL" sz="1200">
                  <a:solidFill>
                    <a:srgbClr val="000000"/>
                  </a:solidFill>
                  <a:ea typeface="+mn-lt"/>
                  <a:cs typeface="+mn-lt"/>
                </a:rPr>
                <a:t>Producent użytej platformy</a:t>
              </a:r>
            </a:p>
          </p:txBody>
        </p:sp>
      </p:grpSp>
      <p:grpSp>
        <p:nvGrpSpPr>
          <p:cNvPr id="5" name="Grupa 4">
            <a:extLst>
              <a:ext uri="{FF2B5EF4-FFF2-40B4-BE49-F238E27FC236}">
                <a16:creationId xmlns:a16="http://schemas.microsoft.com/office/drawing/2014/main" id="{94BE85E5-7C5E-2D95-5C55-E80B8C6AB460}"/>
              </a:ext>
            </a:extLst>
          </p:cNvPr>
          <p:cNvGrpSpPr/>
          <p:nvPr/>
        </p:nvGrpSpPr>
        <p:grpSpPr>
          <a:xfrm>
            <a:off x="4363198" y="1189957"/>
            <a:ext cx="3199898" cy="1444942"/>
            <a:chOff x="126861" y="1005114"/>
            <a:chExt cx="2633506" cy="579207"/>
          </a:xfrm>
        </p:grpSpPr>
        <p:sp>
          <p:nvSpPr>
            <p:cNvPr id="6" name="pole tekstowe 5">
              <a:extLst>
                <a:ext uri="{FF2B5EF4-FFF2-40B4-BE49-F238E27FC236}">
                  <a16:creationId xmlns:a16="http://schemas.microsoft.com/office/drawing/2014/main" id="{8526A05F-0E6A-2DA0-7404-B496CA966E42}"/>
                </a:ext>
              </a:extLst>
            </p:cNvPr>
            <p:cNvSpPr txBox="1"/>
            <p:nvPr/>
          </p:nvSpPr>
          <p:spPr>
            <a:xfrm>
              <a:off x="130626" y="1005114"/>
              <a:ext cx="2629741" cy="194008"/>
            </a:xfrm>
            <a:prstGeom prst="round2SameRect">
              <a:avLst/>
            </a:prstGeom>
            <a:solidFill>
              <a:schemeClr val="tx2"/>
            </a:solidFill>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a:solidFill>
                    <a:schemeClr val="bg1"/>
                  </a:solidFill>
                  <a:ea typeface="+mn-lt"/>
                  <a:cs typeface="+mn-lt"/>
                </a:rPr>
                <a:t>Kiedy narzędzie cyfrowe zaczyna współdecydować o terapii</a:t>
              </a:r>
              <a:r>
                <a:rPr lang="pl-PL" sz="1200" b="0" i="0" u="none" strike="noStrike" baseline="0">
                  <a:solidFill>
                    <a:schemeClr val="bg1"/>
                  </a:solidFill>
                  <a:ea typeface="+mn-lt"/>
                  <a:cs typeface="+mn-lt"/>
                </a:rPr>
                <a:t>?</a:t>
              </a:r>
              <a:endParaRPr lang="pl-PL">
                <a:solidFill>
                  <a:schemeClr val="bg1"/>
                </a:solidFill>
                <a:ea typeface="+mn-lt"/>
                <a:cs typeface="+mn-lt"/>
              </a:endParaRPr>
            </a:p>
          </p:txBody>
        </p:sp>
        <p:sp>
          <p:nvSpPr>
            <p:cNvPr id="7" name="Prostokąt: zaokrąglone rogi 6">
              <a:extLst>
                <a:ext uri="{FF2B5EF4-FFF2-40B4-BE49-F238E27FC236}">
                  <a16:creationId xmlns:a16="http://schemas.microsoft.com/office/drawing/2014/main" id="{BF77398A-3384-3CE5-94A3-05A158FF2885}"/>
                </a:ext>
              </a:extLst>
            </p:cNvPr>
            <p:cNvSpPr/>
            <p:nvPr/>
          </p:nvSpPr>
          <p:spPr>
            <a:xfrm>
              <a:off x="126863" y="1221443"/>
              <a:ext cx="2629449"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Terapeuta </a:t>
              </a:r>
              <a:r>
                <a:rPr lang="pl-PL" sz="1200" dirty="0">
                  <a:solidFill>
                    <a:srgbClr val="000000"/>
                  </a:solidFill>
                  <a:ea typeface="+mn-lt"/>
                  <a:cs typeface="+mn-lt"/>
                </a:rPr>
                <a:t>prowadzący proces</a:t>
              </a:r>
              <a:endParaRPr lang="pl-PL" sz="1200" dirty="0">
                <a:ea typeface="+mn-lt"/>
                <a:cs typeface="+mn-lt"/>
              </a:endParaRPr>
            </a:p>
          </p:txBody>
        </p:sp>
        <p:sp>
          <p:nvSpPr>
            <p:cNvPr id="8" name="Prostokąt: zaokrąglone rogi 7">
              <a:extLst>
                <a:ext uri="{FF2B5EF4-FFF2-40B4-BE49-F238E27FC236}">
                  <a16:creationId xmlns:a16="http://schemas.microsoft.com/office/drawing/2014/main" id="{1C7668CD-10EB-846C-250C-F9470F859212}"/>
                </a:ext>
              </a:extLst>
            </p:cNvPr>
            <p:cNvSpPr/>
            <p:nvPr/>
          </p:nvSpPr>
          <p:spPr>
            <a:xfrm>
              <a:off x="128147" y="1316979"/>
              <a:ext cx="2625281"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B. </a:t>
              </a:r>
              <a:r>
                <a:rPr lang="pl-PL" sz="1200">
                  <a:solidFill>
                    <a:srgbClr val="000000"/>
                  </a:solidFill>
                  <a:ea typeface="+mn-lt"/>
                  <a:cs typeface="+mn-lt"/>
                </a:rPr>
                <a:t>Instytucja organizująca usługę</a:t>
              </a:r>
              <a:endParaRPr lang="pl-PL">
                <a:solidFill>
                  <a:srgbClr val="FFFFFF"/>
                </a:solidFill>
                <a:ea typeface="+mn-lt"/>
                <a:cs typeface="+mn-lt"/>
              </a:endParaRPr>
            </a:p>
          </p:txBody>
        </p:sp>
        <p:sp>
          <p:nvSpPr>
            <p:cNvPr id="9" name="Prostokąt: zaokrąglone rogi 8">
              <a:extLst>
                <a:ext uri="{FF2B5EF4-FFF2-40B4-BE49-F238E27FC236}">
                  <a16:creationId xmlns:a16="http://schemas.microsoft.com/office/drawing/2014/main" id="{16214DF9-C8F2-AD03-B903-58CFEC2B8740}"/>
                </a:ext>
              </a:extLst>
            </p:cNvPr>
            <p:cNvSpPr/>
            <p:nvPr/>
          </p:nvSpPr>
          <p:spPr>
            <a:xfrm>
              <a:off x="126861" y="1413951"/>
              <a:ext cx="2629449" cy="7397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C. </a:t>
              </a:r>
              <a:r>
                <a:rPr lang="pl-PL" sz="1200">
                  <a:solidFill>
                    <a:srgbClr val="000000"/>
                  </a:solidFill>
                  <a:ea typeface="+mn-lt"/>
                  <a:cs typeface="+mn-lt"/>
                </a:rPr>
                <a:t>Strony zależnie od źródła błędu </a:t>
              </a:r>
            </a:p>
          </p:txBody>
        </p:sp>
        <p:sp>
          <p:nvSpPr>
            <p:cNvPr id="10" name="Prostokąt: zaokrąglone rogi 9">
              <a:extLst>
                <a:ext uri="{FF2B5EF4-FFF2-40B4-BE49-F238E27FC236}">
                  <a16:creationId xmlns:a16="http://schemas.microsoft.com/office/drawing/2014/main" id="{91220357-02AE-D445-BADE-843D364D752E}"/>
                </a:ext>
              </a:extLst>
            </p:cNvPr>
            <p:cNvSpPr/>
            <p:nvPr/>
          </p:nvSpPr>
          <p:spPr>
            <a:xfrm>
              <a:off x="128145" y="1508597"/>
              <a:ext cx="2625281" cy="757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D. </a:t>
              </a:r>
              <a:r>
                <a:rPr lang="pl-PL" sz="1200">
                  <a:solidFill>
                    <a:srgbClr val="000000"/>
                  </a:solidFill>
                  <a:ea typeface="+mn-lt"/>
                  <a:cs typeface="+mn-lt"/>
                </a:rPr>
                <a:t>Producent użytej platformy</a:t>
              </a:r>
            </a:p>
          </p:txBody>
        </p:sp>
      </p:grpSp>
      <p:grpSp>
        <p:nvGrpSpPr>
          <p:cNvPr id="11" name="Grupa 10">
            <a:extLst>
              <a:ext uri="{FF2B5EF4-FFF2-40B4-BE49-F238E27FC236}">
                <a16:creationId xmlns:a16="http://schemas.microsoft.com/office/drawing/2014/main" id="{A337E656-86AC-96E0-1E87-3D59B3302C2A}"/>
              </a:ext>
            </a:extLst>
          </p:cNvPr>
          <p:cNvGrpSpPr/>
          <p:nvPr/>
        </p:nvGrpSpPr>
        <p:grpSpPr>
          <a:xfrm>
            <a:off x="8594112" y="1175442"/>
            <a:ext cx="3199897" cy="1444942"/>
            <a:chOff x="126861" y="1005114"/>
            <a:chExt cx="2633506" cy="579207"/>
          </a:xfrm>
        </p:grpSpPr>
        <p:sp>
          <p:nvSpPr>
            <p:cNvPr id="12" name="pole tekstowe 11">
              <a:extLst>
                <a:ext uri="{FF2B5EF4-FFF2-40B4-BE49-F238E27FC236}">
                  <a16:creationId xmlns:a16="http://schemas.microsoft.com/office/drawing/2014/main" id="{597B8626-3FC5-4A7B-8604-C7698F3DF55C}"/>
                </a:ext>
              </a:extLst>
            </p:cNvPr>
            <p:cNvSpPr txBox="1"/>
            <p:nvPr/>
          </p:nvSpPr>
          <p:spPr>
            <a:xfrm>
              <a:off x="130626" y="1005114"/>
              <a:ext cx="2629741" cy="194008"/>
            </a:xfrm>
            <a:prstGeom prst="round2SameRect">
              <a:avLst/>
            </a:prstGeom>
            <a:solidFill>
              <a:schemeClr val="tx2"/>
            </a:solidFill>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a:solidFill>
                    <a:schemeClr val="bg1"/>
                  </a:solidFill>
                  <a:ea typeface="+mn-lt"/>
                  <a:cs typeface="+mn-lt"/>
                </a:rPr>
                <a:t>Jak najlepiej oceniać rzeczywistą </a:t>
              </a:r>
              <a:r>
                <a:rPr lang="pl-PL" sz="1200" dirty="0">
                  <a:solidFill>
                    <a:schemeClr val="bg1"/>
                  </a:solidFill>
                  <a:ea typeface="+mn-lt"/>
                  <a:cs typeface="+mn-lt"/>
                </a:rPr>
                <a:t/>
              </a:r>
              <a:br>
                <a:rPr lang="pl-PL" sz="1200" dirty="0">
                  <a:solidFill>
                    <a:schemeClr val="bg1"/>
                  </a:solidFill>
                  <a:ea typeface="+mn-lt"/>
                  <a:cs typeface="+mn-lt"/>
                </a:rPr>
              </a:br>
              <a:r>
                <a:rPr lang="pl-PL" sz="1200">
                  <a:solidFill>
                    <a:schemeClr val="bg1"/>
                  </a:solidFill>
                  <a:ea typeface="+mn-lt"/>
                  <a:cs typeface="+mn-lt"/>
                </a:rPr>
                <a:t>poprawę kliniczną</a:t>
              </a:r>
              <a:r>
                <a:rPr lang="pl-PL" sz="1200" b="0" i="0" u="none" strike="noStrike" baseline="0">
                  <a:solidFill>
                    <a:schemeClr val="bg1"/>
                  </a:solidFill>
                  <a:ea typeface="+mn-lt"/>
                  <a:cs typeface="+mn-lt"/>
                </a:rPr>
                <a:t>?</a:t>
              </a:r>
              <a:endParaRPr lang="pl-PL">
                <a:solidFill>
                  <a:schemeClr val="bg1"/>
                </a:solidFill>
                <a:ea typeface="+mn-lt"/>
                <a:cs typeface="+mn-lt"/>
              </a:endParaRPr>
            </a:p>
          </p:txBody>
        </p:sp>
        <p:sp>
          <p:nvSpPr>
            <p:cNvPr id="13" name="Prostokąt: zaokrąglone rogi 12">
              <a:extLst>
                <a:ext uri="{FF2B5EF4-FFF2-40B4-BE49-F238E27FC236}">
                  <a16:creationId xmlns:a16="http://schemas.microsoft.com/office/drawing/2014/main" id="{631DFD38-DE47-A050-BD85-CA4CEBFEB48B}"/>
                </a:ext>
              </a:extLst>
            </p:cNvPr>
            <p:cNvSpPr/>
            <p:nvPr/>
          </p:nvSpPr>
          <p:spPr>
            <a:xfrm>
              <a:off x="126863" y="1221443"/>
              <a:ext cx="2629449"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Przez </a:t>
              </a:r>
              <a:r>
                <a:rPr lang="pl-PL" sz="1200" dirty="0">
                  <a:solidFill>
                    <a:srgbClr val="000000"/>
                  </a:solidFill>
                  <a:ea typeface="+mn-lt"/>
                  <a:cs typeface="+mn-lt"/>
                </a:rPr>
                <a:t>zmianę wyniku skali</a:t>
              </a:r>
              <a:endParaRPr lang="pl-PL" sz="1200" dirty="0">
                <a:ea typeface="+mn-lt"/>
                <a:cs typeface="+mn-lt"/>
              </a:endParaRPr>
            </a:p>
          </p:txBody>
        </p:sp>
        <p:sp>
          <p:nvSpPr>
            <p:cNvPr id="14" name="Prostokąt: zaokrąglone rogi 13">
              <a:extLst>
                <a:ext uri="{FF2B5EF4-FFF2-40B4-BE49-F238E27FC236}">
                  <a16:creationId xmlns:a16="http://schemas.microsoft.com/office/drawing/2014/main" id="{4352E75D-DA50-DD39-93D9-B76F395CEAEF}"/>
                </a:ext>
              </a:extLst>
            </p:cNvPr>
            <p:cNvSpPr/>
            <p:nvPr/>
          </p:nvSpPr>
          <p:spPr>
            <a:xfrm>
              <a:off x="128147" y="1316979"/>
              <a:ext cx="2625281"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B. </a:t>
              </a:r>
              <a:r>
                <a:rPr lang="pl-PL" sz="1200">
                  <a:solidFill>
                    <a:srgbClr val="000000"/>
                  </a:solidFill>
                  <a:ea typeface="+mn-lt"/>
                  <a:cs typeface="+mn-lt"/>
                </a:rPr>
                <a:t>Przez wzrost regularności pomiaru</a:t>
              </a:r>
              <a:endParaRPr lang="pl-PL">
                <a:solidFill>
                  <a:srgbClr val="FFFFFF"/>
                </a:solidFill>
                <a:ea typeface="+mn-lt"/>
                <a:cs typeface="+mn-lt"/>
              </a:endParaRPr>
            </a:p>
          </p:txBody>
        </p:sp>
        <p:sp>
          <p:nvSpPr>
            <p:cNvPr id="15" name="Prostokąt: zaokrąglone rogi 14">
              <a:extLst>
                <a:ext uri="{FF2B5EF4-FFF2-40B4-BE49-F238E27FC236}">
                  <a16:creationId xmlns:a16="http://schemas.microsoft.com/office/drawing/2014/main" id="{29DFCC7F-BE14-AB42-008B-358DC132EDD9}"/>
                </a:ext>
              </a:extLst>
            </p:cNvPr>
            <p:cNvSpPr/>
            <p:nvPr/>
          </p:nvSpPr>
          <p:spPr>
            <a:xfrm>
              <a:off x="126861" y="1413951"/>
              <a:ext cx="2629449" cy="7397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C. </a:t>
              </a:r>
              <a:r>
                <a:rPr lang="pl-PL" sz="1200">
                  <a:solidFill>
                    <a:srgbClr val="000000"/>
                  </a:solidFill>
                  <a:ea typeface="+mn-lt"/>
                  <a:cs typeface="+mn-lt"/>
                </a:rPr>
                <a:t>Przez zmianę funkcjonowania i objawów</a:t>
              </a:r>
            </a:p>
          </p:txBody>
        </p:sp>
        <p:sp>
          <p:nvSpPr>
            <p:cNvPr id="16" name="Prostokąt: zaokrąglone rogi 15">
              <a:extLst>
                <a:ext uri="{FF2B5EF4-FFF2-40B4-BE49-F238E27FC236}">
                  <a16:creationId xmlns:a16="http://schemas.microsoft.com/office/drawing/2014/main" id="{BE948F1C-977D-19FE-3426-5F2B31CCC8D9}"/>
                </a:ext>
              </a:extLst>
            </p:cNvPr>
            <p:cNvSpPr/>
            <p:nvPr/>
          </p:nvSpPr>
          <p:spPr>
            <a:xfrm>
              <a:off x="128145" y="1508597"/>
              <a:ext cx="2625281" cy="757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D. </a:t>
              </a:r>
              <a:r>
                <a:rPr lang="pl-PL" sz="1200">
                  <a:solidFill>
                    <a:srgbClr val="000000"/>
                  </a:solidFill>
                  <a:ea typeface="+mn-lt"/>
                  <a:cs typeface="+mn-lt"/>
                </a:rPr>
                <a:t>Przez deklarowaną satysfakcję klienta</a:t>
              </a:r>
            </a:p>
          </p:txBody>
        </p:sp>
      </p:grpSp>
      <p:grpSp>
        <p:nvGrpSpPr>
          <p:cNvPr id="17" name="Grupa 16">
            <a:extLst>
              <a:ext uri="{FF2B5EF4-FFF2-40B4-BE49-F238E27FC236}">
                <a16:creationId xmlns:a16="http://schemas.microsoft.com/office/drawing/2014/main" id="{B7368FCC-F844-8F35-095E-CC19AC1F57B7}"/>
              </a:ext>
            </a:extLst>
          </p:cNvPr>
          <p:cNvGrpSpPr/>
          <p:nvPr/>
        </p:nvGrpSpPr>
        <p:grpSpPr>
          <a:xfrm>
            <a:off x="393065" y="2958286"/>
            <a:ext cx="3199896" cy="1444942"/>
            <a:chOff x="126861" y="1005114"/>
            <a:chExt cx="2633506" cy="579207"/>
          </a:xfrm>
        </p:grpSpPr>
        <p:sp>
          <p:nvSpPr>
            <p:cNvPr id="18" name="pole tekstowe 17">
              <a:extLst>
                <a:ext uri="{FF2B5EF4-FFF2-40B4-BE49-F238E27FC236}">
                  <a16:creationId xmlns:a16="http://schemas.microsoft.com/office/drawing/2014/main" id="{41149BB5-0607-F939-D06A-7B4EDE3FCF86}"/>
                </a:ext>
              </a:extLst>
            </p:cNvPr>
            <p:cNvSpPr txBox="1"/>
            <p:nvPr/>
          </p:nvSpPr>
          <p:spPr>
            <a:xfrm>
              <a:off x="130626" y="1005114"/>
              <a:ext cx="2629741" cy="194008"/>
            </a:xfrm>
            <a:prstGeom prst="round2SameRect">
              <a:avLst/>
            </a:prstGeom>
            <a:solidFill>
              <a:schemeClr val="tx2"/>
            </a:solidFill>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a:solidFill>
                    <a:schemeClr val="bg1"/>
                  </a:solidFill>
                  <a:ea typeface="+mn-lt"/>
                  <a:cs typeface="+mn-lt"/>
                </a:rPr>
                <a:t>Kiedy e-terapia może być uznana za równoważną stacjonarnej</a:t>
              </a:r>
              <a:r>
                <a:rPr lang="pl-PL" sz="1200" b="0" i="0" u="none" strike="noStrike" baseline="0">
                  <a:solidFill>
                    <a:schemeClr val="bg1"/>
                  </a:solidFill>
                  <a:ea typeface="+mn-lt"/>
                  <a:cs typeface="+mn-lt"/>
                </a:rPr>
                <a:t>?</a:t>
              </a:r>
              <a:endParaRPr lang="pl-PL">
                <a:solidFill>
                  <a:schemeClr val="bg1"/>
                </a:solidFill>
                <a:ea typeface="+mn-lt"/>
                <a:cs typeface="+mn-lt"/>
              </a:endParaRPr>
            </a:p>
          </p:txBody>
        </p:sp>
        <p:sp>
          <p:nvSpPr>
            <p:cNvPr id="19" name="Prostokąt: zaokrąglone rogi 18">
              <a:extLst>
                <a:ext uri="{FF2B5EF4-FFF2-40B4-BE49-F238E27FC236}">
                  <a16:creationId xmlns:a16="http://schemas.microsoft.com/office/drawing/2014/main" id="{A5387435-06A6-D08D-4488-E922CE9A20B9}"/>
                </a:ext>
              </a:extLst>
            </p:cNvPr>
            <p:cNvSpPr/>
            <p:nvPr/>
          </p:nvSpPr>
          <p:spPr>
            <a:xfrm>
              <a:off x="126863" y="1221443"/>
              <a:ext cx="2629449"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Gdy </a:t>
              </a:r>
              <a:r>
                <a:rPr lang="pl-PL" sz="1200" dirty="0">
                  <a:solidFill>
                    <a:srgbClr val="000000"/>
                  </a:solidFill>
                  <a:ea typeface="+mn-lt"/>
                  <a:cs typeface="+mn-lt"/>
                </a:rPr>
                <a:t>stosuje tę samą metodę</a:t>
              </a:r>
              <a:endParaRPr lang="pl-PL" sz="1200" dirty="0">
                <a:ea typeface="+mn-lt"/>
                <a:cs typeface="+mn-lt"/>
              </a:endParaRPr>
            </a:p>
          </p:txBody>
        </p:sp>
        <p:sp>
          <p:nvSpPr>
            <p:cNvPr id="20" name="Prostokąt: zaokrąglone rogi 19">
              <a:extLst>
                <a:ext uri="{FF2B5EF4-FFF2-40B4-BE49-F238E27FC236}">
                  <a16:creationId xmlns:a16="http://schemas.microsoft.com/office/drawing/2014/main" id="{8AC24C3B-C83C-CCF9-F986-4B6BB21932C1}"/>
                </a:ext>
              </a:extLst>
            </p:cNvPr>
            <p:cNvSpPr/>
            <p:nvPr/>
          </p:nvSpPr>
          <p:spPr>
            <a:xfrm>
              <a:off x="128147" y="1316979"/>
              <a:ext cx="2625281"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B. </a:t>
              </a:r>
              <a:r>
                <a:rPr lang="pl-PL" sz="1200">
                  <a:solidFill>
                    <a:srgbClr val="000000"/>
                  </a:solidFill>
                  <a:ea typeface="+mn-lt"/>
                  <a:cs typeface="+mn-lt"/>
                </a:rPr>
                <a:t>Gdy trwa tyle samo czasu</a:t>
              </a:r>
              <a:endParaRPr lang="pl-PL">
                <a:solidFill>
                  <a:srgbClr val="FFFFFF"/>
                </a:solidFill>
                <a:ea typeface="+mn-lt"/>
                <a:cs typeface="+mn-lt"/>
              </a:endParaRPr>
            </a:p>
          </p:txBody>
        </p:sp>
        <p:sp>
          <p:nvSpPr>
            <p:cNvPr id="21" name="Prostokąt: zaokrąglone rogi 20">
              <a:extLst>
                <a:ext uri="{FF2B5EF4-FFF2-40B4-BE49-F238E27FC236}">
                  <a16:creationId xmlns:a16="http://schemas.microsoft.com/office/drawing/2014/main" id="{B3E5A8C8-A650-208E-26AD-5154389972F4}"/>
                </a:ext>
              </a:extLst>
            </p:cNvPr>
            <p:cNvSpPr/>
            <p:nvPr/>
          </p:nvSpPr>
          <p:spPr>
            <a:xfrm>
              <a:off x="126861" y="1413951"/>
              <a:ext cx="2629449" cy="7397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C. </a:t>
              </a:r>
              <a:r>
                <a:rPr lang="pl-PL" sz="1200">
                  <a:solidFill>
                    <a:srgbClr val="000000"/>
                  </a:solidFill>
                  <a:ea typeface="+mn-lt"/>
                  <a:cs typeface="+mn-lt"/>
                </a:rPr>
                <a:t>Gdy wyniki są porównywalne w danej populacji</a:t>
              </a:r>
            </a:p>
          </p:txBody>
        </p:sp>
        <p:sp>
          <p:nvSpPr>
            <p:cNvPr id="22" name="Prostokąt: zaokrąglone rogi 21">
              <a:extLst>
                <a:ext uri="{FF2B5EF4-FFF2-40B4-BE49-F238E27FC236}">
                  <a16:creationId xmlns:a16="http://schemas.microsoft.com/office/drawing/2014/main" id="{C5C242E2-D5C5-295A-52A9-A665D2D7C881}"/>
                </a:ext>
              </a:extLst>
            </p:cNvPr>
            <p:cNvSpPr/>
            <p:nvPr/>
          </p:nvSpPr>
          <p:spPr>
            <a:xfrm>
              <a:off x="128145" y="1508597"/>
              <a:ext cx="2625281" cy="757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D. </a:t>
              </a:r>
              <a:r>
                <a:rPr lang="pl-PL" sz="1200">
                  <a:solidFill>
                    <a:srgbClr val="000000"/>
                  </a:solidFill>
                  <a:ea typeface="+mn-lt"/>
                  <a:cs typeface="+mn-lt"/>
                </a:rPr>
                <a:t>Gdy klient preferuje kontakt online</a:t>
              </a:r>
            </a:p>
          </p:txBody>
        </p:sp>
      </p:grpSp>
      <p:grpSp>
        <p:nvGrpSpPr>
          <p:cNvPr id="23" name="Grupa 22">
            <a:extLst>
              <a:ext uri="{FF2B5EF4-FFF2-40B4-BE49-F238E27FC236}">
                <a16:creationId xmlns:a16="http://schemas.microsoft.com/office/drawing/2014/main" id="{EC604483-C3D6-1E3A-EAB9-B1F205ABB413}"/>
              </a:ext>
            </a:extLst>
          </p:cNvPr>
          <p:cNvGrpSpPr/>
          <p:nvPr/>
        </p:nvGrpSpPr>
        <p:grpSpPr>
          <a:xfrm>
            <a:off x="4362723" y="2958287"/>
            <a:ext cx="3199896" cy="1444942"/>
            <a:chOff x="126861" y="1005114"/>
            <a:chExt cx="2633506" cy="579207"/>
          </a:xfrm>
        </p:grpSpPr>
        <p:sp>
          <p:nvSpPr>
            <p:cNvPr id="24" name="pole tekstowe 23">
              <a:extLst>
                <a:ext uri="{FF2B5EF4-FFF2-40B4-BE49-F238E27FC236}">
                  <a16:creationId xmlns:a16="http://schemas.microsoft.com/office/drawing/2014/main" id="{710EE49B-B30B-5E99-B01D-76B7974FD56F}"/>
                </a:ext>
              </a:extLst>
            </p:cNvPr>
            <p:cNvSpPr txBox="1"/>
            <p:nvPr/>
          </p:nvSpPr>
          <p:spPr>
            <a:xfrm>
              <a:off x="130626" y="1005114"/>
              <a:ext cx="2629741" cy="194008"/>
            </a:xfrm>
            <a:prstGeom prst="round2SameRect">
              <a:avLst/>
            </a:prstGeom>
            <a:solidFill>
              <a:schemeClr val="tx2"/>
            </a:solidFill>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a:solidFill>
                    <a:schemeClr val="bg1"/>
                  </a:solidFill>
                  <a:ea typeface="+mn-lt"/>
                  <a:cs typeface="+mn-lt"/>
                </a:rPr>
                <a:t>Jak traktować preferencję klienta dotyczącą modalności</a:t>
              </a:r>
              <a:r>
                <a:rPr lang="pl-PL" sz="1200" b="0" i="0" u="none" strike="noStrike" baseline="0">
                  <a:solidFill>
                    <a:schemeClr val="bg1"/>
                  </a:solidFill>
                  <a:ea typeface="+mn-lt"/>
                  <a:cs typeface="+mn-lt"/>
                </a:rPr>
                <a:t>?</a:t>
              </a:r>
              <a:endParaRPr lang="pl-PL">
                <a:solidFill>
                  <a:schemeClr val="bg1"/>
                </a:solidFill>
                <a:ea typeface="+mn-lt"/>
                <a:cs typeface="+mn-lt"/>
              </a:endParaRPr>
            </a:p>
          </p:txBody>
        </p:sp>
        <p:sp>
          <p:nvSpPr>
            <p:cNvPr id="25" name="Prostokąt: zaokrąglone rogi 24">
              <a:extLst>
                <a:ext uri="{FF2B5EF4-FFF2-40B4-BE49-F238E27FC236}">
                  <a16:creationId xmlns:a16="http://schemas.microsoft.com/office/drawing/2014/main" id="{3F7ADA27-59D6-C2EF-C533-77D9DAF1F7CF}"/>
                </a:ext>
              </a:extLst>
            </p:cNvPr>
            <p:cNvSpPr/>
            <p:nvPr/>
          </p:nvSpPr>
          <p:spPr>
            <a:xfrm>
              <a:off x="126863" y="1221443"/>
              <a:ext cx="2629449"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Jako </a:t>
              </a:r>
              <a:r>
                <a:rPr lang="pl-PL" sz="1200" dirty="0">
                  <a:solidFill>
                    <a:srgbClr val="000000"/>
                  </a:solidFill>
                  <a:ea typeface="+mn-lt"/>
                  <a:cs typeface="+mn-lt"/>
                </a:rPr>
                <a:t>decydujące kryterium wyboru</a:t>
              </a:r>
              <a:endParaRPr lang="pl-PL" sz="1200" dirty="0">
                <a:ea typeface="+mn-lt"/>
                <a:cs typeface="+mn-lt"/>
              </a:endParaRPr>
            </a:p>
          </p:txBody>
        </p:sp>
        <p:sp>
          <p:nvSpPr>
            <p:cNvPr id="26" name="Prostokąt: zaokrąglone rogi 25">
              <a:extLst>
                <a:ext uri="{FF2B5EF4-FFF2-40B4-BE49-F238E27FC236}">
                  <a16:creationId xmlns:a16="http://schemas.microsoft.com/office/drawing/2014/main" id="{8088614B-B5E5-AF40-534B-01253A78E8B6}"/>
                </a:ext>
              </a:extLst>
            </p:cNvPr>
            <p:cNvSpPr/>
            <p:nvPr/>
          </p:nvSpPr>
          <p:spPr>
            <a:xfrm>
              <a:off x="128147" y="1316979"/>
              <a:ext cx="2625281"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B. </a:t>
              </a:r>
              <a:r>
                <a:rPr lang="pl-PL" sz="1200">
                  <a:solidFill>
                    <a:srgbClr val="000000"/>
                  </a:solidFill>
                  <a:ea typeface="+mn-lt"/>
                  <a:cs typeface="+mn-lt"/>
                </a:rPr>
                <a:t>Jako kryterium wyłącznie pomocnicze</a:t>
              </a:r>
              <a:endParaRPr lang="en-US" sz="1200">
                <a:solidFill>
                  <a:srgbClr val="000000"/>
                </a:solidFill>
                <a:ea typeface="+mn-lt"/>
                <a:cs typeface="+mn-lt"/>
              </a:endParaRPr>
            </a:p>
          </p:txBody>
        </p:sp>
        <p:sp>
          <p:nvSpPr>
            <p:cNvPr id="27" name="Prostokąt: zaokrąglone rogi 26">
              <a:extLst>
                <a:ext uri="{FF2B5EF4-FFF2-40B4-BE49-F238E27FC236}">
                  <a16:creationId xmlns:a16="http://schemas.microsoft.com/office/drawing/2014/main" id="{5AAEC9AF-E4B8-184F-DD55-693413AC7F62}"/>
                </a:ext>
              </a:extLst>
            </p:cNvPr>
            <p:cNvSpPr/>
            <p:nvPr/>
          </p:nvSpPr>
          <p:spPr>
            <a:xfrm>
              <a:off x="126861" y="1413951"/>
              <a:ext cx="2629449" cy="7397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C. </a:t>
              </a:r>
              <a:r>
                <a:rPr lang="pl-PL" sz="1200">
                  <a:solidFill>
                    <a:srgbClr val="000000"/>
                  </a:solidFill>
                  <a:ea typeface="+mn-lt"/>
                  <a:cs typeface="+mn-lt"/>
                </a:rPr>
                <a:t>Jako jedno z kryteriów kwalifikacji </a:t>
              </a:r>
            </a:p>
          </p:txBody>
        </p:sp>
        <p:sp>
          <p:nvSpPr>
            <p:cNvPr id="28" name="Prostokąt: zaokrąglone rogi 27">
              <a:extLst>
                <a:ext uri="{FF2B5EF4-FFF2-40B4-BE49-F238E27FC236}">
                  <a16:creationId xmlns:a16="http://schemas.microsoft.com/office/drawing/2014/main" id="{B7963587-54A9-5560-C0E9-98FDC4CBDA6D}"/>
                </a:ext>
              </a:extLst>
            </p:cNvPr>
            <p:cNvSpPr/>
            <p:nvPr/>
          </p:nvSpPr>
          <p:spPr>
            <a:xfrm>
              <a:off x="128145" y="1508597"/>
              <a:ext cx="2625281" cy="757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D. </a:t>
              </a:r>
              <a:r>
                <a:rPr lang="pl-PL" sz="1200">
                  <a:solidFill>
                    <a:srgbClr val="000000"/>
                  </a:solidFill>
                  <a:ea typeface="+mn-lt"/>
                  <a:cs typeface="+mn-lt"/>
                </a:rPr>
                <a:t>PJako czynnik niezależny od ryzyka</a:t>
              </a:r>
            </a:p>
          </p:txBody>
        </p:sp>
      </p:grpSp>
      <p:grpSp>
        <p:nvGrpSpPr>
          <p:cNvPr id="29" name="Grupa 28">
            <a:extLst>
              <a:ext uri="{FF2B5EF4-FFF2-40B4-BE49-F238E27FC236}">
                <a16:creationId xmlns:a16="http://schemas.microsoft.com/office/drawing/2014/main" id="{4CC51A86-B332-375B-363D-902D38BE6CF2}"/>
              </a:ext>
            </a:extLst>
          </p:cNvPr>
          <p:cNvGrpSpPr/>
          <p:nvPr/>
        </p:nvGrpSpPr>
        <p:grpSpPr>
          <a:xfrm>
            <a:off x="8593637" y="2958286"/>
            <a:ext cx="3199896" cy="1430428"/>
            <a:chOff x="126861" y="1005114"/>
            <a:chExt cx="2633506" cy="573389"/>
          </a:xfrm>
        </p:grpSpPr>
        <p:sp>
          <p:nvSpPr>
            <p:cNvPr id="30" name="pole tekstowe 29">
              <a:extLst>
                <a:ext uri="{FF2B5EF4-FFF2-40B4-BE49-F238E27FC236}">
                  <a16:creationId xmlns:a16="http://schemas.microsoft.com/office/drawing/2014/main" id="{6884129E-702A-2E29-DFB2-45966B2FE407}"/>
                </a:ext>
              </a:extLst>
            </p:cNvPr>
            <p:cNvSpPr txBox="1"/>
            <p:nvPr/>
          </p:nvSpPr>
          <p:spPr>
            <a:xfrm>
              <a:off x="130626" y="1005114"/>
              <a:ext cx="2629741" cy="194008"/>
            </a:xfrm>
            <a:prstGeom prst="round2SameRect">
              <a:avLst/>
            </a:prstGeom>
            <a:solidFill>
              <a:schemeClr val="tx2"/>
            </a:solidFill>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a:solidFill>
                    <a:schemeClr val="bg1"/>
                  </a:solidFill>
                  <a:ea typeface="+mn-lt"/>
                  <a:cs typeface="+mn-lt"/>
                </a:rPr>
                <a:t>Co zrobić, gdy zdalność zwiększa dostępność,</a:t>
              </a:r>
              <a:r>
                <a:rPr lang="pl-PL" sz="1200" dirty="0">
                  <a:solidFill>
                    <a:schemeClr val="bg1"/>
                  </a:solidFill>
                  <a:ea typeface="+mn-lt"/>
                  <a:cs typeface="+mn-lt"/>
                </a:rPr>
                <a:t/>
              </a:r>
              <a:br>
                <a:rPr lang="pl-PL" sz="1200" dirty="0">
                  <a:solidFill>
                    <a:schemeClr val="bg1"/>
                  </a:solidFill>
                  <a:ea typeface="+mn-lt"/>
                  <a:cs typeface="+mn-lt"/>
                </a:rPr>
              </a:br>
              <a:r>
                <a:rPr lang="pl-PL" sz="1200">
                  <a:solidFill>
                    <a:schemeClr val="bg1"/>
                  </a:solidFill>
                  <a:ea typeface="+mn-lt"/>
                  <a:cs typeface="+mn-lt"/>
                </a:rPr>
                <a:t> ale utrudnia ocenę ryzyka</a:t>
              </a:r>
              <a:r>
                <a:rPr lang="pl-PL" sz="1200" b="0" i="0" u="none" strike="noStrike" baseline="0">
                  <a:solidFill>
                    <a:schemeClr val="bg1"/>
                  </a:solidFill>
                  <a:ea typeface="+mn-lt"/>
                  <a:cs typeface="+mn-lt"/>
                </a:rPr>
                <a:t>?</a:t>
              </a:r>
              <a:endParaRPr lang="pl-PL">
                <a:solidFill>
                  <a:schemeClr val="bg1"/>
                </a:solidFill>
                <a:ea typeface="+mn-lt"/>
                <a:cs typeface="+mn-lt"/>
              </a:endParaRPr>
            </a:p>
          </p:txBody>
        </p:sp>
        <p:sp>
          <p:nvSpPr>
            <p:cNvPr id="31" name="Prostokąt: zaokrąglone rogi 30">
              <a:extLst>
                <a:ext uri="{FF2B5EF4-FFF2-40B4-BE49-F238E27FC236}">
                  <a16:creationId xmlns:a16="http://schemas.microsoft.com/office/drawing/2014/main" id="{075760BB-1C28-89ED-2960-352B41F7E1F0}"/>
                </a:ext>
              </a:extLst>
            </p:cNvPr>
            <p:cNvSpPr/>
            <p:nvPr/>
          </p:nvSpPr>
          <p:spPr>
            <a:xfrm>
              <a:off x="126863" y="1221443"/>
              <a:ext cx="2629449"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Zwiększyć </a:t>
              </a:r>
              <a:r>
                <a:rPr lang="pl-PL" sz="1200" dirty="0">
                  <a:solidFill>
                    <a:srgbClr val="000000"/>
                  </a:solidFill>
                  <a:ea typeface="+mn-lt"/>
                  <a:cs typeface="+mn-lt"/>
                </a:rPr>
                <a:t>częstotliwość </a:t>
              </a:r>
              <a:r>
                <a:rPr lang="pl-PL" sz="1200" dirty="0" smtClean="0">
                  <a:solidFill>
                    <a:srgbClr val="000000"/>
                  </a:solidFill>
                  <a:ea typeface="+mn-lt"/>
                  <a:cs typeface="+mn-lt"/>
                </a:rPr>
                <a:t>kwestionariuszy</a:t>
              </a:r>
              <a:endParaRPr lang="pl-PL" sz="1200" dirty="0">
                <a:ea typeface="+mn-lt"/>
                <a:cs typeface="+mn-lt"/>
              </a:endParaRPr>
            </a:p>
          </p:txBody>
        </p:sp>
        <p:sp>
          <p:nvSpPr>
            <p:cNvPr id="32" name="Prostokąt: zaokrąglone rogi 31">
              <a:extLst>
                <a:ext uri="{FF2B5EF4-FFF2-40B4-BE49-F238E27FC236}">
                  <a16:creationId xmlns:a16="http://schemas.microsoft.com/office/drawing/2014/main" id="{279E07FB-0219-3E35-BB16-F2A1A372A30F}"/>
                </a:ext>
              </a:extLst>
            </p:cNvPr>
            <p:cNvSpPr/>
            <p:nvPr/>
          </p:nvSpPr>
          <p:spPr>
            <a:xfrm>
              <a:off x="128147" y="1316979"/>
              <a:ext cx="2625281"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B. </a:t>
              </a:r>
              <a:r>
                <a:rPr lang="pl-PL" sz="1200">
                  <a:solidFill>
                    <a:srgbClr val="000000"/>
                  </a:solidFill>
                  <a:ea typeface="+mn-lt"/>
                  <a:cs typeface="+mn-lt"/>
                </a:rPr>
                <a:t>Kontynuować przy zgodzie klienta</a:t>
              </a:r>
              <a:endParaRPr lang="pl-PL">
                <a:solidFill>
                  <a:srgbClr val="FFFFFF"/>
                </a:solidFill>
                <a:ea typeface="+mn-lt"/>
                <a:cs typeface="+mn-lt"/>
              </a:endParaRPr>
            </a:p>
          </p:txBody>
        </p:sp>
        <p:sp>
          <p:nvSpPr>
            <p:cNvPr id="33" name="Prostokąt: zaokrąglone rogi 32">
              <a:extLst>
                <a:ext uri="{FF2B5EF4-FFF2-40B4-BE49-F238E27FC236}">
                  <a16:creationId xmlns:a16="http://schemas.microsoft.com/office/drawing/2014/main" id="{6E7E0C80-EBC5-E91E-2F07-02ECE45CBA3D}"/>
                </a:ext>
              </a:extLst>
            </p:cNvPr>
            <p:cNvSpPr/>
            <p:nvPr/>
          </p:nvSpPr>
          <p:spPr>
            <a:xfrm>
              <a:off x="126861" y="1413951"/>
              <a:ext cx="2629449" cy="7397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C. </a:t>
              </a:r>
              <a:r>
                <a:rPr lang="pl-PL" sz="1200">
                  <a:solidFill>
                    <a:srgbClr val="000000"/>
                  </a:solidFill>
                  <a:ea typeface="+mn-lt"/>
                  <a:cs typeface="+mn-lt"/>
                </a:rPr>
                <a:t>Przejść na model hybrydowy lub stacjonarny</a:t>
              </a:r>
            </a:p>
          </p:txBody>
        </p:sp>
        <p:sp>
          <p:nvSpPr>
            <p:cNvPr id="34" name="Prostokąt: zaokrąglone rogi 33">
              <a:extLst>
                <a:ext uri="{FF2B5EF4-FFF2-40B4-BE49-F238E27FC236}">
                  <a16:creationId xmlns:a16="http://schemas.microsoft.com/office/drawing/2014/main" id="{D81135F1-1CEC-8208-EFF5-38EA2780F20E}"/>
                </a:ext>
              </a:extLst>
            </p:cNvPr>
            <p:cNvSpPr/>
            <p:nvPr/>
          </p:nvSpPr>
          <p:spPr>
            <a:xfrm>
              <a:off x="128145" y="1502779"/>
              <a:ext cx="2625281" cy="757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D. </a:t>
              </a:r>
              <a:r>
                <a:rPr lang="pl-PL" sz="1200">
                  <a:solidFill>
                    <a:srgbClr val="000000"/>
                  </a:solidFill>
                  <a:ea typeface="+mn-lt"/>
                  <a:cs typeface="+mn-lt"/>
                </a:rPr>
                <a:t>Skrócić odstępy między sesjami</a:t>
              </a:r>
            </a:p>
          </p:txBody>
        </p:sp>
      </p:grpSp>
      <p:grpSp>
        <p:nvGrpSpPr>
          <p:cNvPr id="35" name="Grupa 34">
            <a:extLst>
              <a:ext uri="{FF2B5EF4-FFF2-40B4-BE49-F238E27FC236}">
                <a16:creationId xmlns:a16="http://schemas.microsoft.com/office/drawing/2014/main" id="{04149C2E-C248-F2AD-88D4-7409EF87A14E}"/>
              </a:ext>
            </a:extLst>
          </p:cNvPr>
          <p:cNvGrpSpPr/>
          <p:nvPr/>
        </p:nvGrpSpPr>
        <p:grpSpPr>
          <a:xfrm>
            <a:off x="384632" y="4712462"/>
            <a:ext cx="3199895" cy="1444942"/>
            <a:chOff x="126861" y="1005114"/>
            <a:chExt cx="2633506" cy="579207"/>
          </a:xfrm>
        </p:grpSpPr>
        <p:sp>
          <p:nvSpPr>
            <p:cNvPr id="36" name="pole tekstowe 35">
              <a:extLst>
                <a:ext uri="{FF2B5EF4-FFF2-40B4-BE49-F238E27FC236}">
                  <a16:creationId xmlns:a16="http://schemas.microsoft.com/office/drawing/2014/main" id="{5929C410-0BD1-110A-860D-246660365DF1}"/>
                </a:ext>
              </a:extLst>
            </p:cNvPr>
            <p:cNvSpPr txBox="1"/>
            <p:nvPr/>
          </p:nvSpPr>
          <p:spPr>
            <a:xfrm>
              <a:off x="130626" y="1005114"/>
              <a:ext cx="2629741" cy="194008"/>
            </a:xfrm>
            <a:prstGeom prst="round2SameRect">
              <a:avLst/>
            </a:prstGeom>
            <a:solidFill>
              <a:schemeClr val="tx2"/>
            </a:solidFill>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a:solidFill>
                    <a:schemeClr val="bg1"/>
                  </a:solidFill>
                  <a:ea typeface="+mn-lt"/>
                  <a:cs typeface="+mn-lt"/>
                </a:rPr>
                <a:t>Dlaczego formalna zgoda może nie wystarczyć przy cyfrowym fenotypowaniu</a:t>
              </a:r>
              <a:r>
                <a:rPr lang="pl-PL" sz="1200" b="0" i="0" u="none" strike="noStrike" baseline="0">
                  <a:solidFill>
                    <a:schemeClr val="bg1"/>
                  </a:solidFill>
                  <a:ea typeface="+mn-lt"/>
                  <a:cs typeface="+mn-lt"/>
                </a:rPr>
                <a:t>?</a:t>
              </a:r>
              <a:endParaRPr lang="pl-PL">
                <a:solidFill>
                  <a:schemeClr val="bg1"/>
                </a:solidFill>
                <a:ea typeface="+mn-lt"/>
                <a:cs typeface="+mn-lt"/>
              </a:endParaRPr>
            </a:p>
          </p:txBody>
        </p:sp>
        <p:sp>
          <p:nvSpPr>
            <p:cNvPr id="37" name="Prostokąt: zaokrąglone rogi 36">
              <a:extLst>
                <a:ext uri="{FF2B5EF4-FFF2-40B4-BE49-F238E27FC236}">
                  <a16:creationId xmlns:a16="http://schemas.microsoft.com/office/drawing/2014/main" id="{A952E05A-951A-7519-E268-C770BF652199}"/>
                </a:ext>
              </a:extLst>
            </p:cNvPr>
            <p:cNvSpPr/>
            <p:nvPr/>
          </p:nvSpPr>
          <p:spPr>
            <a:xfrm>
              <a:off x="126863" y="1221443"/>
              <a:ext cx="2629449"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Nie </a:t>
              </a:r>
              <a:r>
                <a:rPr lang="pl-PL" sz="1200" dirty="0">
                  <a:solidFill>
                    <a:srgbClr val="000000"/>
                  </a:solidFill>
                  <a:ea typeface="+mn-lt"/>
                  <a:cs typeface="+mn-lt"/>
                </a:rPr>
                <a:t>obejmuje danych pasywnych</a:t>
              </a:r>
            </a:p>
          </p:txBody>
        </p:sp>
        <p:sp>
          <p:nvSpPr>
            <p:cNvPr id="38" name="Prostokąt: zaokrąglone rogi 37">
              <a:extLst>
                <a:ext uri="{FF2B5EF4-FFF2-40B4-BE49-F238E27FC236}">
                  <a16:creationId xmlns:a16="http://schemas.microsoft.com/office/drawing/2014/main" id="{D54A45C1-53C7-F151-D6CA-3C15899DCC44}"/>
                </a:ext>
              </a:extLst>
            </p:cNvPr>
            <p:cNvSpPr/>
            <p:nvPr/>
          </p:nvSpPr>
          <p:spPr>
            <a:xfrm>
              <a:off x="128147" y="1316979"/>
              <a:ext cx="2625281"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B. </a:t>
              </a:r>
              <a:r>
                <a:rPr lang="pl-PL" sz="1200">
                  <a:solidFill>
                    <a:srgbClr val="000000"/>
                  </a:solidFill>
                  <a:ea typeface="+mn-lt"/>
                  <a:cs typeface="+mn-lt"/>
                </a:rPr>
                <a:t>Nie dotyczy danych algorytmicznych </a:t>
              </a:r>
              <a:endParaRPr lang="pl-PL">
                <a:solidFill>
                  <a:srgbClr val="FFFFFF"/>
                </a:solidFill>
                <a:ea typeface="+mn-lt"/>
                <a:cs typeface="+mn-lt"/>
              </a:endParaRPr>
            </a:p>
          </p:txBody>
        </p:sp>
        <p:sp>
          <p:nvSpPr>
            <p:cNvPr id="44" name="Prostokąt: zaokrąglone rogi 43">
              <a:extLst>
                <a:ext uri="{FF2B5EF4-FFF2-40B4-BE49-F238E27FC236}">
                  <a16:creationId xmlns:a16="http://schemas.microsoft.com/office/drawing/2014/main" id="{EBED6867-0657-70FA-763C-66307A0B6D2E}"/>
                </a:ext>
              </a:extLst>
            </p:cNvPr>
            <p:cNvSpPr/>
            <p:nvPr/>
          </p:nvSpPr>
          <p:spPr>
            <a:xfrm>
              <a:off x="126861" y="1413951"/>
              <a:ext cx="2629449" cy="7397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C. </a:t>
              </a:r>
              <a:r>
                <a:rPr lang="pl-PL" sz="1200">
                  <a:solidFill>
                    <a:srgbClr val="000000"/>
                  </a:solidFill>
                  <a:ea typeface="+mn-lt"/>
                  <a:cs typeface="+mn-lt"/>
                </a:rPr>
                <a:t>Nie gwarantuje zrozumienia przyszłych użyć</a:t>
              </a:r>
            </a:p>
          </p:txBody>
        </p:sp>
        <p:sp>
          <p:nvSpPr>
            <p:cNvPr id="45" name="Prostokąt: zaokrąglone rogi 44">
              <a:extLst>
                <a:ext uri="{FF2B5EF4-FFF2-40B4-BE49-F238E27FC236}">
                  <a16:creationId xmlns:a16="http://schemas.microsoft.com/office/drawing/2014/main" id="{A5989AB3-3473-F6FE-8415-A5A8B5A1AC05}"/>
                </a:ext>
              </a:extLst>
            </p:cNvPr>
            <p:cNvSpPr/>
            <p:nvPr/>
          </p:nvSpPr>
          <p:spPr>
            <a:xfrm>
              <a:off x="128145" y="1508597"/>
              <a:ext cx="2625281" cy="757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D. </a:t>
              </a:r>
              <a:r>
                <a:rPr lang="pl-PL" sz="1200">
                  <a:solidFill>
                    <a:srgbClr val="000000"/>
                  </a:solidFill>
                  <a:ea typeface="+mn-lt"/>
                  <a:cs typeface="+mn-lt"/>
                </a:rPr>
                <a:t>Nie pozwala na łączenie źródeł</a:t>
              </a:r>
            </a:p>
          </p:txBody>
        </p:sp>
      </p:grpSp>
      <p:grpSp>
        <p:nvGrpSpPr>
          <p:cNvPr id="46" name="Grupa 45">
            <a:extLst>
              <a:ext uri="{FF2B5EF4-FFF2-40B4-BE49-F238E27FC236}">
                <a16:creationId xmlns:a16="http://schemas.microsoft.com/office/drawing/2014/main" id="{767357BA-7E7C-1A79-11C3-1E73D6D6713E}"/>
              </a:ext>
            </a:extLst>
          </p:cNvPr>
          <p:cNvGrpSpPr/>
          <p:nvPr/>
        </p:nvGrpSpPr>
        <p:grpSpPr>
          <a:xfrm>
            <a:off x="4376061" y="4712462"/>
            <a:ext cx="3199895" cy="1444942"/>
            <a:chOff x="126861" y="1005114"/>
            <a:chExt cx="2633506" cy="579207"/>
          </a:xfrm>
        </p:grpSpPr>
        <p:sp>
          <p:nvSpPr>
            <p:cNvPr id="47" name="pole tekstowe 46">
              <a:extLst>
                <a:ext uri="{FF2B5EF4-FFF2-40B4-BE49-F238E27FC236}">
                  <a16:creationId xmlns:a16="http://schemas.microsoft.com/office/drawing/2014/main" id="{263E8368-5D96-9E49-71AE-9EF66A0CAD6B}"/>
                </a:ext>
              </a:extLst>
            </p:cNvPr>
            <p:cNvSpPr txBox="1"/>
            <p:nvPr/>
          </p:nvSpPr>
          <p:spPr>
            <a:xfrm>
              <a:off x="130626" y="1005114"/>
              <a:ext cx="2629741" cy="194008"/>
            </a:xfrm>
            <a:prstGeom prst="round2SameRect">
              <a:avLst/>
            </a:prstGeom>
            <a:solidFill>
              <a:schemeClr val="tx2"/>
            </a:solidFill>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a:solidFill>
                    <a:schemeClr val="bg1"/>
                  </a:solidFill>
                  <a:ea typeface="+mn-lt"/>
                  <a:cs typeface="+mn-lt"/>
                </a:rPr>
                <a:t>Co najlepiej odróżnia profesjonalną interwencję cyfrową od produktu konsumenckiego</a:t>
              </a:r>
              <a:r>
                <a:rPr lang="pl-PL" sz="1200" b="0" i="0" u="none" strike="noStrike" baseline="0">
                  <a:solidFill>
                    <a:schemeClr val="bg1"/>
                  </a:solidFill>
                  <a:ea typeface="+mn-lt"/>
                  <a:cs typeface="+mn-lt"/>
                </a:rPr>
                <a:t>?</a:t>
              </a:r>
              <a:endParaRPr lang="pl-PL">
                <a:solidFill>
                  <a:schemeClr val="bg1"/>
                </a:solidFill>
                <a:ea typeface="+mn-lt"/>
                <a:cs typeface="+mn-lt"/>
              </a:endParaRPr>
            </a:p>
          </p:txBody>
        </p:sp>
        <p:sp>
          <p:nvSpPr>
            <p:cNvPr id="48" name="Prostokąt: zaokrąglone rogi 47">
              <a:extLst>
                <a:ext uri="{FF2B5EF4-FFF2-40B4-BE49-F238E27FC236}">
                  <a16:creationId xmlns:a16="http://schemas.microsoft.com/office/drawing/2014/main" id="{BE9E831D-DE17-AC58-805E-691C1E9C6FC5}"/>
                </a:ext>
              </a:extLst>
            </p:cNvPr>
            <p:cNvSpPr/>
            <p:nvPr/>
          </p:nvSpPr>
          <p:spPr>
            <a:xfrm>
              <a:off x="126863" y="1221443"/>
              <a:ext cx="2629449"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Personalizacja </a:t>
              </a:r>
              <a:r>
                <a:rPr lang="pl-PL" sz="1200" dirty="0">
                  <a:solidFill>
                    <a:srgbClr val="000000"/>
                  </a:solidFill>
                  <a:ea typeface="+mn-lt"/>
                  <a:cs typeface="+mn-lt"/>
                </a:rPr>
                <a:t>i nowoczesny interfejs</a:t>
              </a:r>
              <a:endParaRPr lang="pl-PL" sz="1200" dirty="0">
                <a:ea typeface="+mn-lt"/>
                <a:cs typeface="+mn-lt"/>
              </a:endParaRPr>
            </a:p>
          </p:txBody>
        </p:sp>
        <p:sp>
          <p:nvSpPr>
            <p:cNvPr id="49" name="Prostokąt: zaokrąglone rogi 48">
              <a:extLst>
                <a:ext uri="{FF2B5EF4-FFF2-40B4-BE49-F238E27FC236}">
                  <a16:creationId xmlns:a16="http://schemas.microsoft.com/office/drawing/2014/main" id="{A778ADEF-4AA1-FBB4-2A7B-C06C58BE45EF}"/>
                </a:ext>
              </a:extLst>
            </p:cNvPr>
            <p:cNvSpPr/>
            <p:nvPr/>
          </p:nvSpPr>
          <p:spPr>
            <a:xfrm>
              <a:off x="128147" y="1316979"/>
              <a:ext cx="2625281"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B. </a:t>
              </a:r>
              <a:r>
                <a:rPr lang="pl-PL" sz="1200">
                  <a:solidFill>
                    <a:srgbClr val="000000"/>
                  </a:solidFill>
                  <a:ea typeface="+mn-lt"/>
                  <a:cs typeface="+mn-lt"/>
                </a:rPr>
                <a:t>Popularność i regularne aktualizacje</a:t>
              </a:r>
              <a:endParaRPr lang="pl-PL">
                <a:solidFill>
                  <a:srgbClr val="FFFFFF"/>
                </a:solidFill>
                <a:ea typeface="+mn-lt"/>
                <a:cs typeface="+mn-lt"/>
              </a:endParaRPr>
            </a:p>
          </p:txBody>
        </p:sp>
        <p:sp>
          <p:nvSpPr>
            <p:cNvPr id="50" name="Prostokąt: zaokrąglone rogi 49">
              <a:extLst>
                <a:ext uri="{FF2B5EF4-FFF2-40B4-BE49-F238E27FC236}">
                  <a16:creationId xmlns:a16="http://schemas.microsoft.com/office/drawing/2014/main" id="{23E52B83-8B6B-98DC-10D9-30F9766385DB}"/>
                </a:ext>
              </a:extLst>
            </p:cNvPr>
            <p:cNvSpPr/>
            <p:nvPr/>
          </p:nvSpPr>
          <p:spPr>
            <a:xfrm>
              <a:off x="126861" y="1413951"/>
              <a:ext cx="2629449" cy="7397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C. </a:t>
              </a:r>
              <a:r>
                <a:rPr lang="pl-PL" sz="1200">
                  <a:solidFill>
                    <a:srgbClr val="000000"/>
                  </a:solidFill>
                  <a:ea typeface="+mn-lt"/>
                  <a:cs typeface="+mn-lt"/>
                </a:rPr>
                <a:t>Dowody skuteczności klinicznej</a:t>
              </a:r>
            </a:p>
          </p:txBody>
        </p:sp>
        <p:sp>
          <p:nvSpPr>
            <p:cNvPr id="51" name="Prostokąt: zaokrąglone rogi 50">
              <a:extLst>
                <a:ext uri="{FF2B5EF4-FFF2-40B4-BE49-F238E27FC236}">
                  <a16:creationId xmlns:a16="http://schemas.microsoft.com/office/drawing/2014/main" id="{73500950-FB80-2E35-EE84-2716730B68C2}"/>
                </a:ext>
              </a:extLst>
            </p:cNvPr>
            <p:cNvSpPr/>
            <p:nvPr/>
          </p:nvSpPr>
          <p:spPr>
            <a:xfrm>
              <a:off x="128145" y="1508597"/>
              <a:ext cx="2625281" cy="757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a:solidFill>
                    <a:srgbClr val="000000"/>
                  </a:solidFill>
                  <a:ea typeface="Calibri"/>
                  <a:cs typeface="Calibri"/>
                </a:rPr>
                <a:t>D. </a:t>
              </a:r>
              <a:r>
                <a:rPr lang="pl-PL" sz="1200">
                  <a:solidFill>
                    <a:srgbClr val="000000"/>
                  </a:solidFill>
                  <a:ea typeface="+mn-lt"/>
                  <a:cs typeface="+mn-lt"/>
                </a:rPr>
                <a:t>Automatyzacja i łatwa dostępność</a:t>
              </a:r>
            </a:p>
          </p:txBody>
        </p:sp>
      </p:grpSp>
      <p:grpSp>
        <p:nvGrpSpPr>
          <p:cNvPr id="52" name="Grupa 51">
            <a:extLst>
              <a:ext uri="{FF2B5EF4-FFF2-40B4-BE49-F238E27FC236}">
                <a16:creationId xmlns:a16="http://schemas.microsoft.com/office/drawing/2014/main" id="{EAD56296-5004-82A1-D53F-59D1C3EDEACC}"/>
              </a:ext>
            </a:extLst>
          </p:cNvPr>
          <p:cNvGrpSpPr/>
          <p:nvPr/>
        </p:nvGrpSpPr>
        <p:grpSpPr>
          <a:xfrm>
            <a:off x="8585204" y="4712461"/>
            <a:ext cx="3199895" cy="1444942"/>
            <a:chOff x="126861" y="1005114"/>
            <a:chExt cx="2633506" cy="579207"/>
          </a:xfrm>
        </p:grpSpPr>
        <p:sp>
          <p:nvSpPr>
            <p:cNvPr id="53" name="pole tekstowe 52">
              <a:extLst>
                <a:ext uri="{FF2B5EF4-FFF2-40B4-BE49-F238E27FC236}">
                  <a16:creationId xmlns:a16="http://schemas.microsoft.com/office/drawing/2014/main" id="{64965363-4F5F-22B9-AEFF-78688A55B074}"/>
                </a:ext>
              </a:extLst>
            </p:cNvPr>
            <p:cNvSpPr txBox="1"/>
            <p:nvPr/>
          </p:nvSpPr>
          <p:spPr>
            <a:xfrm>
              <a:off x="130626" y="1005114"/>
              <a:ext cx="2629741" cy="194008"/>
            </a:xfrm>
            <a:prstGeom prst="round2SameRect">
              <a:avLst/>
            </a:prstGeom>
            <a:solidFill>
              <a:schemeClr val="tx2"/>
            </a:solidFill>
          </p:spPr>
          <p:txBody>
            <a:bodyPr rot="0" spcFirstLastPara="0" vertOverflow="overflow" horzOverflow="overflow" vert="horz" wrap="square" lIns="22860" tIns="45720" rIns="0" bIns="45720" numCol="1" spcCol="0" rtlCol="0" fromWordArt="0" anchor="t" anchorCtr="0" forceAA="0" compatLnSpc="1">
              <a:prstTxWarp prst="textNoShape">
                <a:avLst/>
              </a:prstTxWarp>
              <a:spAutoFit/>
            </a:bodyPr>
            <a:lstStyle/>
            <a:p>
              <a:r>
                <a:rPr lang="pl-PL" sz="1200">
                  <a:solidFill>
                    <a:schemeClr val="bg1"/>
                  </a:solidFill>
                  <a:ea typeface="+mn-lt"/>
                  <a:cs typeface="+mn-lt"/>
                </a:rPr>
                <a:t>Czy większa ilość danych oznacza lepsze rozumienie klienta</a:t>
              </a:r>
              <a:r>
                <a:rPr lang="pl-PL" sz="1200" b="0" i="0" u="none" strike="noStrike" baseline="0">
                  <a:solidFill>
                    <a:schemeClr val="bg1"/>
                  </a:solidFill>
                  <a:ea typeface="+mn-lt"/>
                  <a:cs typeface="+mn-lt"/>
                </a:rPr>
                <a:t>?</a:t>
              </a:r>
              <a:endParaRPr lang="pl-PL">
                <a:solidFill>
                  <a:schemeClr val="bg1"/>
                </a:solidFill>
                <a:ea typeface="+mn-lt"/>
                <a:cs typeface="+mn-lt"/>
              </a:endParaRPr>
            </a:p>
          </p:txBody>
        </p:sp>
        <p:sp>
          <p:nvSpPr>
            <p:cNvPr id="54" name="Prostokąt: zaokrąglone rogi 53">
              <a:extLst>
                <a:ext uri="{FF2B5EF4-FFF2-40B4-BE49-F238E27FC236}">
                  <a16:creationId xmlns:a16="http://schemas.microsoft.com/office/drawing/2014/main" id="{9F0F4E2D-3F51-2810-9E51-FA5E6685DEDA}"/>
                </a:ext>
              </a:extLst>
            </p:cNvPr>
            <p:cNvSpPr/>
            <p:nvPr/>
          </p:nvSpPr>
          <p:spPr>
            <a:xfrm>
              <a:off x="126863" y="1221443"/>
              <a:ext cx="2629449"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dirty="0" smtClean="0">
                  <a:solidFill>
                    <a:srgbClr val="000000"/>
                  </a:solidFill>
                  <a:ea typeface="+mn-lt"/>
                  <a:cs typeface="+mn-lt"/>
                </a:rPr>
                <a:t>A. Tak</a:t>
              </a:r>
              <a:r>
                <a:rPr lang="pl-PL" sz="1200" dirty="0">
                  <a:solidFill>
                    <a:srgbClr val="000000"/>
                  </a:solidFill>
                  <a:ea typeface="+mn-lt"/>
                  <a:cs typeface="+mn-lt"/>
                </a:rPr>
                <a:t>, jeśli pomiar jest ciągły</a:t>
              </a:r>
              <a:endParaRPr lang="pl-PL" sz="1200" dirty="0">
                <a:ea typeface="+mn-lt"/>
                <a:cs typeface="+mn-lt"/>
              </a:endParaRPr>
            </a:p>
          </p:txBody>
        </p:sp>
        <p:sp>
          <p:nvSpPr>
            <p:cNvPr id="55" name="Prostokąt: zaokrąglone rogi 54">
              <a:extLst>
                <a:ext uri="{FF2B5EF4-FFF2-40B4-BE49-F238E27FC236}">
                  <a16:creationId xmlns:a16="http://schemas.microsoft.com/office/drawing/2014/main" id="{53446EE2-2633-3EE4-F6E4-897727E6DC56}"/>
                </a:ext>
              </a:extLst>
            </p:cNvPr>
            <p:cNvSpPr/>
            <p:nvPr/>
          </p:nvSpPr>
          <p:spPr>
            <a:xfrm>
              <a:off x="128147" y="1316979"/>
              <a:ext cx="2625281" cy="7397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B. </a:t>
              </a:r>
              <a:r>
                <a:rPr lang="pl-PL" sz="1200">
                  <a:solidFill>
                    <a:srgbClr val="000000"/>
                  </a:solidFill>
                  <a:ea typeface="+mn-lt"/>
                  <a:cs typeface="+mn-lt"/>
                </a:rPr>
                <a:t>Tak, jeśli analiza jest automatyczna</a:t>
              </a:r>
              <a:endParaRPr lang="pl-PL">
                <a:solidFill>
                  <a:srgbClr val="FFFFFF"/>
                </a:solidFill>
                <a:ea typeface="+mn-lt"/>
                <a:cs typeface="+mn-lt"/>
              </a:endParaRPr>
            </a:p>
          </p:txBody>
        </p:sp>
        <p:sp>
          <p:nvSpPr>
            <p:cNvPr id="56" name="Prostokąt: zaokrąglone rogi 55">
              <a:extLst>
                <a:ext uri="{FF2B5EF4-FFF2-40B4-BE49-F238E27FC236}">
                  <a16:creationId xmlns:a16="http://schemas.microsoft.com/office/drawing/2014/main" id="{4E71483C-1532-6687-0E47-DB5B1D3DDF58}"/>
                </a:ext>
              </a:extLst>
            </p:cNvPr>
            <p:cNvSpPr/>
            <p:nvPr/>
          </p:nvSpPr>
          <p:spPr>
            <a:xfrm>
              <a:off x="126861" y="1413951"/>
              <a:ext cx="2629449" cy="73978"/>
            </a:xfrm>
            <a:prstGeom prst="roundRect">
              <a:avLst/>
            </a:prstGeom>
            <a:solidFill>
              <a:schemeClr val="bg1">
                <a:lumMod val="9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C. </a:t>
              </a:r>
              <a:r>
                <a:rPr lang="pl-PL" sz="1200">
                  <a:solidFill>
                    <a:srgbClr val="000000"/>
                  </a:solidFill>
                  <a:ea typeface="+mn-lt"/>
                  <a:cs typeface="+mn-lt"/>
                </a:rPr>
                <a:t>Nie, jeśli dane są pozbawione kontekstu</a:t>
              </a:r>
            </a:p>
          </p:txBody>
        </p:sp>
        <p:sp>
          <p:nvSpPr>
            <p:cNvPr id="57" name="Prostokąt: zaokrąglone rogi 56">
              <a:extLst>
                <a:ext uri="{FF2B5EF4-FFF2-40B4-BE49-F238E27FC236}">
                  <a16:creationId xmlns:a16="http://schemas.microsoft.com/office/drawing/2014/main" id="{6CA61747-FF7B-1782-27FD-4F638E0F5157}"/>
                </a:ext>
              </a:extLst>
            </p:cNvPr>
            <p:cNvSpPr/>
            <p:nvPr/>
          </p:nvSpPr>
          <p:spPr>
            <a:xfrm>
              <a:off x="128145" y="1508597"/>
              <a:ext cx="2625281" cy="757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22860" tIns="45720" rIns="0" bIns="45720" rtlCol="0" anchor="ctr"/>
            <a:lstStyle/>
            <a:p>
              <a:r>
                <a:rPr lang="pl-PL" sz="1200">
                  <a:solidFill>
                    <a:srgbClr val="000000"/>
                  </a:solidFill>
                  <a:ea typeface="Calibri"/>
                  <a:cs typeface="Calibri"/>
                </a:rPr>
                <a:t>D. </a:t>
              </a:r>
              <a:r>
                <a:rPr lang="pl-PL" sz="1200">
                  <a:solidFill>
                    <a:srgbClr val="000000"/>
                  </a:solidFill>
                  <a:ea typeface="+mn-lt"/>
                  <a:cs typeface="+mn-lt"/>
                </a:rPr>
                <a:t>Nie, jeśli dane mają charakter ilościowy</a:t>
              </a:r>
            </a:p>
          </p:txBody>
        </p:sp>
      </p:grpSp>
    </p:spTree>
    <p:extLst>
      <p:ext uri="{BB962C8B-B14F-4D97-AF65-F5344CB8AC3E}">
        <p14:creationId xmlns:p14="http://schemas.microsoft.com/office/powerpoint/2010/main" val="2103009173"/>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11330</Words>
  <Application>Microsoft Office PowerPoint</Application>
  <PresentationFormat>Panoramiczny</PresentationFormat>
  <Paragraphs>1261</Paragraphs>
  <Slides>66</Slides>
  <Notes>66</Notes>
  <HiddenSlides>0</HiddenSlides>
  <MMClips>0</MMClips>
  <ScaleCrop>false</ScaleCrop>
  <HeadingPairs>
    <vt:vector size="6" baseType="variant">
      <vt:variant>
        <vt:lpstr>Używane czcionki</vt:lpstr>
      </vt:variant>
      <vt:variant>
        <vt:i4>8</vt:i4>
      </vt:variant>
      <vt:variant>
        <vt:lpstr>Motyw</vt:lpstr>
      </vt:variant>
      <vt:variant>
        <vt:i4>1</vt:i4>
      </vt:variant>
      <vt:variant>
        <vt:lpstr>Tytuły slajdów</vt:lpstr>
      </vt:variant>
      <vt:variant>
        <vt:i4>66</vt:i4>
      </vt:variant>
    </vt:vector>
  </HeadingPairs>
  <TitlesOfParts>
    <vt:vector size="75" baseType="lpstr">
      <vt:lpstr>Arial</vt:lpstr>
      <vt:lpstr>Calibri</vt:lpstr>
      <vt:lpstr>Calibri Light</vt:lpstr>
      <vt:lpstr>Cambria</vt:lpstr>
      <vt:lpstr>Cambria Math</vt:lpstr>
      <vt:lpstr>CMU Classical Serif</vt:lpstr>
      <vt:lpstr>CMU Concrete</vt:lpstr>
      <vt:lpstr>CMU Serif</vt:lpstr>
      <vt:lpstr>Motyw pakietu Office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Mateusz Pomianek</dc:creator>
  <cp:lastModifiedBy>Mateusz Pomianek</cp:lastModifiedBy>
  <cp:revision>139</cp:revision>
  <dcterms:created xsi:type="dcterms:W3CDTF">2026-06-18T16:50:35Z</dcterms:created>
  <dcterms:modified xsi:type="dcterms:W3CDTF">2026-09-11T12:39:48Z</dcterms:modified>
</cp:coreProperties>
</file>